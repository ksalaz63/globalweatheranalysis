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17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19.xml"/>
  <Override ContentType="application/vnd.openxmlformats-officedocument.presentationml.comments+xml" PartName="/ppt/comments/comment20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5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6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8.xml"/>
  <Override ContentType="application/vnd.openxmlformats-officedocument.presentationml.comments+xml" PartName="/ppt/comments/comment12.xml"/>
  <Override ContentType="application/vnd.openxmlformats-officedocument.presentationml.comments+xml" PartName="/ppt/comments/comment1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Zen Dots"/>
      <p:regular r:id="rId27"/>
    </p:embeddedFont>
    <p:embeddedFont>
      <p:font typeface="Playfair Display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PT Sans"/>
      <p:regular r:id="rId36"/>
      <p:bold r:id="rId37"/>
      <p:italic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  <p:embeddedFont>
      <p:font typeface="Oswald"/>
      <p:regular r:id="rId44"/>
      <p:bold r:id="rId45"/>
    </p:embeddedFont>
    <p:embeddedFont>
      <p:font typeface="Barlow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0" name="Karla 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44" Type="http://schemas.openxmlformats.org/officeDocument/2006/relationships/font" Target="fonts/Oswald-regular.fntdata"/><Relationship Id="rId43" Type="http://schemas.openxmlformats.org/officeDocument/2006/relationships/font" Target="fonts/RobotoMono-boldItalic.fntdata"/><Relationship Id="rId46" Type="http://schemas.openxmlformats.org/officeDocument/2006/relationships/font" Target="fonts/Barlow-regular.fntdata"/><Relationship Id="rId45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Barlow-italic.fntdata"/><Relationship Id="rId47" Type="http://schemas.openxmlformats.org/officeDocument/2006/relationships/font" Target="fonts/Barlow-bold.fntdata"/><Relationship Id="rId49" Type="http://schemas.openxmlformats.org/officeDocument/2006/relationships/font" Target="fonts/Barlow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boldItalic.fntdata"/><Relationship Id="rId30" Type="http://schemas.openxmlformats.org/officeDocument/2006/relationships/font" Target="fonts/PlayfairDisplay-italic.fntdata"/><Relationship Id="rId33" Type="http://schemas.openxmlformats.org/officeDocument/2006/relationships/font" Target="fonts/Inter-bold.fntdata"/><Relationship Id="rId32" Type="http://schemas.openxmlformats.org/officeDocument/2006/relationships/font" Target="fonts/Inter-regular.fntdata"/><Relationship Id="rId35" Type="http://schemas.openxmlformats.org/officeDocument/2006/relationships/font" Target="fonts/Inter-boldItalic.fntdata"/><Relationship Id="rId34" Type="http://schemas.openxmlformats.org/officeDocument/2006/relationships/font" Target="fonts/Inter-italic.fntdata"/><Relationship Id="rId37" Type="http://schemas.openxmlformats.org/officeDocument/2006/relationships/font" Target="fonts/PTSans-bold.fntdata"/><Relationship Id="rId36" Type="http://schemas.openxmlformats.org/officeDocument/2006/relationships/font" Target="fonts/PTSans-regular.fntdata"/><Relationship Id="rId39" Type="http://schemas.openxmlformats.org/officeDocument/2006/relationships/font" Target="fonts/PTSans-boldItalic.fntdata"/><Relationship Id="rId38" Type="http://schemas.openxmlformats.org/officeDocument/2006/relationships/font" Target="fonts/PTSans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fairDisplay-regular.fntdata"/><Relationship Id="rId27" Type="http://schemas.openxmlformats.org/officeDocument/2006/relationships/font" Target="fonts/ZenDots-regular.fntdata"/><Relationship Id="rId29" Type="http://schemas.openxmlformats.org/officeDocument/2006/relationships/font" Target="fonts/PlayfairDis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29T05:56:57.744">
    <p:pos x="530" y="1905"/>
    <p:text>Andrea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11-27T00:40:27.653">
    <p:pos x="739" y="47"/>
    <p:text>Andrea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11-27T00:40:36.367">
    <p:pos x="2082" y="-26"/>
    <p:text>Andrea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5-11-27T00:40:42.994">
    <p:pos x="1536" y="0"/>
    <p:text>Felix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5-11-27T00:40:50.215">
    <p:pos x="1490" y="-21"/>
    <p:text>Felix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5-11-29T05:56:44.973">
    <p:pos x="1820" y="0"/>
    <p:text>Karla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5-11-27T00:41:27.195">
    <p:pos x="1361" y="65"/>
    <p:text>Karla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5-11-27T00:41:32.679">
    <p:pos x="1361" y="-4"/>
    <p:text>Karla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5-11-29T05:56:27.136">
    <p:pos x="1991" y="15"/>
    <p:text>Kyle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5-11-27T00:41:42.487">
    <p:pos x="1963" y="-30"/>
    <p:text>Karla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5-11-29T05:57:22.812">
    <p:pos x="129" y="0"/>
    <p:text>Felix</p:tex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5-11-29T05:57:34.243">
    <p:pos x="618" y="-36"/>
    <p:text>Felix</p:tex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5-11-29T05:57:44.095">
    <p:pos x="749" y="-31"/>
    <p:text>Kyle</p:text>
  </p:cm>
</p:cmLst>
</file>

<file path=ppt/comments/comment1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5-11-29T05:57:51.161">
    <p:pos x="101" y="-36"/>
    <p:text>Kyle</p:text>
  </p:cm>
</p:cmLst>
</file>

<file path=ppt/comments/comment1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5" dt="2025-11-29T05:57:59.513">
    <p:pos x="1037" y="-71"/>
    <p:text>Andrea</p:text>
  </p:cm>
</p:cmLst>
</file>

<file path=ppt/comments/comment1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6" dt="2025-11-29T05:58:04.901">
    <p:pos x="1391" y="-76"/>
    <p:text>Andrea</p:text>
  </p:cm>
</p:cmLst>
</file>

<file path=ppt/comments/comment1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7" dt="2025-11-29T05:58:11.539">
    <p:pos x="357" y="-55"/>
    <p:text>Karla</p:text>
  </p:cm>
</p:cmLst>
</file>

<file path=ppt/comments/comment1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8" dt="2025-11-29T05:58:16.821">
    <p:pos x="357" y="-55"/>
    <p:text>Karla</p:text>
  </p:cm>
</p:cmLst>
</file>

<file path=ppt/comments/comment1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9" dt="2025-11-29T05:56:36.790">
    <p:pos x="1536" y="-104"/>
    <p:text>Kyle</p:text>
  </p:cm>
</p:cmLst>
</file>

<file path=ppt/comments/comment2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0" dt="2025-11-29T05:58:25.063">
    <p:pos x="2894" y="994"/>
    <p:text>Karla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a1d2b08db9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a1d2b08db9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Felix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a1d2b08db9_6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3a1d2b08db9_6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Felix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a7a9cfa3a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3a7a9cfa3a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Karla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Karla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a77425078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3a7742507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Karla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a19ff21c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3a19ff21c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a19ff21c7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3a19ff21c7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16241d4a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16241d4a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a1d2b08db9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3a1d2b08db9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184d99d1a7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184d99d1a7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a242b2fdd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3a242b2fdd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1869d044d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1869d044d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Total feature importance</a:t>
            </a:r>
            <a:r>
              <a:rPr lang="en">
                <a:solidFill>
                  <a:schemeClr val="dk1"/>
                </a:solidFill>
              </a:rPr>
              <a:t> chart shows </a:t>
            </a:r>
            <a:r>
              <a:rPr i="1" lang="en">
                <a:solidFill>
                  <a:schemeClr val="dk1"/>
                </a:solidFill>
              </a:rPr>
              <a:t>what</a:t>
            </a:r>
            <a:r>
              <a:rPr lang="en">
                <a:solidFill>
                  <a:schemeClr val="dk1"/>
                </a:solidFill>
              </a:rPr>
              <a:t> the model relied on to achieve that 92.7% accuracy: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most influential features are: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latitude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uv_index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pressure_in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humidity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longitude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390f23f2a3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390f23f2a3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most extreme anomaly found was the </a:t>
            </a:r>
            <a:r>
              <a:rPr b="1" lang="en">
                <a:solidFill>
                  <a:schemeClr val="dk1"/>
                </a:solidFill>
              </a:rPr>
              <a:t>UV index</a:t>
            </a:r>
            <a:r>
              <a:rPr lang="en">
                <a:solidFill>
                  <a:schemeClr val="dk1"/>
                </a:solidFill>
              </a:rPr>
              <a:t> in Freetown, Sierra Leone, measured as </a:t>
            </a:r>
            <a:r>
              <a:rPr b="1" lang="en">
                <a:solidFill>
                  <a:schemeClr val="dk1"/>
                </a:solidFill>
              </a:rPr>
              <a:t>22x lower</a:t>
            </a:r>
            <a:r>
              <a:rPr lang="en">
                <a:solidFill>
                  <a:schemeClr val="dk1"/>
                </a:solidFill>
              </a:rPr>
              <a:t> than its typical value for that time.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Air quality</a:t>
            </a:r>
            <a:r>
              <a:rPr lang="en">
                <a:solidFill>
                  <a:schemeClr val="dk1"/>
                </a:solidFill>
              </a:rPr>
              <a:t> in Sucre, Bolivia, was flagged for being up to </a:t>
            </a:r>
            <a:r>
              <a:rPr b="1" lang="en">
                <a:solidFill>
                  <a:schemeClr val="dk1"/>
                </a:solidFill>
              </a:rPr>
              <a:t>9x higher</a:t>
            </a:r>
            <a:r>
              <a:rPr lang="en">
                <a:solidFill>
                  <a:schemeClr val="dk1"/>
                </a:solidFill>
              </a:rPr>
              <a:t> than its typical reading.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Temperature</a:t>
            </a:r>
            <a:r>
              <a:rPr lang="en">
                <a:solidFill>
                  <a:schemeClr val="dk1"/>
                </a:solidFill>
              </a:rPr>
              <a:t> in cities like Riyadh, Saudi Arabia, and Khartoum, Sudan, was detected as being up to </a:t>
            </a:r>
            <a:r>
              <a:rPr b="1" lang="en">
                <a:solidFill>
                  <a:schemeClr val="dk1"/>
                </a:solidFill>
              </a:rPr>
              <a:t>2x lower</a:t>
            </a:r>
            <a:r>
              <a:rPr lang="en">
                <a:solidFill>
                  <a:schemeClr val="dk1"/>
                </a:solidFill>
              </a:rPr>
              <a:t> than their expected values.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16bb02b26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16bb02b26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aed75a943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aed75a943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67235" y="2998776"/>
            <a:ext cx="5634312" cy="4182456"/>
            <a:chOff x="6005513" y="2100263"/>
            <a:chExt cx="2944814" cy="2185991"/>
          </a:xfrm>
        </p:grpSpPr>
        <p:sp>
          <p:nvSpPr>
            <p:cNvPr id="10" name="Google Shape;10;p2"/>
            <p:cNvSpPr/>
            <p:nvPr/>
          </p:nvSpPr>
          <p:spPr>
            <a:xfrm>
              <a:off x="7761288" y="2465388"/>
              <a:ext cx="1189039" cy="1093788"/>
            </a:xfrm>
            <a:custGeom>
              <a:rect b="b" l="l" r="r" t="t"/>
              <a:pathLst>
                <a:path extrusionOk="0" h="1091" w="1189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999413" y="2598738"/>
              <a:ext cx="744538" cy="704850"/>
            </a:xfrm>
            <a:custGeom>
              <a:rect b="b" l="l" r="r" t="t"/>
              <a:pathLst>
                <a:path extrusionOk="0" h="705" w="744">
                  <a:moveTo>
                    <a:pt x="140" y="688"/>
                  </a:moveTo>
                  <a:cubicBezTo>
                    <a:pt x="96" y="688"/>
                    <a:pt x="57" y="671"/>
                    <a:pt x="34" y="644"/>
                  </a:cubicBezTo>
                  <a:cubicBezTo>
                    <a:pt x="0" y="604"/>
                    <a:pt x="35" y="515"/>
                    <a:pt x="62" y="450"/>
                  </a:cubicBezTo>
                  <a:cubicBezTo>
                    <a:pt x="69" y="431"/>
                    <a:pt x="76" y="415"/>
                    <a:pt x="80" y="402"/>
                  </a:cubicBezTo>
                  <a:cubicBezTo>
                    <a:pt x="109" y="309"/>
                    <a:pt x="86" y="229"/>
                    <a:pt x="67" y="164"/>
                  </a:cubicBezTo>
                  <a:cubicBezTo>
                    <a:pt x="62" y="148"/>
                    <a:pt x="58" y="133"/>
                    <a:pt x="55" y="119"/>
                  </a:cubicBezTo>
                  <a:cubicBezTo>
                    <a:pt x="48" y="88"/>
                    <a:pt x="60" y="53"/>
                    <a:pt x="87" y="30"/>
                  </a:cubicBezTo>
                  <a:cubicBezTo>
                    <a:pt x="114" y="6"/>
                    <a:pt x="149" y="0"/>
                    <a:pt x="183" y="13"/>
                  </a:cubicBezTo>
                  <a:cubicBezTo>
                    <a:pt x="207" y="21"/>
                    <a:pt x="236" y="39"/>
                    <a:pt x="267" y="58"/>
                  </a:cubicBezTo>
                  <a:cubicBezTo>
                    <a:pt x="338" y="100"/>
                    <a:pt x="426" y="153"/>
                    <a:pt x="498" y="138"/>
                  </a:cubicBezTo>
                  <a:cubicBezTo>
                    <a:pt x="596" y="118"/>
                    <a:pt x="691" y="142"/>
                    <a:pt x="730" y="196"/>
                  </a:cubicBezTo>
                  <a:cubicBezTo>
                    <a:pt x="741" y="211"/>
                    <a:pt x="744" y="228"/>
                    <a:pt x="740" y="246"/>
                  </a:cubicBezTo>
                  <a:cubicBezTo>
                    <a:pt x="731" y="286"/>
                    <a:pt x="685" y="331"/>
                    <a:pt x="607" y="375"/>
                  </a:cubicBezTo>
                  <a:cubicBezTo>
                    <a:pt x="519" y="425"/>
                    <a:pt x="415" y="515"/>
                    <a:pt x="331" y="588"/>
                  </a:cubicBezTo>
                  <a:cubicBezTo>
                    <a:pt x="312" y="604"/>
                    <a:pt x="294" y="619"/>
                    <a:pt x="277" y="634"/>
                  </a:cubicBezTo>
                  <a:cubicBezTo>
                    <a:pt x="232" y="672"/>
                    <a:pt x="183" y="688"/>
                    <a:pt x="140" y="688"/>
                  </a:cubicBezTo>
                  <a:close/>
                  <a:moveTo>
                    <a:pt x="148" y="10"/>
                  </a:moveTo>
                  <a:cubicBezTo>
                    <a:pt x="127" y="10"/>
                    <a:pt x="106" y="18"/>
                    <a:pt x="89" y="33"/>
                  </a:cubicBezTo>
                  <a:cubicBezTo>
                    <a:pt x="64" y="55"/>
                    <a:pt x="52" y="89"/>
                    <a:pt x="59" y="118"/>
                  </a:cubicBezTo>
                  <a:cubicBezTo>
                    <a:pt x="62" y="132"/>
                    <a:pt x="66" y="147"/>
                    <a:pt x="71" y="163"/>
                  </a:cubicBezTo>
                  <a:cubicBezTo>
                    <a:pt x="90" y="228"/>
                    <a:pt x="113" y="309"/>
                    <a:pt x="84" y="403"/>
                  </a:cubicBezTo>
                  <a:cubicBezTo>
                    <a:pt x="80" y="416"/>
                    <a:pt x="73" y="433"/>
                    <a:pt x="66" y="452"/>
                  </a:cubicBezTo>
                  <a:cubicBezTo>
                    <a:pt x="40" y="516"/>
                    <a:pt x="4" y="603"/>
                    <a:pt x="37" y="641"/>
                  </a:cubicBezTo>
                  <a:cubicBezTo>
                    <a:pt x="82" y="694"/>
                    <a:pt x="186" y="705"/>
                    <a:pt x="275" y="630"/>
                  </a:cubicBezTo>
                  <a:cubicBezTo>
                    <a:pt x="291" y="616"/>
                    <a:pt x="309" y="601"/>
                    <a:pt x="328" y="584"/>
                  </a:cubicBezTo>
                  <a:cubicBezTo>
                    <a:pt x="412" y="512"/>
                    <a:pt x="517" y="422"/>
                    <a:pt x="605" y="372"/>
                  </a:cubicBezTo>
                  <a:cubicBezTo>
                    <a:pt x="682" y="328"/>
                    <a:pt x="727" y="284"/>
                    <a:pt x="736" y="245"/>
                  </a:cubicBezTo>
                  <a:cubicBezTo>
                    <a:pt x="740" y="229"/>
                    <a:pt x="736" y="213"/>
                    <a:pt x="726" y="199"/>
                  </a:cubicBezTo>
                  <a:cubicBezTo>
                    <a:pt x="688" y="146"/>
                    <a:pt x="595" y="122"/>
                    <a:pt x="499" y="142"/>
                  </a:cubicBezTo>
                  <a:cubicBezTo>
                    <a:pt x="498" y="140"/>
                    <a:pt x="498" y="140"/>
                    <a:pt x="498" y="140"/>
                  </a:cubicBezTo>
                  <a:cubicBezTo>
                    <a:pt x="499" y="142"/>
                    <a:pt x="499" y="142"/>
                    <a:pt x="499" y="142"/>
                  </a:cubicBezTo>
                  <a:cubicBezTo>
                    <a:pt x="426" y="157"/>
                    <a:pt x="337" y="104"/>
                    <a:pt x="265" y="61"/>
                  </a:cubicBezTo>
                  <a:cubicBezTo>
                    <a:pt x="234" y="43"/>
                    <a:pt x="205" y="25"/>
                    <a:pt x="182" y="16"/>
                  </a:cubicBezTo>
                  <a:cubicBezTo>
                    <a:pt x="171" y="12"/>
                    <a:pt x="159" y="10"/>
                    <a:pt x="148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005513" y="2100263"/>
              <a:ext cx="2233613" cy="2185991"/>
            </a:xfrm>
            <a:custGeom>
              <a:rect b="b" l="l" r="r" t="t"/>
              <a:pathLst>
                <a:path extrusionOk="0" h="2183" w="2232">
                  <a:moveTo>
                    <a:pt x="1757" y="2149"/>
                  </a:moveTo>
                  <a:cubicBezTo>
                    <a:pt x="1722" y="2149"/>
                    <a:pt x="1689" y="2143"/>
                    <a:pt x="1661" y="2130"/>
                  </a:cubicBezTo>
                  <a:cubicBezTo>
                    <a:pt x="1543" y="2071"/>
                    <a:pt x="1444" y="2029"/>
                    <a:pt x="1350" y="1996"/>
                  </a:cubicBezTo>
                  <a:cubicBezTo>
                    <a:pt x="1328" y="1989"/>
                    <a:pt x="1228" y="1969"/>
                    <a:pt x="1102" y="1943"/>
                  </a:cubicBezTo>
                  <a:cubicBezTo>
                    <a:pt x="1020" y="1927"/>
                    <a:pt x="928" y="1909"/>
                    <a:pt x="838" y="1890"/>
                  </a:cubicBezTo>
                  <a:cubicBezTo>
                    <a:pt x="653" y="1851"/>
                    <a:pt x="503" y="1742"/>
                    <a:pt x="422" y="1683"/>
                  </a:cubicBezTo>
                  <a:cubicBezTo>
                    <a:pt x="399" y="1666"/>
                    <a:pt x="381" y="1653"/>
                    <a:pt x="369" y="1646"/>
                  </a:cubicBezTo>
                  <a:cubicBezTo>
                    <a:pt x="304" y="1609"/>
                    <a:pt x="179" y="1198"/>
                    <a:pt x="100" y="837"/>
                  </a:cubicBezTo>
                  <a:cubicBezTo>
                    <a:pt x="23" y="484"/>
                    <a:pt x="0" y="239"/>
                    <a:pt x="40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104" y="95"/>
                    <a:pt x="282" y="35"/>
                    <a:pt x="420" y="16"/>
                  </a:cubicBezTo>
                  <a:cubicBezTo>
                    <a:pt x="542" y="0"/>
                    <a:pt x="640" y="13"/>
                    <a:pt x="689" y="52"/>
                  </a:cubicBezTo>
                  <a:cubicBezTo>
                    <a:pt x="821" y="158"/>
                    <a:pt x="920" y="360"/>
                    <a:pt x="938" y="399"/>
                  </a:cubicBezTo>
                  <a:cubicBezTo>
                    <a:pt x="981" y="491"/>
                    <a:pt x="1054" y="604"/>
                    <a:pt x="1154" y="734"/>
                  </a:cubicBezTo>
                  <a:cubicBezTo>
                    <a:pt x="1186" y="776"/>
                    <a:pt x="1241" y="806"/>
                    <a:pt x="1297" y="811"/>
                  </a:cubicBezTo>
                  <a:cubicBezTo>
                    <a:pt x="1336" y="815"/>
                    <a:pt x="1369" y="806"/>
                    <a:pt x="1391" y="786"/>
                  </a:cubicBezTo>
                  <a:cubicBezTo>
                    <a:pt x="1397" y="780"/>
                    <a:pt x="1397" y="780"/>
                    <a:pt x="1397" y="780"/>
                  </a:cubicBezTo>
                  <a:cubicBezTo>
                    <a:pt x="1451" y="733"/>
                    <a:pt x="1516" y="673"/>
                    <a:pt x="1585" y="675"/>
                  </a:cubicBezTo>
                  <a:cubicBezTo>
                    <a:pt x="1708" y="679"/>
                    <a:pt x="1781" y="778"/>
                    <a:pt x="1797" y="813"/>
                  </a:cubicBezTo>
                  <a:cubicBezTo>
                    <a:pt x="1814" y="850"/>
                    <a:pt x="1797" y="1031"/>
                    <a:pt x="1718" y="1078"/>
                  </a:cubicBezTo>
                  <a:cubicBezTo>
                    <a:pt x="1680" y="1100"/>
                    <a:pt x="1623" y="1104"/>
                    <a:pt x="1572" y="1108"/>
                  </a:cubicBezTo>
                  <a:cubicBezTo>
                    <a:pt x="1517" y="1112"/>
                    <a:pt x="1464" y="1116"/>
                    <a:pt x="1450" y="1143"/>
                  </a:cubicBezTo>
                  <a:cubicBezTo>
                    <a:pt x="1419" y="1200"/>
                    <a:pt x="1394" y="1329"/>
                    <a:pt x="1471" y="1384"/>
                  </a:cubicBezTo>
                  <a:cubicBezTo>
                    <a:pt x="1483" y="1392"/>
                    <a:pt x="1495" y="1401"/>
                    <a:pt x="1508" y="1411"/>
                  </a:cubicBezTo>
                  <a:cubicBezTo>
                    <a:pt x="1591" y="1471"/>
                    <a:pt x="1704" y="1553"/>
                    <a:pt x="1788" y="1583"/>
                  </a:cubicBezTo>
                  <a:cubicBezTo>
                    <a:pt x="1829" y="1598"/>
                    <a:pt x="1886" y="1604"/>
                    <a:pt x="1946" y="1611"/>
                  </a:cubicBezTo>
                  <a:cubicBezTo>
                    <a:pt x="2060" y="1625"/>
                    <a:pt x="2178" y="1638"/>
                    <a:pt x="2199" y="1710"/>
                  </a:cubicBezTo>
                  <a:cubicBezTo>
                    <a:pt x="2232" y="1818"/>
                    <a:pt x="2207" y="1965"/>
                    <a:pt x="2096" y="2036"/>
                  </a:cubicBezTo>
                  <a:cubicBezTo>
                    <a:pt x="2015" y="2087"/>
                    <a:pt x="1872" y="2149"/>
                    <a:pt x="1757" y="2149"/>
                  </a:cubicBezTo>
                  <a:close/>
                  <a:moveTo>
                    <a:pt x="518" y="13"/>
                  </a:moveTo>
                  <a:cubicBezTo>
                    <a:pt x="488" y="13"/>
                    <a:pt x="455" y="16"/>
                    <a:pt x="421" y="20"/>
                  </a:cubicBezTo>
                  <a:cubicBezTo>
                    <a:pt x="253" y="43"/>
                    <a:pt x="98" y="111"/>
                    <a:pt x="44" y="186"/>
                  </a:cubicBezTo>
                  <a:cubicBezTo>
                    <a:pt x="4" y="241"/>
                    <a:pt x="27" y="484"/>
                    <a:pt x="104" y="836"/>
                  </a:cubicBezTo>
                  <a:cubicBezTo>
                    <a:pt x="183" y="1196"/>
                    <a:pt x="307" y="1606"/>
                    <a:pt x="371" y="1643"/>
                  </a:cubicBezTo>
                  <a:cubicBezTo>
                    <a:pt x="383" y="1650"/>
                    <a:pt x="401" y="1663"/>
                    <a:pt x="424" y="1679"/>
                  </a:cubicBezTo>
                  <a:cubicBezTo>
                    <a:pt x="505" y="1738"/>
                    <a:pt x="655" y="1847"/>
                    <a:pt x="839" y="1886"/>
                  </a:cubicBezTo>
                  <a:cubicBezTo>
                    <a:pt x="929" y="1905"/>
                    <a:pt x="1021" y="1923"/>
                    <a:pt x="1102" y="1939"/>
                  </a:cubicBezTo>
                  <a:cubicBezTo>
                    <a:pt x="1229" y="1965"/>
                    <a:pt x="1329" y="1985"/>
                    <a:pt x="1351" y="1992"/>
                  </a:cubicBezTo>
                  <a:cubicBezTo>
                    <a:pt x="1446" y="2025"/>
                    <a:pt x="1545" y="2068"/>
                    <a:pt x="1663" y="2126"/>
                  </a:cubicBezTo>
                  <a:cubicBezTo>
                    <a:pt x="1780" y="2183"/>
                    <a:pt x="1989" y="2099"/>
                    <a:pt x="2094" y="2032"/>
                  </a:cubicBezTo>
                  <a:cubicBezTo>
                    <a:pt x="2203" y="1962"/>
                    <a:pt x="2227" y="1818"/>
                    <a:pt x="2195" y="1711"/>
                  </a:cubicBezTo>
                  <a:cubicBezTo>
                    <a:pt x="2174" y="1642"/>
                    <a:pt x="2058" y="1628"/>
                    <a:pt x="1946" y="1616"/>
                  </a:cubicBezTo>
                  <a:cubicBezTo>
                    <a:pt x="1885" y="1609"/>
                    <a:pt x="1828" y="1602"/>
                    <a:pt x="1787" y="1587"/>
                  </a:cubicBezTo>
                  <a:cubicBezTo>
                    <a:pt x="1702" y="1556"/>
                    <a:pt x="1588" y="1474"/>
                    <a:pt x="1506" y="1414"/>
                  </a:cubicBezTo>
                  <a:cubicBezTo>
                    <a:pt x="1493" y="1405"/>
                    <a:pt x="1480" y="1396"/>
                    <a:pt x="1469" y="1388"/>
                  </a:cubicBezTo>
                  <a:cubicBezTo>
                    <a:pt x="1385" y="1328"/>
                    <a:pt x="1418" y="1193"/>
                    <a:pt x="1446" y="1141"/>
                  </a:cubicBezTo>
                  <a:cubicBezTo>
                    <a:pt x="1462" y="1112"/>
                    <a:pt x="1513" y="1108"/>
                    <a:pt x="1572" y="1104"/>
                  </a:cubicBezTo>
                  <a:cubicBezTo>
                    <a:pt x="1622" y="1100"/>
                    <a:pt x="1679" y="1096"/>
                    <a:pt x="1716" y="1074"/>
                  </a:cubicBezTo>
                  <a:cubicBezTo>
                    <a:pt x="1794" y="1028"/>
                    <a:pt x="1810" y="851"/>
                    <a:pt x="1793" y="815"/>
                  </a:cubicBezTo>
                  <a:cubicBezTo>
                    <a:pt x="1777" y="781"/>
                    <a:pt x="1706" y="683"/>
                    <a:pt x="1584" y="679"/>
                  </a:cubicBezTo>
                  <a:cubicBezTo>
                    <a:pt x="1583" y="679"/>
                    <a:pt x="1582" y="679"/>
                    <a:pt x="1581" y="679"/>
                  </a:cubicBezTo>
                  <a:cubicBezTo>
                    <a:pt x="1516" y="679"/>
                    <a:pt x="1452" y="737"/>
                    <a:pt x="1400" y="784"/>
                  </a:cubicBezTo>
                  <a:cubicBezTo>
                    <a:pt x="1394" y="789"/>
                    <a:pt x="1394" y="789"/>
                    <a:pt x="1394" y="789"/>
                  </a:cubicBezTo>
                  <a:cubicBezTo>
                    <a:pt x="1371" y="810"/>
                    <a:pt x="1337" y="819"/>
                    <a:pt x="1296" y="815"/>
                  </a:cubicBezTo>
                  <a:cubicBezTo>
                    <a:pt x="1239" y="810"/>
                    <a:pt x="1183" y="780"/>
                    <a:pt x="1150" y="737"/>
                  </a:cubicBezTo>
                  <a:cubicBezTo>
                    <a:pt x="1050" y="606"/>
                    <a:pt x="978" y="493"/>
                    <a:pt x="934" y="401"/>
                  </a:cubicBezTo>
                  <a:cubicBezTo>
                    <a:pt x="916" y="362"/>
                    <a:pt x="817" y="161"/>
                    <a:pt x="686" y="55"/>
                  </a:cubicBezTo>
                  <a:cubicBezTo>
                    <a:pt x="652" y="27"/>
                    <a:pt x="593" y="13"/>
                    <a:pt x="518" y="1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396163" y="3679826"/>
              <a:ext cx="630238" cy="492124"/>
            </a:xfrm>
            <a:custGeom>
              <a:rect b="b" l="l" r="r" t="t"/>
              <a:pathLst>
                <a:path extrusionOk="0" h="491" w="631">
                  <a:moveTo>
                    <a:pt x="395" y="458"/>
                  </a:moveTo>
                  <a:cubicBezTo>
                    <a:pt x="376" y="458"/>
                    <a:pt x="357" y="453"/>
                    <a:pt x="339" y="443"/>
                  </a:cubicBezTo>
                  <a:cubicBezTo>
                    <a:pt x="256" y="396"/>
                    <a:pt x="73" y="283"/>
                    <a:pt x="35" y="233"/>
                  </a:cubicBezTo>
                  <a:cubicBezTo>
                    <a:pt x="9" y="198"/>
                    <a:pt x="0" y="103"/>
                    <a:pt x="28" y="45"/>
                  </a:cubicBezTo>
                  <a:cubicBezTo>
                    <a:pt x="40" y="18"/>
                    <a:pt x="60" y="3"/>
                    <a:pt x="83" y="2"/>
                  </a:cubicBezTo>
                  <a:cubicBezTo>
                    <a:pt x="136" y="0"/>
                    <a:pt x="198" y="40"/>
                    <a:pt x="252" y="75"/>
                  </a:cubicBezTo>
                  <a:cubicBezTo>
                    <a:pt x="282" y="94"/>
                    <a:pt x="311" y="113"/>
                    <a:pt x="334" y="121"/>
                  </a:cubicBezTo>
                  <a:cubicBezTo>
                    <a:pt x="400" y="146"/>
                    <a:pt x="506" y="152"/>
                    <a:pt x="570" y="155"/>
                  </a:cubicBezTo>
                  <a:cubicBezTo>
                    <a:pt x="580" y="156"/>
                    <a:pt x="580" y="156"/>
                    <a:pt x="580" y="156"/>
                  </a:cubicBezTo>
                  <a:cubicBezTo>
                    <a:pt x="596" y="157"/>
                    <a:pt x="607" y="166"/>
                    <a:pt x="614" y="182"/>
                  </a:cubicBezTo>
                  <a:cubicBezTo>
                    <a:pt x="631" y="224"/>
                    <a:pt x="615" y="307"/>
                    <a:pt x="582" y="345"/>
                  </a:cubicBezTo>
                  <a:cubicBezTo>
                    <a:pt x="549" y="383"/>
                    <a:pt x="473" y="458"/>
                    <a:pt x="395" y="458"/>
                  </a:cubicBezTo>
                  <a:close/>
                  <a:moveTo>
                    <a:pt x="87" y="6"/>
                  </a:moveTo>
                  <a:cubicBezTo>
                    <a:pt x="86" y="6"/>
                    <a:pt x="85" y="6"/>
                    <a:pt x="83" y="7"/>
                  </a:cubicBezTo>
                  <a:cubicBezTo>
                    <a:pt x="61" y="7"/>
                    <a:pt x="43" y="21"/>
                    <a:pt x="31" y="47"/>
                  </a:cubicBezTo>
                  <a:cubicBezTo>
                    <a:pt x="5" y="102"/>
                    <a:pt x="14" y="197"/>
                    <a:pt x="39" y="230"/>
                  </a:cubicBezTo>
                  <a:cubicBezTo>
                    <a:pt x="76" y="280"/>
                    <a:pt x="259" y="392"/>
                    <a:pt x="341" y="439"/>
                  </a:cubicBezTo>
                  <a:cubicBezTo>
                    <a:pt x="433" y="491"/>
                    <a:pt x="538" y="388"/>
                    <a:pt x="579" y="342"/>
                  </a:cubicBezTo>
                  <a:cubicBezTo>
                    <a:pt x="611" y="305"/>
                    <a:pt x="627" y="224"/>
                    <a:pt x="610" y="184"/>
                  </a:cubicBezTo>
                  <a:cubicBezTo>
                    <a:pt x="604" y="169"/>
                    <a:pt x="594" y="161"/>
                    <a:pt x="580" y="160"/>
                  </a:cubicBezTo>
                  <a:cubicBezTo>
                    <a:pt x="570" y="160"/>
                    <a:pt x="570" y="160"/>
                    <a:pt x="570" y="160"/>
                  </a:cubicBezTo>
                  <a:cubicBezTo>
                    <a:pt x="506" y="156"/>
                    <a:pt x="399" y="150"/>
                    <a:pt x="333" y="125"/>
                  </a:cubicBezTo>
                  <a:cubicBezTo>
                    <a:pt x="309" y="116"/>
                    <a:pt x="280" y="98"/>
                    <a:pt x="250" y="78"/>
                  </a:cubicBezTo>
                  <a:cubicBezTo>
                    <a:pt x="198" y="45"/>
                    <a:pt x="138" y="6"/>
                    <a:pt x="87" y="6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188075" y="2254251"/>
              <a:ext cx="1154113" cy="1617665"/>
            </a:xfrm>
            <a:custGeom>
              <a:rect b="b" l="l" r="r" t="t"/>
              <a:pathLst>
                <a:path extrusionOk="0" h="1615" w="1154">
                  <a:moveTo>
                    <a:pt x="838" y="1607"/>
                  </a:moveTo>
                  <a:cubicBezTo>
                    <a:pt x="799" y="1607"/>
                    <a:pt x="760" y="1598"/>
                    <a:pt x="722" y="1581"/>
                  </a:cubicBezTo>
                  <a:cubicBezTo>
                    <a:pt x="555" y="1501"/>
                    <a:pt x="192" y="1237"/>
                    <a:pt x="153" y="1155"/>
                  </a:cubicBezTo>
                  <a:cubicBezTo>
                    <a:pt x="116" y="1079"/>
                    <a:pt x="56" y="680"/>
                    <a:pt x="31" y="509"/>
                  </a:cubicBezTo>
                  <a:cubicBezTo>
                    <a:pt x="28" y="489"/>
                    <a:pt x="25" y="473"/>
                    <a:pt x="23" y="461"/>
                  </a:cubicBezTo>
                  <a:cubicBezTo>
                    <a:pt x="0" y="309"/>
                    <a:pt x="9" y="72"/>
                    <a:pt x="128" y="41"/>
                  </a:cubicBezTo>
                  <a:cubicBezTo>
                    <a:pt x="287" y="0"/>
                    <a:pt x="477" y="16"/>
                    <a:pt x="544" y="146"/>
                  </a:cubicBezTo>
                  <a:cubicBezTo>
                    <a:pt x="591" y="237"/>
                    <a:pt x="667" y="366"/>
                    <a:pt x="712" y="444"/>
                  </a:cubicBezTo>
                  <a:cubicBezTo>
                    <a:pt x="728" y="470"/>
                    <a:pt x="740" y="491"/>
                    <a:pt x="747" y="504"/>
                  </a:cubicBezTo>
                  <a:cubicBezTo>
                    <a:pt x="795" y="589"/>
                    <a:pt x="937" y="715"/>
                    <a:pt x="1020" y="757"/>
                  </a:cubicBezTo>
                  <a:cubicBezTo>
                    <a:pt x="1104" y="802"/>
                    <a:pt x="1154" y="983"/>
                    <a:pt x="1128" y="1081"/>
                  </a:cubicBezTo>
                  <a:cubicBezTo>
                    <a:pt x="1103" y="1172"/>
                    <a:pt x="1058" y="1341"/>
                    <a:pt x="1054" y="1446"/>
                  </a:cubicBezTo>
                  <a:cubicBezTo>
                    <a:pt x="1052" y="1492"/>
                    <a:pt x="1019" y="1540"/>
                    <a:pt x="967" y="1572"/>
                  </a:cubicBezTo>
                  <a:cubicBezTo>
                    <a:pt x="928" y="1595"/>
                    <a:pt x="883" y="1607"/>
                    <a:pt x="838" y="1607"/>
                  </a:cubicBezTo>
                  <a:close/>
                  <a:moveTo>
                    <a:pt x="129" y="43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3" y="76"/>
                    <a:pt x="5" y="310"/>
                    <a:pt x="28" y="460"/>
                  </a:cubicBezTo>
                  <a:cubicBezTo>
                    <a:pt x="29" y="472"/>
                    <a:pt x="32" y="489"/>
                    <a:pt x="35" y="509"/>
                  </a:cubicBezTo>
                  <a:cubicBezTo>
                    <a:pt x="61" y="679"/>
                    <a:pt x="121" y="1078"/>
                    <a:pt x="157" y="1153"/>
                  </a:cubicBezTo>
                  <a:cubicBezTo>
                    <a:pt x="196" y="1235"/>
                    <a:pt x="557" y="1497"/>
                    <a:pt x="724" y="1577"/>
                  </a:cubicBezTo>
                  <a:cubicBezTo>
                    <a:pt x="803" y="1615"/>
                    <a:pt x="893" y="1611"/>
                    <a:pt x="965" y="1568"/>
                  </a:cubicBezTo>
                  <a:cubicBezTo>
                    <a:pt x="1016" y="1537"/>
                    <a:pt x="1048" y="1491"/>
                    <a:pt x="1050" y="1446"/>
                  </a:cubicBezTo>
                  <a:cubicBezTo>
                    <a:pt x="1053" y="1340"/>
                    <a:pt x="1099" y="1171"/>
                    <a:pt x="1124" y="1080"/>
                  </a:cubicBezTo>
                  <a:cubicBezTo>
                    <a:pt x="1150" y="983"/>
                    <a:pt x="1101" y="805"/>
                    <a:pt x="1018" y="761"/>
                  </a:cubicBezTo>
                  <a:cubicBezTo>
                    <a:pt x="935" y="718"/>
                    <a:pt x="792" y="592"/>
                    <a:pt x="744" y="506"/>
                  </a:cubicBezTo>
                  <a:cubicBezTo>
                    <a:pt x="737" y="493"/>
                    <a:pt x="724" y="472"/>
                    <a:pt x="709" y="446"/>
                  </a:cubicBezTo>
                  <a:cubicBezTo>
                    <a:pt x="663" y="368"/>
                    <a:pt x="587" y="239"/>
                    <a:pt x="541" y="147"/>
                  </a:cubicBezTo>
                  <a:cubicBezTo>
                    <a:pt x="475" y="20"/>
                    <a:pt x="287" y="4"/>
                    <a:pt x="129" y="45"/>
                  </a:cubicBezTo>
                  <a:lnTo>
                    <a:pt x="129" y="43"/>
                  </a:ln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350000" y="2447926"/>
              <a:ext cx="760414" cy="1200151"/>
            </a:xfrm>
            <a:custGeom>
              <a:rect b="b" l="l" r="r" t="t"/>
              <a:pathLst>
                <a:path extrusionOk="0" h="1199" w="759">
                  <a:moveTo>
                    <a:pt x="589" y="1199"/>
                  </a:moveTo>
                  <a:cubicBezTo>
                    <a:pt x="522" y="1199"/>
                    <a:pt x="413" y="1109"/>
                    <a:pt x="324" y="1035"/>
                  </a:cubicBezTo>
                  <a:cubicBezTo>
                    <a:pt x="275" y="995"/>
                    <a:pt x="233" y="960"/>
                    <a:pt x="205" y="945"/>
                  </a:cubicBezTo>
                  <a:cubicBezTo>
                    <a:pt x="117" y="897"/>
                    <a:pt x="38" y="709"/>
                    <a:pt x="30" y="585"/>
                  </a:cubicBezTo>
                  <a:cubicBezTo>
                    <a:pt x="29" y="568"/>
                    <a:pt x="29" y="568"/>
                    <a:pt x="29" y="568"/>
                  </a:cubicBezTo>
                  <a:cubicBezTo>
                    <a:pt x="20" y="424"/>
                    <a:pt x="0" y="87"/>
                    <a:pt x="57" y="33"/>
                  </a:cubicBezTo>
                  <a:cubicBezTo>
                    <a:pt x="81" y="11"/>
                    <a:pt x="120" y="0"/>
                    <a:pt x="164" y="5"/>
                  </a:cubicBezTo>
                  <a:cubicBezTo>
                    <a:pt x="228" y="12"/>
                    <a:pt x="290" y="48"/>
                    <a:pt x="326" y="100"/>
                  </a:cubicBezTo>
                  <a:cubicBezTo>
                    <a:pt x="353" y="140"/>
                    <a:pt x="375" y="197"/>
                    <a:pt x="397" y="257"/>
                  </a:cubicBezTo>
                  <a:cubicBezTo>
                    <a:pt x="428" y="339"/>
                    <a:pt x="460" y="425"/>
                    <a:pt x="510" y="461"/>
                  </a:cubicBezTo>
                  <a:cubicBezTo>
                    <a:pt x="523" y="471"/>
                    <a:pt x="538" y="481"/>
                    <a:pt x="554" y="492"/>
                  </a:cubicBezTo>
                  <a:cubicBezTo>
                    <a:pt x="640" y="550"/>
                    <a:pt x="759" y="630"/>
                    <a:pt x="743" y="762"/>
                  </a:cubicBezTo>
                  <a:cubicBezTo>
                    <a:pt x="742" y="772"/>
                    <a:pt x="741" y="783"/>
                    <a:pt x="739" y="794"/>
                  </a:cubicBezTo>
                  <a:cubicBezTo>
                    <a:pt x="721" y="950"/>
                    <a:pt x="696" y="1164"/>
                    <a:pt x="609" y="1196"/>
                  </a:cubicBezTo>
                  <a:cubicBezTo>
                    <a:pt x="603" y="1198"/>
                    <a:pt x="596" y="1199"/>
                    <a:pt x="589" y="1199"/>
                  </a:cubicBezTo>
                  <a:close/>
                  <a:moveTo>
                    <a:pt x="143" y="8"/>
                  </a:moveTo>
                  <a:cubicBezTo>
                    <a:pt x="109" y="8"/>
                    <a:pt x="79" y="18"/>
                    <a:pt x="60" y="36"/>
                  </a:cubicBezTo>
                  <a:cubicBezTo>
                    <a:pt x="4" y="89"/>
                    <a:pt x="25" y="436"/>
                    <a:pt x="33" y="567"/>
                  </a:cubicBezTo>
                  <a:cubicBezTo>
                    <a:pt x="34" y="585"/>
                    <a:pt x="34" y="585"/>
                    <a:pt x="34" y="585"/>
                  </a:cubicBezTo>
                  <a:cubicBezTo>
                    <a:pt x="42" y="708"/>
                    <a:pt x="120" y="894"/>
                    <a:pt x="207" y="941"/>
                  </a:cubicBezTo>
                  <a:cubicBezTo>
                    <a:pt x="236" y="957"/>
                    <a:pt x="278" y="992"/>
                    <a:pt x="327" y="1032"/>
                  </a:cubicBezTo>
                  <a:cubicBezTo>
                    <a:pt x="415" y="1105"/>
                    <a:pt x="523" y="1195"/>
                    <a:pt x="589" y="1195"/>
                  </a:cubicBezTo>
                  <a:cubicBezTo>
                    <a:pt x="595" y="1195"/>
                    <a:pt x="602" y="1194"/>
                    <a:pt x="608" y="1192"/>
                  </a:cubicBezTo>
                  <a:cubicBezTo>
                    <a:pt x="693" y="1161"/>
                    <a:pt x="717" y="949"/>
                    <a:pt x="735" y="793"/>
                  </a:cubicBezTo>
                  <a:cubicBezTo>
                    <a:pt x="737" y="782"/>
                    <a:pt x="738" y="772"/>
                    <a:pt x="739" y="762"/>
                  </a:cubicBezTo>
                  <a:cubicBezTo>
                    <a:pt x="755" y="632"/>
                    <a:pt x="637" y="553"/>
                    <a:pt x="552" y="495"/>
                  </a:cubicBezTo>
                  <a:cubicBezTo>
                    <a:pt x="536" y="485"/>
                    <a:pt x="520" y="474"/>
                    <a:pt x="507" y="465"/>
                  </a:cubicBezTo>
                  <a:cubicBezTo>
                    <a:pt x="457" y="427"/>
                    <a:pt x="425" y="341"/>
                    <a:pt x="393" y="258"/>
                  </a:cubicBezTo>
                  <a:cubicBezTo>
                    <a:pt x="371" y="198"/>
                    <a:pt x="350" y="142"/>
                    <a:pt x="322" y="102"/>
                  </a:cubicBezTo>
                  <a:cubicBezTo>
                    <a:pt x="287" y="52"/>
                    <a:pt x="226" y="16"/>
                    <a:pt x="163" y="9"/>
                  </a:cubicBezTo>
                  <a:cubicBezTo>
                    <a:pt x="157" y="8"/>
                    <a:pt x="150" y="8"/>
                    <a:pt x="143" y="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461125" y="2625726"/>
              <a:ext cx="290513" cy="466725"/>
            </a:xfrm>
            <a:custGeom>
              <a:rect b="b" l="l" r="r" t="t"/>
              <a:pathLst>
                <a:path extrusionOk="0" h="465" w="291">
                  <a:moveTo>
                    <a:pt x="128" y="464"/>
                  </a:moveTo>
                  <a:cubicBezTo>
                    <a:pt x="99" y="464"/>
                    <a:pt x="73" y="455"/>
                    <a:pt x="52" y="437"/>
                  </a:cubicBezTo>
                  <a:cubicBezTo>
                    <a:pt x="18" y="408"/>
                    <a:pt x="0" y="358"/>
                    <a:pt x="1" y="302"/>
                  </a:cubicBezTo>
                  <a:cubicBezTo>
                    <a:pt x="2" y="273"/>
                    <a:pt x="13" y="22"/>
                    <a:pt x="67" y="10"/>
                  </a:cubicBezTo>
                  <a:cubicBezTo>
                    <a:pt x="110" y="0"/>
                    <a:pt x="192" y="41"/>
                    <a:pt x="216" y="125"/>
                  </a:cubicBezTo>
                  <a:cubicBezTo>
                    <a:pt x="225" y="155"/>
                    <a:pt x="230" y="184"/>
                    <a:pt x="235" y="212"/>
                  </a:cubicBezTo>
                  <a:cubicBezTo>
                    <a:pt x="244" y="260"/>
                    <a:pt x="253" y="306"/>
                    <a:pt x="276" y="343"/>
                  </a:cubicBezTo>
                  <a:cubicBezTo>
                    <a:pt x="288" y="363"/>
                    <a:pt x="291" y="381"/>
                    <a:pt x="284" y="397"/>
                  </a:cubicBezTo>
                  <a:cubicBezTo>
                    <a:pt x="272" y="425"/>
                    <a:pt x="229" y="447"/>
                    <a:pt x="158" y="461"/>
                  </a:cubicBezTo>
                  <a:cubicBezTo>
                    <a:pt x="148" y="463"/>
                    <a:pt x="138" y="464"/>
                    <a:pt x="128" y="464"/>
                  </a:cubicBezTo>
                  <a:close/>
                  <a:moveTo>
                    <a:pt x="81" y="12"/>
                  </a:moveTo>
                  <a:cubicBezTo>
                    <a:pt x="76" y="12"/>
                    <a:pt x="72" y="13"/>
                    <a:pt x="67" y="14"/>
                  </a:cubicBezTo>
                  <a:cubicBezTo>
                    <a:pt x="26" y="23"/>
                    <a:pt x="9" y="206"/>
                    <a:pt x="6" y="302"/>
                  </a:cubicBezTo>
                  <a:cubicBezTo>
                    <a:pt x="4" y="356"/>
                    <a:pt x="22" y="406"/>
                    <a:pt x="55" y="433"/>
                  </a:cubicBezTo>
                  <a:cubicBezTo>
                    <a:pt x="82" y="457"/>
                    <a:pt x="117" y="465"/>
                    <a:pt x="157" y="457"/>
                  </a:cubicBezTo>
                  <a:cubicBezTo>
                    <a:pt x="227" y="443"/>
                    <a:pt x="269" y="422"/>
                    <a:pt x="280" y="396"/>
                  </a:cubicBezTo>
                  <a:cubicBezTo>
                    <a:pt x="287" y="381"/>
                    <a:pt x="284" y="364"/>
                    <a:pt x="272" y="346"/>
                  </a:cubicBezTo>
                  <a:cubicBezTo>
                    <a:pt x="249" y="308"/>
                    <a:pt x="240" y="261"/>
                    <a:pt x="231" y="212"/>
                  </a:cubicBezTo>
                  <a:cubicBezTo>
                    <a:pt x="226" y="185"/>
                    <a:pt x="221" y="156"/>
                    <a:pt x="212" y="126"/>
                  </a:cubicBezTo>
                  <a:cubicBezTo>
                    <a:pt x="191" y="52"/>
                    <a:pt x="124" y="12"/>
                    <a:pt x="8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12063" y="3835401"/>
              <a:ext cx="300038" cy="193675"/>
            </a:xfrm>
            <a:custGeom>
              <a:rect b="b" l="l" r="r" t="t"/>
              <a:pathLst>
                <a:path extrusionOk="0" h="192" w="299">
                  <a:moveTo>
                    <a:pt x="202" y="185"/>
                  </a:moveTo>
                  <a:cubicBezTo>
                    <a:pt x="178" y="185"/>
                    <a:pt x="156" y="174"/>
                    <a:pt x="135" y="164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03" y="147"/>
                    <a:pt x="42" y="117"/>
                    <a:pt x="21" y="96"/>
                  </a:cubicBezTo>
                  <a:cubicBezTo>
                    <a:pt x="1" y="76"/>
                    <a:pt x="0" y="52"/>
                    <a:pt x="18" y="24"/>
                  </a:cubicBezTo>
                  <a:cubicBezTo>
                    <a:pt x="35" y="0"/>
                    <a:pt x="80" y="24"/>
                    <a:pt x="120" y="46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8" y="50"/>
                    <a:pt x="133" y="52"/>
                    <a:pt x="137" y="54"/>
                  </a:cubicBezTo>
                  <a:cubicBezTo>
                    <a:pt x="169" y="72"/>
                    <a:pt x="192" y="84"/>
                    <a:pt x="213" y="84"/>
                  </a:cubicBezTo>
                  <a:cubicBezTo>
                    <a:pt x="217" y="84"/>
                    <a:pt x="222" y="84"/>
                    <a:pt x="227" y="84"/>
                  </a:cubicBezTo>
                  <a:cubicBezTo>
                    <a:pt x="249" y="82"/>
                    <a:pt x="273" y="81"/>
                    <a:pt x="291" y="101"/>
                  </a:cubicBezTo>
                  <a:cubicBezTo>
                    <a:pt x="297" y="107"/>
                    <a:pt x="299" y="115"/>
                    <a:pt x="298" y="122"/>
                  </a:cubicBezTo>
                  <a:cubicBezTo>
                    <a:pt x="295" y="139"/>
                    <a:pt x="275" y="156"/>
                    <a:pt x="240" y="175"/>
                  </a:cubicBezTo>
                  <a:cubicBezTo>
                    <a:pt x="227" y="182"/>
                    <a:pt x="214" y="185"/>
                    <a:pt x="202" y="185"/>
                  </a:cubicBezTo>
                  <a:close/>
                  <a:moveTo>
                    <a:pt x="40" y="18"/>
                  </a:moveTo>
                  <a:cubicBezTo>
                    <a:pt x="32" y="18"/>
                    <a:pt x="26" y="21"/>
                    <a:pt x="22" y="27"/>
                  </a:cubicBezTo>
                  <a:cubicBezTo>
                    <a:pt x="4" y="52"/>
                    <a:pt x="5" y="74"/>
                    <a:pt x="24" y="93"/>
                  </a:cubicBezTo>
                  <a:cubicBezTo>
                    <a:pt x="45" y="114"/>
                    <a:pt x="105" y="144"/>
                    <a:pt x="134" y="158"/>
                  </a:cubicBezTo>
                  <a:cubicBezTo>
                    <a:pt x="137" y="160"/>
                    <a:pt x="137" y="160"/>
                    <a:pt x="137" y="160"/>
                  </a:cubicBezTo>
                  <a:cubicBezTo>
                    <a:pt x="168" y="175"/>
                    <a:pt x="201" y="192"/>
                    <a:pt x="238" y="172"/>
                  </a:cubicBezTo>
                  <a:cubicBezTo>
                    <a:pt x="272" y="154"/>
                    <a:pt x="291" y="136"/>
                    <a:pt x="293" y="122"/>
                  </a:cubicBezTo>
                  <a:cubicBezTo>
                    <a:pt x="295" y="115"/>
                    <a:pt x="293" y="109"/>
                    <a:pt x="288" y="104"/>
                  </a:cubicBezTo>
                  <a:cubicBezTo>
                    <a:pt x="271" y="85"/>
                    <a:pt x="248" y="87"/>
                    <a:pt x="227" y="88"/>
                  </a:cubicBezTo>
                  <a:cubicBezTo>
                    <a:pt x="222" y="88"/>
                    <a:pt x="217" y="88"/>
                    <a:pt x="213" y="88"/>
                  </a:cubicBezTo>
                  <a:cubicBezTo>
                    <a:pt x="191" y="88"/>
                    <a:pt x="167" y="76"/>
                    <a:pt x="135" y="58"/>
                  </a:cubicBezTo>
                  <a:cubicBezTo>
                    <a:pt x="131" y="56"/>
                    <a:pt x="126" y="54"/>
                    <a:pt x="122" y="51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92" y="35"/>
                    <a:pt x="60" y="18"/>
                    <a:pt x="40" y="1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910300" y="783750"/>
            <a:ext cx="5303700" cy="16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000">
                <a:latin typeface="Zen Dots"/>
                <a:ea typeface="Zen Dots"/>
                <a:cs typeface="Zen Dots"/>
                <a:sym typeface="Zen Dot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10300" y="2383974"/>
            <a:ext cx="5303700" cy="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20" name="Google Shape;20;p2"/>
          <p:cNvGrpSpPr/>
          <p:nvPr/>
        </p:nvGrpSpPr>
        <p:grpSpPr>
          <a:xfrm rot="-3015231">
            <a:off x="6712116" y="-1100429"/>
            <a:ext cx="4029586" cy="3821119"/>
            <a:chOff x="6461966" y="2307173"/>
            <a:chExt cx="4411002" cy="4182802"/>
          </a:xfrm>
        </p:grpSpPr>
        <p:sp>
          <p:nvSpPr>
            <p:cNvPr id="21" name="Google Shape;21;p2"/>
            <p:cNvSpPr/>
            <p:nvPr/>
          </p:nvSpPr>
          <p:spPr>
            <a:xfrm>
              <a:off x="6461966" y="2307173"/>
              <a:ext cx="4411002" cy="4182802"/>
            </a:xfrm>
            <a:custGeom>
              <a:rect b="b" l="l" r="r" t="t"/>
              <a:pathLst>
                <a:path extrusionOk="0" h="2383" w="2514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617812" y="2513113"/>
              <a:ext cx="4026950" cy="3628985"/>
            </a:xfrm>
            <a:custGeom>
              <a:rect b="b" l="l" r="r" t="t"/>
              <a:pathLst>
                <a:path extrusionOk="0" h="2067" w="2295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19866" y="2766363"/>
              <a:ext cx="918379" cy="904464"/>
            </a:xfrm>
            <a:custGeom>
              <a:rect b="b" l="l" r="r" t="t"/>
              <a:pathLst>
                <a:path extrusionOk="0" h="514" w="524">
                  <a:moveTo>
                    <a:pt x="233" y="514"/>
                  </a:moveTo>
                  <a:cubicBezTo>
                    <a:pt x="222" y="514"/>
                    <a:pt x="211" y="513"/>
                    <a:pt x="201" y="513"/>
                  </a:cubicBezTo>
                  <a:cubicBezTo>
                    <a:pt x="118" y="507"/>
                    <a:pt x="56" y="417"/>
                    <a:pt x="22" y="252"/>
                  </a:cubicBezTo>
                  <a:cubicBezTo>
                    <a:pt x="0" y="147"/>
                    <a:pt x="68" y="52"/>
                    <a:pt x="182" y="25"/>
                  </a:cubicBezTo>
                  <a:cubicBezTo>
                    <a:pt x="291" y="0"/>
                    <a:pt x="363" y="57"/>
                    <a:pt x="391" y="115"/>
                  </a:cubicBezTo>
                  <a:cubicBezTo>
                    <a:pt x="391" y="115"/>
                    <a:pt x="391" y="115"/>
                    <a:pt x="391" y="115"/>
                  </a:cubicBezTo>
                  <a:cubicBezTo>
                    <a:pt x="399" y="129"/>
                    <a:pt x="413" y="147"/>
                    <a:pt x="429" y="168"/>
                  </a:cubicBezTo>
                  <a:cubicBezTo>
                    <a:pt x="469" y="220"/>
                    <a:pt x="524" y="291"/>
                    <a:pt x="524" y="374"/>
                  </a:cubicBezTo>
                  <a:cubicBezTo>
                    <a:pt x="524" y="400"/>
                    <a:pt x="514" y="423"/>
                    <a:pt x="493" y="443"/>
                  </a:cubicBezTo>
                  <a:cubicBezTo>
                    <a:pt x="435" y="496"/>
                    <a:pt x="315" y="514"/>
                    <a:pt x="233" y="514"/>
                  </a:cubicBezTo>
                  <a:close/>
                  <a:moveTo>
                    <a:pt x="233" y="23"/>
                  </a:moveTo>
                  <a:cubicBezTo>
                    <a:pt x="217" y="23"/>
                    <a:pt x="201" y="25"/>
                    <a:pt x="183" y="29"/>
                  </a:cubicBezTo>
                  <a:cubicBezTo>
                    <a:pt x="71" y="55"/>
                    <a:pt x="5" y="149"/>
                    <a:pt x="26" y="252"/>
                  </a:cubicBezTo>
                  <a:cubicBezTo>
                    <a:pt x="49" y="365"/>
                    <a:pt x="99" y="501"/>
                    <a:pt x="201" y="508"/>
                  </a:cubicBezTo>
                  <a:cubicBezTo>
                    <a:pt x="279" y="514"/>
                    <a:pt x="425" y="500"/>
                    <a:pt x="490" y="439"/>
                  </a:cubicBezTo>
                  <a:cubicBezTo>
                    <a:pt x="510" y="421"/>
                    <a:pt x="520" y="398"/>
                    <a:pt x="520" y="374"/>
                  </a:cubicBezTo>
                  <a:cubicBezTo>
                    <a:pt x="520" y="293"/>
                    <a:pt x="465" y="222"/>
                    <a:pt x="425" y="171"/>
                  </a:cubicBezTo>
                  <a:cubicBezTo>
                    <a:pt x="409" y="150"/>
                    <a:pt x="395" y="131"/>
                    <a:pt x="388" y="116"/>
                  </a:cubicBezTo>
                  <a:cubicBezTo>
                    <a:pt x="388" y="116"/>
                    <a:pt x="388" y="116"/>
                    <a:pt x="388" y="116"/>
                  </a:cubicBezTo>
                  <a:cubicBezTo>
                    <a:pt x="364" y="70"/>
                    <a:pt x="312" y="23"/>
                    <a:pt x="233" y="2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836751" y="3320172"/>
              <a:ext cx="2504669" cy="2526931"/>
            </a:xfrm>
            <a:custGeom>
              <a:rect b="b" l="l" r="r" t="t"/>
              <a:pathLst>
                <a:path extrusionOk="0" h="1439" w="1428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03542" y="2930557"/>
              <a:ext cx="481454" cy="431360"/>
            </a:xfrm>
            <a:custGeom>
              <a:rect b="b" l="l" r="r" t="t"/>
              <a:pathLst>
                <a:path extrusionOk="0" h="246" w="275">
                  <a:moveTo>
                    <a:pt x="129" y="246"/>
                  </a:moveTo>
                  <a:cubicBezTo>
                    <a:pt x="110" y="246"/>
                    <a:pt x="92" y="243"/>
                    <a:pt x="77" y="239"/>
                  </a:cubicBezTo>
                  <a:cubicBezTo>
                    <a:pt x="49" y="231"/>
                    <a:pt x="30" y="218"/>
                    <a:pt x="21" y="202"/>
                  </a:cubicBezTo>
                  <a:cubicBezTo>
                    <a:pt x="1" y="160"/>
                    <a:pt x="0" y="82"/>
                    <a:pt x="85" y="40"/>
                  </a:cubicBezTo>
                  <a:cubicBezTo>
                    <a:pt x="166" y="0"/>
                    <a:pt x="197" y="53"/>
                    <a:pt x="222" y="97"/>
                  </a:cubicBezTo>
                  <a:cubicBezTo>
                    <a:pt x="224" y="100"/>
                    <a:pt x="224" y="100"/>
                    <a:pt x="224" y="100"/>
                  </a:cubicBezTo>
                  <a:cubicBezTo>
                    <a:pt x="249" y="142"/>
                    <a:pt x="275" y="186"/>
                    <a:pt x="213" y="225"/>
                  </a:cubicBezTo>
                  <a:cubicBezTo>
                    <a:pt x="188" y="240"/>
                    <a:pt x="158" y="246"/>
                    <a:pt x="129" y="246"/>
                  </a:cubicBezTo>
                  <a:close/>
                  <a:moveTo>
                    <a:pt x="137" y="30"/>
                  </a:moveTo>
                  <a:cubicBezTo>
                    <a:pt x="123" y="30"/>
                    <a:pt x="107" y="34"/>
                    <a:pt x="87" y="44"/>
                  </a:cubicBezTo>
                  <a:cubicBezTo>
                    <a:pt x="5" y="85"/>
                    <a:pt x="5" y="160"/>
                    <a:pt x="25" y="200"/>
                  </a:cubicBezTo>
                  <a:cubicBezTo>
                    <a:pt x="33" y="215"/>
                    <a:pt x="52" y="228"/>
                    <a:pt x="78" y="235"/>
                  </a:cubicBezTo>
                  <a:cubicBezTo>
                    <a:pt x="116" y="246"/>
                    <a:pt x="171" y="245"/>
                    <a:pt x="210" y="221"/>
                  </a:cubicBezTo>
                  <a:cubicBezTo>
                    <a:pt x="269" y="184"/>
                    <a:pt x="246" y="144"/>
                    <a:pt x="221" y="102"/>
                  </a:cubicBezTo>
                  <a:cubicBezTo>
                    <a:pt x="219" y="99"/>
                    <a:pt x="219" y="99"/>
                    <a:pt x="219" y="99"/>
                  </a:cubicBezTo>
                  <a:cubicBezTo>
                    <a:pt x="200" y="66"/>
                    <a:pt x="179" y="30"/>
                    <a:pt x="137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48817" y="3601253"/>
              <a:ext cx="1655866" cy="1438795"/>
            </a:xfrm>
            <a:custGeom>
              <a:rect b="b" l="l" r="r" t="t"/>
              <a:pathLst>
                <a:path extrusionOk="0" h="819" w="943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295941" y="5126318"/>
              <a:ext cx="704091" cy="528763"/>
            </a:xfrm>
            <a:custGeom>
              <a:rect b="b" l="l" r="r" t="t"/>
              <a:pathLst>
                <a:path extrusionOk="0" h="302" w="401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577020" y="4063225"/>
              <a:ext cx="1127100" cy="704090"/>
            </a:xfrm>
            <a:custGeom>
              <a:rect b="b" l="l" r="r" t="t"/>
              <a:pathLst>
                <a:path extrusionOk="0" h="401" w="643">
                  <a:moveTo>
                    <a:pt x="308" y="393"/>
                  </a:moveTo>
                  <a:cubicBezTo>
                    <a:pt x="234" y="393"/>
                    <a:pt x="125" y="338"/>
                    <a:pt x="63" y="302"/>
                  </a:cubicBezTo>
                  <a:cubicBezTo>
                    <a:pt x="8" y="271"/>
                    <a:pt x="0" y="169"/>
                    <a:pt x="32" y="111"/>
                  </a:cubicBezTo>
                  <a:cubicBezTo>
                    <a:pt x="64" y="55"/>
                    <a:pt x="137" y="67"/>
                    <a:pt x="186" y="75"/>
                  </a:cubicBezTo>
                  <a:cubicBezTo>
                    <a:pt x="190" y="76"/>
                    <a:pt x="193" y="76"/>
                    <a:pt x="197" y="77"/>
                  </a:cubicBezTo>
                  <a:cubicBezTo>
                    <a:pt x="242" y="84"/>
                    <a:pt x="338" y="75"/>
                    <a:pt x="395" y="40"/>
                  </a:cubicBezTo>
                  <a:cubicBezTo>
                    <a:pt x="462" y="0"/>
                    <a:pt x="558" y="101"/>
                    <a:pt x="586" y="133"/>
                  </a:cubicBezTo>
                  <a:cubicBezTo>
                    <a:pt x="643" y="199"/>
                    <a:pt x="612" y="259"/>
                    <a:pt x="579" y="305"/>
                  </a:cubicBezTo>
                  <a:cubicBezTo>
                    <a:pt x="543" y="354"/>
                    <a:pt x="444" y="371"/>
                    <a:pt x="365" y="385"/>
                  </a:cubicBezTo>
                  <a:cubicBezTo>
                    <a:pt x="352" y="387"/>
                    <a:pt x="341" y="389"/>
                    <a:pt x="330" y="391"/>
                  </a:cubicBezTo>
                  <a:cubicBezTo>
                    <a:pt x="323" y="392"/>
                    <a:pt x="316" y="393"/>
                    <a:pt x="308" y="393"/>
                  </a:cubicBezTo>
                  <a:close/>
                  <a:moveTo>
                    <a:pt x="121" y="72"/>
                  </a:moveTo>
                  <a:cubicBezTo>
                    <a:pt x="87" y="72"/>
                    <a:pt x="54" y="81"/>
                    <a:pt x="36" y="113"/>
                  </a:cubicBezTo>
                  <a:cubicBezTo>
                    <a:pt x="5" y="169"/>
                    <a:pt x="13" y="269"/>
                    <a:pt x="65" y="299"/>
                  </a:cubicBezTo>
                  <a:cubicBezTo>
                    <a:pt x="133" y="337"/>
                    <a:pt x="258" y="401"/>
                    <a:pt x="329" y="387"/>
                  </a:cubicBezTo>
                  <a:cubicBezTo>
                    <a:pt x="340" y="385"/>
                    <a:pt x="352" y="383"/>
                    <a:pt x="364" y="381"/>
                  </a:cubicBezTo>
                  <a:cubicBezTo>
                    <a:pt x="439" y="368"/>
                    <a:pt x="541" y="350"/>
                    <a:pt x="575" y="303"/>
                  </a:cubicBezTo>
                  <a:cubicBezTo>
                    <a:pt x="624" y="236"/>
                    <a:pt x="627" y="186"/>
                    <a:pt x="583" y="136"/>
                  </a:cubicBezTo>
                  <a:cubicBezTo>
                    <a:pt x="555" y="104"/>
                    <a:pt x="461" y="5"/>
                    <a:pt x="397" y="44"/>
                  </a:cubicBezTo>
                  <a:cubicBezTo>
                    <a:pt x="339" y="79"/>
                    <a:pt x="242" y="88"/>
                    <a:pt x="196" y="81"/>
                  </a:cubicBezTo>
                  <a:cubicBezTo>
                    <a:pt x="193" y="80"/>
                    <a:pt x="189" y="80"/>
                    <a:pt x="185" y="79"/>
                  </a:cubicBezTo>
                  <a:cubicBezTo>
                    <a:pt x="166" y="76"/>
                    <a:pt x="144" y="72"/>
                    <a:pt x="121" y="7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" name="Google Shape;2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80986">
            <a:off x="-605502" y="3800074"/>
            <a:ext cx="2182075" cy="206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854000">
            <a:off x="8396055" y="132723"/>
            <a:ext cx="1133136" cy="13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1591" y="4067550"/>
            <a:ext cx="1326751" cy="124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2"/>
          <p:cNvGrpSpPr/>
          <p:nvPr/>
        </p:nvGrpSpPr>
        <p:grpSpPr>
          <a:xfrm>
            <a:off x="4323900" y="2323828"/>
            <a:ext cx="9449768" cy="4560356"/>
            <a:chOff x="0" y="2771776"/>
            <a:chExt cx="5156200" cy="3062286"/>
          </a:xfrm>
        </p:grpSpPr>
        <p:sp>
          <p:nvSpPr>
            <p:cNvPr id="33" name="Google Shape;33;p2"/>
            <p:cNvSpPr/>
            <p:nvPr/>
          </p:nvSpPr>
          <p:spPr>
            <a:xfrm>
              <a:off x="1962150" y="3011488"/>
              <a:ext cx="2797178" cy="2262189"/>
            </a:xfrm>
            <a:custGeom>
              <a:rect b="b" l="l" r="r" t="t"/>
              <a:pathLst>
                <a:path extrusionOk="0" h="2258" w="2794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160588" y="3625851"/>
              <a:ext cx="111125" cy="190500"/>
            </a:xfrm>
            <a:custGeom>
              <a:rect b="b" l="l" r="r" t="t"/>
              <a:pathLst>
                <a:path extrusionOk="0" h="191" w="111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101850" y="3700463"/>
              <a:ext cx="69850" cy="96838"/>
            </a:xfrm>
            <a:custGeom>
              <a:rect b="b" l="l" r="r" t="t"/>
              <a:pathLst>
                <a:path extrusionOk="0" h="98" w="7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924050" y="3424238"/>
              <a:ext cx="144463" cy="90488"/>
            </a:xfrm>
            <a:custGeom>
              <a:rect b="b" l="l" r="r" t="t"/>
              <a:pathLst>
                <a:path extrusionOk="0" h="91" w="145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24238" y="4486276"/>
              <a:ext cx="38100" cy="53975"/>
            </a:xfrm>
            <a:custGeom>
              <a:rect b="b" l="l" r="r" t="t"/>
              <a:pathLst>
                <a:path extrusionOk="0" h="54" w="37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665538" y="4548188"/>
              <a:ext cx="200025" cy="190500"/>
            </a:xfrm>
            <a:custGeom>
              <a:rect b="b" l="l" r="r" t="t"/>
              <a:pathLst>
                <a:path extrusionOk="0" h="191" w="20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856038" y="4725988"/>
              <a:ext cx="165100" cy="50800"/>
            </a:xfrm>
            <a:custGeom>
              <a:rect b="b" l="l" r="r" t="t"/>
              <a:pathLst>
                <a:path extrusionOk="0" h="52" w="165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878263" y="4530726"/>
              <a:ext cx="171450" cy="168275"/>
            </a:xfrm>
            <a:custGeom>
              <a:rect b="b" l="l" r="r" t="t"/>
              <a:pathLst>
                <a:path extrusionOk="0" h="169" w="171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4950" y="4600576"/>
              <a:ext cx="96838" cy="133350"/>
            </a:xfrm>
            <a:custGeom>
              <a:rect b="b" l="l" r="r" t="t"/>
              <a:pathLst>
                <a:path extrusionOk="0" h="133" w="96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024313" y="4760913"/>
              <a:ext cx="57150" cy="22225"/>
            </a:xfrm>
            <a:custGeom>
              <a:rect b="b" l="l" r="r" t="t"/>
              <a:pathLst>
                <a:path extrusionOk="0" h="22" w="57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071938" y="4783138"/>
              <a:ext cx="39688" cy="25400"/>
            </a:xfrm>
            <a:custGeom>
              <a:rect b="b" l="l" r="r" t="t"/>
              <a:pathLst>
                <a:path extrusionOk="0" h="26" w="39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141788" y="4770438"/>
              <a:ext cx="57150" cy="44450"/>
            </a:xfrm>
            <a:custGeom>
              <a:rect b="b" l="l" r="r" t="t"/>
              <a:pathLst>
                <a:path extrusionOk="0" h="45" w="57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2113" y="4643438"/>
              <a:ext cx="393700" cy="173038"/>
            </a:xfrm>
            <a:custGeom>
              <a:rect b="b" l="l" r="r" t="t"/>
              <a:pathLst>
                <a:path extrusionOk="0" h="173" w="392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078288" y="4764088"/>
              <a:ext cx="79375" cy="19050"/>
            </a:xfrm>
            <a:custGeom>
              <a:rect b="b" l="l" r="r" t="t"/>
              <a:pathLst>
                <a:path extrusionOk="0" h="18" w="79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162425" y="4684713"/>
              <a:ext cx="17463" cy="14288"/>
            </a:xfrm>
            <a:custGeom>
              <a:rect b="b" l="l" r="r" t="t"/>
              <a:pathLst>
                <a:path extrusionOk="0" h="14" w="18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4191000" y="4681538"/>
              <a:ext cx="53975" cy="19050"/>
            </a:xfrm>
            <a:custGeom>
              <a:rect b="b" l="l" r="r" t="t"/>
              <a:pathLst>
                <a:path extrusionOk="0" h="19" w="53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159250" y="4595813"/>
              <a:ext cx="38100" cy="65088"/>
            </a:xfrm>
            <a:custGeom>
              <a:rect b="b" l="l" r="r" t="t"/>
              <a:pathLst>
                <a:path extrusionOk="0" h="66" w="37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281488" y="4719638"/>
              <a:ext cx="31750" cy="36513"/>
            </a:xfrm>
            <a:custGeom>
              <a:rect b="b" l="l" r="r" t="t"/>
              <a:pathLst>
                <a:path extrusionOk="0" h="36" w="32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246563" y="4738688"/>
              <a:ext cx="26988" cy="31750"/>
            </a:xfrm>
            <a:custGeom>
              <a:rect b="b" l="l" r="r" t="t"/>
              <a:pathLst>
                <a:path extrusionOk="0" h="31" w="27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021138" y="4803776"/>
              <a:ext cx="687388" cy="560388"/>
            </a:xfrm>
            <a:custGeom>
              <a:rect b="b" l="l" r="r" t="t"/>
              <a:pathLst>
                <a:path extrusionOk="0" h="560" w="688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619625" y="5403851"/>
              <a:ext cx="76200" cy="77788"/>
            </a:xfrm>
            <a:custGeom>
              <a:rect b="b" l="l" r="r" t="t"/>
              <a:pathLst>
                <a:path extrusionOk="0" h="77" w="76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094163" y="4102101"/>
              <a:ext cx="49213" cy="57150"/>
            </a:xfrm>
            <a:custGeom>
              <a:rect b="b" l="l" r="r" t="t"/>
              <a:pathLst>
                <a:path extrusionOk="0" h="57" w="49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108450" y="3983038"/>
              <a:ext cx="149225" cy="142875"/>
            </a:xfrm>
            <a:custGeom>
              <a:rect b="b" l="l" r="r" t="t"/>
              <a:pathLst>
                <a:path extrusionOk="0" h="144" w="149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197350" y="3900488"/>
              <a:ext cx="87313" cy="74613"/>
            </a:xfrm>
            <a:custGeom>
              <a:rect b="b" l="l" r="r" t="t"/>
              <a:pathLst>
                <a:path extrusionOk="0" h="74" w="87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183063" y="3716338"/>
              <a:ext cx="63500" cy="174625"/>
            </a:xfrm>
            <a:custGeom>
              <a:rect b="b" l="l" r="r" t="t"/>
              <a:pathLst>
                <a:path extrusionOk="0" h="174" w="63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319588" y="3883026"/>
              <a:ext cx="22225" cy="19050"/>
            </a:xfrm>
            <a:custGeom>
              <a:rect b="b" l="l" r="r" t="t"/>
              <a:pathLst>
                <a:path extrusionOk="0" h="19" w="22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291013" y="3892551"/>
              <a:ext cx="28575" cy="26988"/>
            </a:xfrm>
            <a:custGeom>
              <a:rect b="b" l="l" r="r" t="t"/>
              <a:pathLst>
                <a:path extrusionOk="0" h="28" w="28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132263" y="4097338"/>
              <a:ext cx="34925" cy="39688"/>
            </a:xfrm>
            <a:custGeom>
              <a:rect b="b" l="l" r="r" t="t"/>
              <a:pathLst>
                <a:path extrusionOk="0" h="39" w="35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986213" y="4237038"/>
              <a:ext cx="31750" cy="60325"/>
            </a:xfrm>
            <a:custGeom>
              <a:rect b="b" l="l" r="r" t="t"/>
              <a:pathLst>
                <a:path extrusionOk="0" h="60" w="31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833813" y="4316413"/>
              <a:ext cx="34925" cy="44450"/>
            </a:xfrm>
            <a:custGeom>
              <a:rect b="b" l="l" r="r" t="t"/>
              <a:pathLst>
                <a:path extrusionOk="0" h="45" w="36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513263" y="4676776"/>
              <a:ext cx="77788" cy="69850"/>
            </a:xfrm>
            <a:custGeom>
              <a:rect b="b" l="l" r="r" t="t"/>
              <a:pathLst>
                <a:path extrusionOk="0" h="69" w="77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903538" y="4829176"/>
              <a:ext cx="106363" cy="254000"/>
            </a:xfrm>
            <a:custGeom>
              <a:rect b="b" l="l" r="r" t="t"/>
              <a:pathLst>
                <a:path extrusionOk="0" h="253" w="106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903538" y="3051176"/>
              <a:ext cx="215900" cy="244475"/>
            </a:xfrm>
            <a:custGeom>
              <a:rect b="b" l="l" r="r" t="t"/>
              <a:pathLst>
                <a:path extrusionOk="0" h="245" w="215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065588" y="4494213"/>
              <a:ext cx="74613" cy="63500"/>
            </a:xfrm>
            <a:custGeom>
              <a:rect b="b" l="l" r="r" t="t"/>
              <a:pathLst>
                <a:path extrusionOk="0" h="63" w="74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000500" y="4348163"/>
              <a:ext cx="47625" cy="87313"/>
            </a:xfrm>
            <a:custGeom>
              <a:rect b="b" l="l" r="r" t="t"/>
              <a:pathLst>
                <a:path extrusionOk="0" h="88" w="47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048125" y="4421188"/>
              <a:ext cx="69850" cy="84138"/>
            </a:xfrm>
            <a:custGeom>
              <a:rect b="b" l="l" r="r" t="t"/>
              <a:pathLst>
                <a:path extrusionOk="0" h="83" w="7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019550" y="4427538"/>
              <a:ext cx="25400" cy="31750"/>
            </a:xfrm>
            <a:custGeom>
              <a:rect b="b" l="l" r="r" t="t"/>
              <a:pathLst>
                <a:path extrusionOk="0" h="32" w="26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979863" y="4452938"/>
              <a:ext cx="39688" cy="55563"/>
            </a:xfrm>
            <a:custGeom>
              <a:rect b="b" l="l" r="r" t="t"/>
              <a:pathLst>
                <a:path extrusionOk="0" h="56" w="39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0" y="3252788"/>
              <a:ext cx="1682748" cy="2581274"/>
            </a:xfrm>
            <a:custGeom>
              <a:rect b="b" l="l" r="r" t="t"/>
              <a:pathLst>
                <a:path extrusionOk="0" h="2578" w="1681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341438" y="2771776"/>
              <a:ext cx="746125" cy="828675"/>
            </a:xfrm>
            <a:custGeom>
              <a:rect b="b" l="l" r="r" t="t"/>
              <a:pathLst>
                <a:path extrusionOk="0" h="827" w="745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5035550" y="5357813"/>
              <a:ext cx="120650" cy="219075"/>
            </a:xfrm>
            <a:custGeom>
              <a:rect b="b" l="l" r="r" t="t"/>
              <a:pathLst>
                <a:path extrusionOk="0" h="219" w="12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3"/>
          <p:cNvGrpSpPr/>
          <p:nvPr/>
        </p:nvGrpSpPr>
        <p:grpSpPr>
          <a:xfrm>
            <a:off x="-1973686" y="-1548648"/>
            <a:ext cx="13341266" cy="7106286"/>
            <a:chOff x="-1973686" y="-1548648"/>
            <a:chExt cx="13341266" cy="7106286"/>
          </a:xfrm>
        </p:grpSpPr>
        <p:grpSp>
          <p:nvGrpSpPr>
            <p:cNvPr id="77" name="Google Shape;77;p3"/>
            <p:cNvGrpSpPr/>
            <p:nvPr/>
          </p:nvGrpSpPr>
          <p:grpSpPr>
            <a:xfrm>
              <a:off x="6178889" y="-1548648"/>
              <a:ext cx="5188691" cy="5123431"/>
              <a:chOff x="6178889" y="-1548648"/>
              <a:chExt cx="5188691" cy="5123431"/>
            </a:xfrm>
          </p:grpSpPr>
          <p:sp>
            <p:nvSpPr>
              <p:cNvPr id="78" name="Google Shape;78;p3"/>
              <p:cNvSpPr/>
              <p:nvPr/>
            </p:nvSpPr>
            <p:spPr>
              <a:xfrm rot="-9925725">
                <a:off x="6636308" y="-1078299"/>
                <a:ext cx="4273853" cy="4182733"/>
              </a:xfrm>
              <a:custGeom>
                <a:rect b="b" l="l" r="r" t="t"/>
                <a:pathLst>
                  <a:path extrusionOk="0" h="2183" w="2232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 rot="-9925727">
                <a:off x="7432264" y="-1098017"/>
                <a:ext cx="1205915" cy="941645"/>
              </a:xfrm>
              <a:custGeom>
                <a:rect b="b" l="l" r="r" t="t"/>
                <a:pathLst>
                  <a:path extrusionOk="0" h="491" w="631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 rot="-9925727">
                <a:off x="8267886" y="-121557"/>
                <a:ext cx="2208309" cy="3095282"/>
              </a:xfrm>
              <a:custGeom>
                <a:rect b="b" l="l" r="r" t="t"/>
                <a:pathLst>
                  <a:path extrusionOk="0" h="1615" w="1154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 rot="-9925727">
                <a:off x="8701957" y="322625"/>
                <a:ext cx="1454996" cy="2296400"/>
              </a:xfrm>
              <a:custGeom>
                <a:rect b="b" l="l" r="r" t="t"/>
                <a:pathLst>
                  <a:path extrusionOk="0" h="1199" w="759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-7084128">
              <a:off x="-1344207" y="2395611"/>
              <a:ext cx="2394620" cy="2863647"/>
              <a:chOff x="7719866" y="2766363"/>
              <a:chExt cx="2621554" cy="313503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7719866" y="2766363"/>
                <a:ext cx="918379" cy="904464"/>
              </a:xfrm>
              <a:custGeom>
                <a:rect b="b" l="l" r="r" t="t"/>
                <a:pathLst>
                  <a:path extrusionOk="0" h="514" w="524">
                    <a:moveTo>
                      <a:pt x="233" y="514"/>
                    </a:moveTo>
                    <a:cubicBezTo>
                      <a:pt x="222" y="514"/>
                      <a:pt x="211" y="513"/>
                      <a:pt x="201" y="513"/>
                    </a:cubicBezTo>
                    <a:cubicBezTo>
                      <a:pt x="118" y="507"/>
                      <a:pt x="56" y="417"/>
                      <a:pt x="22" y="252"/>
                    </a:cubicBezTo>
                    <a:cubicBezTo>
                      <a:pt x="0" y="147"/>
                      <a:pt x="68" y="52"/>
                      <a:pt x="182" y="25"/>
                    </a:cubicBezTo>
                    <a:cubicBezTo>
                      <a:pt x="291" y="0"/>
                      <a:pt x="363" y="57"/>
                      <a:pt x="391" y="115"/>
                    </a:cubicBezTo>
                    <a:cubicBezTo>
                      <a:pt x="391" y="115"/>
                      <a:pt x="391" y="115"/>
                      <a:pt x="391" y="115"/>
                    </a:cubicBezTo>
                    <a:cubicBezTo>
                      <a:pt x="399" y="129"/>
                      <a:pt x="413" y="147"/>
                      <a:pt x="429" y="168"/>
                    </a:cubicBezTo>
                    <a:cubicBezTo>
                      <a:pt x="469" y="220"/>
                      <a:pt x="524" y="291"/>
                      <a:pt x="524" y="374"/>
                    </a:cubicBezTo>
                    <a:cubicBezTo>
                      <a:pt x="524" y="400"/>
                      <a:pt x="514" y="423"/>
                      <a:pt x="493" y="443"/>
                    </a:cubicBezTo>
                    <a:cubicBezTo>
                      <a:pt x="435" y="496"/>
                      <a:pt x="315" y="514"/>
                      <a:pt x="233" y="514"/>
                    </a:cubicBezTo>
                    <a:close/>
                    <a:moveTo>
                      <a:pt x="233" y="23"/>
                    </a:moveTo>
                    <a:cubicBezTo>
                      <a:pt x="217" y="23"/>
                      <a:pt x="201" y="25"/>
                      <a:pt x="183" y="29"/>
                    </a:cubicBezTo>
                    <a:cubicBezTo>
                      <a:pt x="71" y="55"/>
                      <a:pt x="5" y="149"/>
                      <a:pt x="26" y="252"/>
                    </a:cubicBezTo>
                    <a:cubicBezTo>
                      <a:pt x="49" y="365"/>
                      <a:pt x="99" y="501"/>
                      <a:pt x="201" y="508"/>
                    </a:cubicBezTo>
                    <a:cubicBezTo>
                      <a:pt x="279" y="514"/>
                      <a:pt x="425" y="500"/>
                      <a:pt x="490" y="439"/>
                    </a:cubicBezTo>
                    <a:cubicBezTo>
                      <a:pt x="510" y="421"/>
                      <a:pt x="520" y="398"/>
                      <a:pt x="520" y="374"/>
                    </a:cubicBezTo>
                    <a:cubicBezTo>
                      <a:pt x="520" y="293"/>
                      <a:pt x="465" y="222"/>
                      <a:pt x="425" y="171"/>
                    </a:cubicBezTo>
                    <a:cubicBezTo>
                      <a:pt x="409" y="150"/>
                      <a:pt x="395" y="131"/>
                      <a:pt x="388" y="116"/>
                    </a:cubicBezTo>
                    <a:cubicBezTo>
                      <a:pt x="388" y="116"/>
                      <a:pt x="388" y="116"/>
                      <a:pt x="388" y="116"/>
                    </a:cubicBezTo>
                    <a:cubicBezTo>
                      <a:pt x="364" y="70"/>
                      <a:pt x="312" y="23"/>
                      <a:pt x="233" y="2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7836751" y="3320172"/>
                <a:ext cx="2504669" cy="2526931"/>
              </a:xfrm>
              <a:custGeom>
                <a:rect b="b" l="l" r="r" t="t"/>
                <a:pathLst>
                  <a:path extrusionOk="0" h="1439" w="1428">
                    <a:moveTo>
                      <a:pt x="527" y="1417"/>
                    </a:moveTo>
                    <a:cubicBezTo>
                      <a:pt x="397" y="1417"/>
                      <a:pt x="261" y="1399"/>
                      <a:pt x="201" y="1375"/>
                    </a:cubicBezTo>
                    <a:cubicBezTo>
                      <a:pt x="106" y="1337"/>
                      <a:pt x="151" y="1168"/>
                      <a:pt x="184" y="1044"/>
                    </a:cubicBezTo>
                    <a:cubicBezTo>
                      <a:pt x="190" y="1021"/>
                      <a:pt x="195" y="1000"/>
                      <a:pt x="200" y="981"/>
                    </a:cubicBezTo>
                    <a:cubicBezTo>
                      <a:pt x="213" y="922"/>
                      <a:pt x="157" y="837"/>
                      <a:pt x="103" y="754"/>
                    </a:cubicBezTo>
                    <a:cubicBezTo>
                      <a:pt x="52" y="677"/>
                      <a:pt x="0" y="597"/>
                      <a:pt x="0" y="535"/>
                    </a:cubicBezTo>
                    <a:cubicBezTo>
                      <a:pt x="0" y="410"/>
                      <a:pt x="187" y="349"/>
                      <a:pt x="305" y="341"/>
                    </a:cubicBezTo>
                    <a:cubicBezTo>
                      <a:pt x="406" y="334"/>
                      <a:pt x="480" y="287"/>
                      <a:pt x="569" y="176"/>
                    </a:cubicBezTo>
                    <a:cubicBezTo>
                      <a:pt x="612" y="122"/>
                      <a:pt x="712" y="67"/>
                      <a:pt x="825" y="35"/>
                    </a:cubicBezTo>
                    <a:cubicBezTo>
                      <a:pt x="946" y="0"/>
                      <a:pt x="1047" y="2"/>
                      <a:pt x="1096" y="39"/>
                    </a:cubicBezTo>
                    <a:cubicBezTo>
                      <a:pt x="1157" y="85"/>
                      <a:pt x="1357" y="246"/>
                      <a:pt x="1348" y="362"/>
                    </a:cubicBezTo>
                    <a:cubicBezTo>
                      <a:pt x="1341" y="460"/>
                      <a:pt x="1377" y="730"/>
                      <a:pt x="1414" y="852"/>
                    </a:cubicBezTo>
                    <a:cubicBezTo>
                      <a:pt x="1428" y="897"/>
                      <a:pt x="1419" y="947"/>
                      <a:pt x="1389" y="998"/>
                    </a:cubicBezTo>
                    <a:cubicBezTo>
                      <a:pt x="1346" y="1071"/>
                      <a:pt x="1265" y="1130"/>
                      <a:pt x="1188" y="1146"/>
                    </a:cubicBezTo>
                    <a:cubicBezTo>
                      <a:pt x="1057" y="1173"/>
                      <a:pt x="894" y="1294"/>
                      <a:pt x="808" y="1364"/>
                    </a:cubicBezTo>
                    <a:cubicBezTo>
                      <a:pt x="761" y="1402"/>
                      <a:pt x="647" y="1417"/>
                      <a:pt x="527" y="1417"/>
                    </a:cubicBezTo>
                    <a:close/>
                    <a:moveTo>
                      <a:pt x="983" y="14"/>
                    </a:moveTo>
                    <a:cubicBezTo>
                      <a:pt x="843" y="14"/>
                      <a:pt x="641" y="93"/>
                      <a:pt x="572" y="178"/>
                    </a:cubicBezTo>
                    <a:cubicBezTo>
                      <a:pt x="482" y="291"/>
                      <a:pt x="407" y="338"/>
                      <a:pt x="305" y="345"/>
                    </a:cubicBezTo>
                    <a:cubicBezTo>
                      <a:pt x="189" y="353"/>
                      <a:pt x="4" y="412"/>
                      <a:pt x="4" y="535"/>
                    </a:cubicBezTo>
                    <a:cubicBezTo>
                      <a:pt x="4" y="596"/>
                      <a:pt x="56" y="675"/>
                      <a:pt x="106" y="752"/>
                    </a:cubicBezTo>
                    <a:cubicBezTo>
                      <a:pt x="163" y="839"/>
                      <a:pt x="217" y="922"/>
                      <a:pt x="204" y="982"/>
                    </a:cubicBezTo>
                    <a:cubicBezTo>
                      <a:pt x="199" y="1001"/>
                      <a:pt x="194" y="1022"/>
                      <a:pt x="188" y="1045"/>
                    </a:cubicBezTo>
                    <a:cubicBezTo>
                      <a:pt x="155" y="1167"/>
                      <a:pt x="111" y="1335"/>
                      <a:pt x="202" y="1371"/>
                    </a:cubicBezTo>
                    <a:cubicBezTo>
                      <a:pt x="317" y="1417"/>
                      <a:pt x="709" y="1439"/>
                      <a:pt x="806" y="1360"/>
                    </a:cubicBezTo>
                    <a:cubicBezTo>
                      <a:pt x="891" y="1291"/>
                      <a:pt x="1055" y="1169"/>
                      <a:pt x="1187" y="1142"/>
                    </a:cubicBezTo>
                    <a:cubicBezTo>
                      <a:pt x="1263" y="1126"/>
                      <a:pt x="1343" y="1067"/>
                      <a:pt x="1386" y="995"/>
                    </a:cubicBezTo>
                    <a:cubicBezTo>
                      <a:pt x="1406" y="961"/>
                      <a:pt x="1427" y="908"/>
                      <a:pt x="1410" y="853"/>
                    </a:cubicBezTo>
                    <a:cubicBezTo>
                      <a:pt x="1373" y="731"/>
                      <a:pt x="1337" y="460"/>
                      <a:pt x="1344" y="361"/>
                    </a:cubicBezTo>
                    <a:cubicBezTo>
                      <a:pt x="1352" y="248"/>
                      <a:pt x="1154" y="88"/>
                      <a:pt x="1094" y="42"/>
                    </a:cubicBezTo>
                    <a:cubicBezTo>
                      <a:pt x="1068" y="23"/>
                      <a:pt x="1029" y="14"/>
                      <a:pt x="983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7903542" y="2930557"/>
                <a:ext cx="481454" cy="431360"/>
              </a:xfrm>
              <a:custGeom>
                <a:rect b="b" l="l" r="r" t="t"/>
                <a:pathLst>
                  <a:path extrusionOk="0" h="246" w="275">
                    <a:moveTo>
                      <a:pt x="129" y="246"/>
                    </a:moveTo>
                    <a:cubicBezTo>
                      <a:pt x="110" y="246"/>
                      <a:pt x="92" y="243"/>
                      <a:pt x="77" y="239"/>
                    </a:cubicBezTo>
                    <a:cubicBezTo>
                      <a:pt x="49" y="231"/>
                      <a:pt x="30" y="218"/>
                      <a:pt x="21" y="202"/>
                    </a:cubicBezTo>
                    <a:cubicBezTo>
                      <a:pt x="1" y="160"/>
                      <a:pt x="0" y="82"/>
                      <a:pt x="85" y="40"/>
                    </a:cubicBezTo>
                    <a:cubicBezTo>
                      <a:pt x="166" y="0"/>
                      <a:pt x="197" y="53"/>
                      <a:pt x="222" y="97"/>
                    </a:cubicBezTo>
                    <a:cubicBezTo>
                      <a:pt x="224" y="100"/>
                      <a:pt x="224" y="100"/>
                      <a:pt x="224" y="100"/>
                    </a:cubicBezTo>
                    <a:cubicBezTo>
                      <a:pt x="249" y="142"/>
                      <a:pt x="275" y="186"/>
                      <a:pt x="213" y="225"/>
                    </a:cubicBezTo>
                    <a:cubicBezTo>
                      <a:pt x="188" y="240"/>
                      <a:pt x="158" y="246"/>
                      <a:pt x="129" y="246"/>
                    </a:cubicBezTo>
                    <a:close/>
                    <a:moveTo>
                      <a:pt x="137" y="30"/>
                    </a:moveTo>
                    <a:cubicBezTo>
                      <a:pt x="123" y="30"/>
                      <a:pt x="107" y="34"/>
                      <a:pt x="87" y="44"/>
                    </a:cubicBezTo>
                    <a:cubicBezTo>
                      <a:pt x="5" y="85"/>
                      <a:pt x="5" y="160"/>
                      <a:pt x="25" y="200"/>
                    </a:cubicBezTo>
                    <a:cubicBezTo>
                      <a:pt x="33" y="215"/>
                      <a:pt x="52" y="228"/>
                      <a:pt x="78" y="235"/>
                    </a:cubicBezTo>
                    <a:cubicBezTo>
                      <a:pt x="116" y="246"/>
                      <a:pt x="171" y="245"/>
                      <a:pt x="210" y="221"/>
                    </a:cubicBezTo>
                    <a:cubicBezTo>
                      <a:pt x="269" y="184"/>
                      <a:pt x="246" y="144"/>
                      <a:pt x="221" y="102"/>
                    </a:cubicBezTo>
                    <a:cubicBezTo>
                      <a:pt x="219" y="99"/>
                      <a:pt x="219" y="99"/>
                      <a:pt x="219" y="99"/>
                    </a:cubicBezTo>
                    <a:cubicBezTo>
                      <a:pt x="200" y="66"/>
                      <a:pt x="179" y="30"/>
                      <a:pt x="137" y="3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 rot="-2911801">
                <a:off x="8199767" y="4085218"/>
                <a:ext cx="1655866" cy="1438795"/>
              </a:xfrm>
              <a:custGeom>
                <a:rect b="b" l="l" r="r" t="t"/>
                <a:pathLst>
                  <a:path extrusionOk="0" h="819" w="943">
                    <a:moveTo>
                      <a:pt x="448" y="775"/>
                    </a:moveTo>
                    <a:cubicBezTo>
                      <a:pt x="266" y="775"/>
                      <a:pt x="86" y="619"/>
                      <a:pt x="47" y="583"/>
                    </a:cubicBezTo>
                    <a:cubicBezTo>
                      <a:pt x="15" y="553"/>
                      <a:pt x="0" y="422"/>
                      <a:pt x="2" y="375"/>
                    </a:cubicBezTo>
                    <a:cubicBezTo>
                      <a:pt x="6" y="300"/>
                      <a:pt x="107" y="234"/>
                      <a:pt x="236" y="223"/>
                    </a:cubicBezTo>
                    <a:cubicBezTo>
                      <a:pt x="360" y="212"/>
                      <a:pt x="455" y="58"/>
                      <a:pt x="456" y="56"/>
                    </a:cubicBezTo>
                    <a:cubicBezTo>
                      <a:pt x="457" y="56"/>
                      <a:pt x="457" y="56"/>
                      <a:pt x="457" y="56"/>
                    </a:cubicBezTo>
                    <a:cubicBezTo>
                      <a:pt x="495" y="18"/>
                      <a:pt x="543" y="0"/>
                      <a:pt x="600" y="4"/>
                    </a:cubicBezTo>
                    <a:cubicBezTo>
                      <a:pt x="703" y="10"/>
                      <a:pt x="813" y="86"/>
                      <a:pt x="869" y="158"/>
                    </a:cubicBezTo>
                    <a:cubicBezTo>
                      <a:pt x="943" y="255"/>
                      <a:pt x="923" y="352"/>
                      <a:pt x="905" y="437"/>
                    </a:cubicBezTo>
                    <a:cubicBezTo>
                      <a:pt x="902" y="450"/>
                      <a:pt x="900" y="462"/>
                      <a:pt x="897" y="474"/>
                    </a:cubicBezTo>
                    <a:cubicBezTo>
                      <a:pt x="879" y="571"/>
                      <a:pt x="736" y="706"/>
                      <a:pt x="526" y="765"/>
                    </a:cubicBezTo>
                    <a:cubicBezTo>
                      <a:pt x="500" y="772"/>
                      <a:pt x="474" y="775"/>
                      <a:pt x="448" y="775"/>
                    </a:cubicBezTo>
                    <a:close/>
                    <a:moveTo>
                      <a:pt x="460" y="58"/>
                    </a:moveTo>
                    <a:cubicBezTo>
                      <a:pt x="456" y="65"/>
                      <a:pt x="361" y="217"/>
                      <a:pt x="236" y="227"/>
                    </a:cubicBezTo>
                    <a:cubicBezTo>
                      <a:pt x="111" y="238"/>
                      <a:pt x="10" y="303"/>
                      <a:pt x="7" y="375"/>
                    </a:cubicBezTo>
                    <a:cubicBezTo>
                      <a:pt x="4" y="421"/>
                      <a:pt x="19" y="552"/>
                      <a:pt x="50" y="580"/>
                    </a:cubicBezTo>
                    <a:cubicBezTo>
                      <a:pt x="77" y="605"/>
                      <a:pt x="317" y="819"/>
                      <a:pt x="525" y="761"/>
                    </a:cubicBezTo>
                    <a:cubicBezTo>
                      <a:pt x="733" y="702"/>
                      <a:pt x="876" y="569"/>
                      <a:pt x="893" y="474"/>
                    </a:cubicBezTo>
                    <a:cubicBezTo>
                      <a:pt x="896" y="461"/>
                      <a:pt x="898" y="449"/>
                      <a:pt x="901" y="436"/>
                    </a:cubicBezTo>
                    <a:cubicBezTo>
                      <a:pt x="919" y="352"/>
                      <a:pt x="939" y="256"/>
                      <a:pt x="865" y="161"/>
                    </a:cubicBezTo>
                    <a:cubicBezTo>
                      <a:pt x="811" y="90"/>
                      <a:pt x="702" y="14"/>
                      <a:pt x="600" y="8"/>
                    </a:cubicBezTo>
                    <a:cubicBezTo>
                      <a:pt x="544" y="4"/>
                      <a:pt x="497" y="21"/>
                      <a:pt x="460" y="5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-2911798">
                <a:off x="8511090" y="4542340"/>
                <a:ext cx="1127100" cy="704090"/>
              </a:xfrm>
              <a:custGeom>
                <a:rect b="b" l="l" r="r" t="t"/>
                <a:pathLst>
                  <a:path extrusionOk="0" h="401" w="643">
                    <a:moveTo>
                      <a:pt x="308" y="393"/>
                    </a:moveTo>
                    <a:cubicBezTo>
                      <a:pt x="234" y="393"/>
                      <a:pt x="125" y="338"/>
                      <a:pt x="63" y="302"/>
                    </a:cubicBezTo>
                    <a:cubicBezTo>
                      <a:pt x="8" y="271"/>
                      <a:pt x="0" y="169"/>
                      <a:pt x="32" y="111"/>
                    </a:cubicBezTo>
                    <a:cubicBezTo>
                      <a:pt x="64" y="55"/>
                      <a:pt x="137" y="67"/>
                      <a:pt x="186" y="75"/>
                    </a:cubicBezTo>
                    <a:cubicBezTo>
                      <a:pt x="190" y="76"/>
                      <a:pt x="193" y="76"/>
                      <a:pt x="197" y="77"/>
                    </a:cubicBezTo>
                    <a:cubicBezTo>
                      <a:pt x="242" y="84"/>
                      <a:pt x="338" y="75"/>
                      <a:pt x="395" y="40"/>
                    </a:cubicBezTo>
                    <a:cubicBezTo>
                      <a:pt x="462" y="0"/>
                      <a:pt x="558" y="101"/>
                      <a:pt x="586" y="133"/>
                    </a:cubicBezTo>
                    <a:cubicBezTo>
                      <a:pt x="643" y="199"/>
                      <a:pt x="612" y="259"/>
                      <a:pt x="579" y="305"/>
                    </a:cubicBezTo>
                    <a:cubicBezTo>
                      <a:pt x="543" y="354"/>
                      <a:pt x="444" y="371"/>
                      <a:pt x="365" y="385"/>
                    </a:cubicBezTo>
                    <a:cubicBezTo>
                      <a:pt x="352" y="387"/>
                      <a:pt x="341" y="389"/>
                      <a:pt x="330" y="391"/>
                    </a:cubicBezTo>
                    <a:cubicBezTo>
                      <a:pt x="323" y="392"/>
                      <a:pt x="316" y="393"/>
                      <a:pt x="308" y="393"/>
                    </a:cubicBezTo>
                    <a:close/>
                    <a:moveTo>
                      <a:pt x="121" y="72"/>
                    </a:moveTo>
                    <a:cubicBezTo>
                      <a:pt x="87" y="72"/>
                      <a:pt x="54" y="81"/>
                      <a:pt x="36" y="113"/>
                    </a:cubicBezTo>
                    <a:cubicBezTo>
                      <a:pt x="5" y="169"/>
                      <a:pt x="13" y="269"/>
                      <a:pt x="65" y="299"/>
                    </a:cubicBezTo>
                    <a:cubicBezTo>
                      <a:pt x="133" y="337"/>
                      <a:pt x="258" y="401"/>
                      <a:pt x="329" y="387"/>
                    </a:cubicBezTo>
                    <a:cubicBezTo>
                      <a:pt x="340" y="385"/>
                      <a:pt x="352" y="383"/>
                      <a:pt x="364" y="381"/>
                    </a:cubicBezTo>
                    <a:cubicBezTo>
                      <a:pt x="439" y="368"/>
                      <a:pt x="541" y="350"/>
                      <a:pt x="575" y="303"/>
                    </a:cubicBezTo>
                    <a:cubicBezTo>
                      <a:pt x="624" y="236"/>
                      <a:pt x="627" y="186"/>
                      <a:pt x="583" y="136"/>
                    </a:cubicBezTo>
                    <a:cubicBezTo>
                      <a:pt x="555" y="104"/>
                      <a:pt x="461" y="5"/>
                      <a:pt x="397" y="44"/>
                    </a:cubicBezTo>
                    <a:cubicBezTo>
                      <a:pt x="339" y="79"/>
                      <a:pt x="242" y="88"/>
                      <a:pt x="196" y="81"/>
                    </a:cubicBezTo>
                    <a:cubicBezTo>
                      <a:pt x="193" y="80"/>
                      <a:pt x="189" y="80"/>
                      <a:pt x="185" y="79"/>
                    </a:cubicBezTo>
                    <a:cubicBezTo>
                      <a:pt x="166" y="76"/>
                      <a:pt x="144" y="72"/>
                      <a:pt x="121" y="7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8" name="Google Shape;88;p3"/>
          <p:cNvSpPr txBox="1"/>
          <p:nvPr>
            <p:ph type="title"/>
          </p:nvPr>
        </p:nvSpPr>
        <p:spPr>
          <a:xfrm>
            <a:off x="4375350" y="3912550"/>
            <a:ext cx="4055400" cy="6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2900">
                <a:latin typeface="Zen Dots"/>
                <a:ea typeface="Zen Dots"/>
                <a:cs typeface="Zen Dots"/>
                <a:sym typeface="Zen Dot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9" name="Google Shape;89;p3"/>
          <p:cNvSpPr txBox="1"/>
          <p:nvPr>
            <p:ph hasCustomPrompt="1" idx="2" type="title"/>
          </p:nvPr>
        </p:nvSpPr>
        <p:spPr>
          <a:xfrm>
            <a:off x="4375350" y="3401338"/>
            <a:ext cx="1235700" cy="551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90" name="Google Shape;90;p3"/>
          <p:cNvGrpSpPr/>
          <p:nvPr/>
        </p:nvGrpSpPr>
        <p:grpSpPr>
          <a:xfrm>
            <a:off x="-158138" y="42540"/>
            <a:ext cx="9883499" cy="3937446"/>
            <a:chOff x="-158138" y="42540"/>
            <a:chExt cx="9883499" cy="3937446"/>
          </a:xfrm>
        </p:grpSpPr>
        <p:pic>
          <p:nvPicPr>
            <p:cNvPr id="91" name="Google Shape;91;p3"/>
            <p:cNvPicPr preferRelativeResize="0"/>
            <p:nvPr/>
          </p:nvPicPr>
          <p:blipFill rotWithShape="1">
            <a:blip r:embed="rId2">
              <a:alphaModFix/>
            </a:blip>
            <a:srcRect b="0" l="0" r="2553" t="0"/>
            <a:stretch/>
          </p:blipFill>
          <p:spPr>
            <a:xfrm rot="3978762">
              <a:off x="8642150" y="200937"/>
              <a:ext cx="945729" cy="91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135037">
              <a:off x="-55324" y="3105000"/>
              <a:ext cx="766200" cy="915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3"/>
          <p:cNvGrpSpPr/>
          <p:nvPr/>
        </p:nvGrpSpPr>
        <p:grpSpPr>
          <a:xfrm>
            <a:off x="-3102663" y="-1183622"/>
            <a:ext cx="9449768" cy="4560356"/>
            <a:chOff x="0" y="2771776"/>
            <a:chExt cx="5156200" cy="3062286"/>
          </a:xfrm>
        </p:grpSpPr>
        <p:sp>
          <p:nvSpPr>
            <p:cNvPr id="94" name="Google Shape;94;p3"/>
            <p:cNvSpPr/>
            <p:nvPr/>
          </p:nvSpPr>
          <p:spPr>
            <a:xfrm>
              <a:off x="1962150" y="3011488"/>
              <a:ext cx="2797178" cy="2262189"/>
            </a:xfrm>
            <a:custGeom>
              <a:rect b="b" l="l" r="r" t="t"/>
              <a:pathLst>
                <a:path extrusionOk="0" h="2258" w="2794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2160588" y="3625851"/>
              <a:ext cx="111125" cy="190500"/>
            </a:xfrm>
            <a:custGeom>
              <a:rect b="b" l="l" r="r" t="t"/>
              <a:pathLst>
                <a:path extrusionOk="0" h="191" w="111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2101850" y="3700463"/>
              <a:ext cx="69850" cy="96838"/>
            </a:xfrm>
            <a:custGeom>
              <a:rect b="b" l="l" r="r" t="t"/>
              <a:pathLst>
                <a:path extrusionOk="0" h="98" w="7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924050" y="3424238"/>
              <a:ext cx="144463" cy="90488"/>
            </a:xfrm>
            <a:custGeom>
              <a:rect b="b" l="l" r="r" t="t"/>
              <a:pathLst>
                <a:path extrusionOk="0" h="91" w="145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3424238" y="4486276"/>
              <a:ext cx="38100" cy="53975"/>
            </a:xfrm>
            <a:custGeom>
              <a:rect b="b" l="l" r="r" t="t"/>
              <a:pathLst>
                <a:path extrusionOk="0" h="54" w="37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3665538" y="4548188"/>
              <a:ext cx="200025" cy="190500"/>
            </a:xfrm>
            <a:custGeom>
              <a:rect b="b" l="l" r="r" t="t"/>
              <a:pathLst>
                <a:path extrusionOk="0" h="191" w="20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3856038" y="4725988"/>
              <a:ext cx="165100" cy="50800"/>
            </a:xfrm>
            <a:custGeom>
              <a:rect b="b" l="l" r="r" t="t"/>
              <a:pathLst>
                <a:path extrusionOk="0" h="52" w="165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3878263" y="4530726"/>
              <a:ext cx="171450" cy="168275"/>
            </a:xfrm>
            <a:custGeom>
              <a:rect b="b" l="l" r="r" t="t"/>
              <a:pathLst>
                <a:path extrusionOk="0" h="169" w="171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044950" y="4600576"/>
              <a:ext cx="96838" cy="133350"/>
            </a:xfrm>
            <a:custGeom>
              <a:rect b="b" l="l" r="r" t="t"/>
              <a:pathLst>
                <a:path extrusionOk="0" h="133" w="96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4024313" y="4760913"/>
              <a:ext cx="57150" cy="22225"/>
            </a:xfrm>
            <a:custGeom>
              <a:rect b="b" l="l" r="r" t="t"/>
              <a:pathLst>
                <a:path extrusionOk="0" h="22" w="57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4071938" y="4783138"/>
              <a:ext cx="39688" cy="25400"/>
            </a:xfrm>
            <a:custGeom>
              <a:rect b="b" l="l" r="r" t="t"/>
              <a:pathLst>
                <a:path extrusionOk="0" h="26" w="39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4141788" y="4770438"/>
              <a:ext cx="57150" cy="44450"/>
            </a:xfrm>
            <a:custGeom>
              <a:rect b="b" l="l" r="r" t="t"/>
              <a:pathLst>
                <a:path extrusionOk="0" h="45" w="57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4202113" y="4643438"/>
              <a:ext cx="393700" cy="173038"/>
            </a:xfrm>
            <a:custGeom>
              <a:rect b="b" l="l" r="r" t="t"/>
              <a:pathLst>
                <a:path extrusionOk="0" h="173" w="392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4078288" y="4764088"/>
              <a:ext cx="79375" cy="19050"/>
            </a:xfrm>
            <a:custGeom>
              <a:rect b="b" l="l" r="r" t="t"/>
              <a:pathLst>
                <a:path extrusionOk="0" h="18" w="79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4162425" y="4684713"/>
              <a:ext cx="17463" cy="14288"/>
            </a:xfrm>
            <a:custGeom>
              <a:rect b="b" l="l" r="r" t="t"/>
              <a:pathLst>
                <a:path extrusionOk="0" h="14" w="18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4191000" y="4681538"/>
              <a:ext cx="53975" cy="19050"/>
            </a:xfrm>
            <a:custGeom>
              <a:rect b="b" l="l" r="r" t="t"/>
              <a:pathLst>
                <a:path extrusionOk="0" h="19" w="53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4159250" y="4595813"/>
              <a:ext cx="38100" cy="65088"/>
            </a:xfrm>
            <a:custGeom>
              <a:rect b="b" l="l" r="r" t="t"/>
              <a:pathLst>
                <a:path extrusionOk="0" h="66" w="37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4281488" y="4719638"/>
              <a:ext cx="31750" cy="36513"/>
            </a:xfrm>
            <a:custGeom>
              <a:rect b="b" l="l" r="r" t="t"/>
              <a:pathLst>
                <a:path extrusionOk="0" h="36" w="32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246563" y="4738688"/>
              <a:ext cx="26988" cy="31750"/>
            </a:xfrm>
            <a:custGeom>
              <a:rect b="b" l="l" r="r" t="t"/>
              <a:pathLst>
                <a:path extrusionOk="0" h="31" w="27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4021138" y="4803776"/>
              <a:ext cx="687388" cy="560388"/>
            </a:xfrm>
            <a:custGeom>
              <a:rect b="b" l="l" r="r" t="t"/>
              <a:pathLst>
                <a:path extrusionOk="0" h="560" w="688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4619625" y="5403851"/>
              <a:ext cx="76200" cy="77788"/>
            </a:xfrm>
            <a:custGeom>
              <a:rect b="b" l="l" r="r" t="t"/>
              <a:pathLst>
                <a:path extrusionOk="0" h="77" w="76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4094163" y="4102101"/>
              <a:ext cx="49213" cy="57150"/>
            </a:xfrm>
            <a:custGeom>
              <a:rect b="b" l="l" r="r" t="t"/>
              <a:pathLst>
                <a:path extrusionOk="0" h="57" w="49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4108450" y="3983038"/>
              <a:ext cx="149225" cy="142875"/>
            </a:xfrm>
            <a:custGeom>
              <a:rect b="b" l="l" r="r" t="t"/>
              <a:pathLst>
                <a:path extrusionOk="0" h="144" w="149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4197350" y="3900488"/>
              <a:ext cx="87313" cy="74613"/>
            </a:xfrm>
            <a:custGeom>
              <a:rect b="b" l="l" r="r" t="t"/>
              <a:pathLst>
                <a:path extrusionOk="0" h="74" w="87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4183063" y="3716338"/>
              <a:ext cx="63500" cy="174625"/>
            </a:xfrm>
            <a:custGeom>
              <a:rect b="b" l="l" r="r" t="t"/>
              <a:pathLst>
                <a:path extrusionOk="0" h="174" w="63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4319588" y="3883026"/>
              <a:ext cx="22225" cy="19050"/>
            </a:xfrm>
            <a:custGeom>
              <a:rect b="b" l="l" r="r" t="t"/>
              <a:pathLst>
                <a:path extrusionOk="0" h="19" w="22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291013" y="3892551"/>
              <a:ext cx="28575" cy="26988"/>
            </a:xfrm>
            <a:custGeom>
              <a:rect b="b" l="l" r="r" t="t"/>
              <a:pathLst>
                <a:path extrusionOk="0" h="28" w="28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132263" y="4097338"/>
              <a:ext cx="34925" cy="39688"/>
            </a:xfrm>
            <a:custGeom>
              <a:rect b="b" l="l" r="r" t="t"/>
              <a:pathLst>
                <a:path extrusionOk="0" h="39" w="35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3986213" y="4237038"/>
              <a:ext cx="31750" cy="60325"/>
            </a:xfrm>
            <a:custGeom>
              <a:rect b="b" l="l" r="r" t="t"/>
              <a:pathLst>
                <a:path extrusionOk="0" h="60" w="31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833813" y="4316413"/>
              <a:ext cx="34925" cy="44450"/>
            </a:xfrm>
            <a:custGeom>
              <a:rect b="b" l="l" r="r" t="t"/>
              <a:pathLst>
                <a:path extrusionOk="0" h="45" w="36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4513263" y="4676776"/>
              <a:ext cx="77788" cy="69850"/>
            </a:xfrm>
            <a:custGeom>
              <a:rect b="b" l="l" r="r" t="t"/>
              <a:pathLst>
                <a:path extrusionOk="0" h="69" w="77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2903538" y="4829176"/>
              <a:ext cx="106363" cy="254000"/>
            </a:xfrm>
            <a:custGeom>
              <a:rect b="b" l="l" r="r" t="t"/>
              <a:pathLst>
                <a:path extrusionOk="0" h="253" w="106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903538" y="3051176"/>
              <a:ext cx="215900" cy="244475"/>
            </a:xfrm>
            <a:custGeom>
              <a:rect b="b" l="l" r="r" t="t"/>
              <a:pathLst>
                <a:path extrusionOk="0" h="245" w="215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4065588" y="4494213"/>
              <a:ext cx="74613" cy="63500"/>
            </a:xfrm>
            <a:custGeom>
              <a:rect b="b" l="l" r="r" t="t"/>
              <a:pathLst>
                <a:path extrusionOk="0" h="63" w="74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4000500" y="4348163"/>
              <a:ext cx="47625" cy="87313"/>
            </a:xfrm>
            <a:custGeom>
              <a:rect b="b" l="l" r="r" t="t"/>
              <a:pathLst>
                <a:path extrusionOk="0" h="88" w="47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4048125" y="4421188"/>
              <a:ext cx="69850" cy="84138"/>
            </a:xfrm>
            <a:custGeom>
              <a:rect b="b" l="l" r="r" t="t"/>
              <a:pathLst>
                <a:path extrusionOk="0" h="83" w="7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4019550" y="4427538"/>
              <a:ext cx="25400" cy="31750"/>
            </a:xfrm>
            <a:custGeom>
              <a:rect b="b" l="l" r="r" t="t"/>
              <a:pathLst>
                <a:path extrusionOk="0" h="32" w="26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979863" y="4452938"/>
              <a:ext cx="39688" cy="55563"/>
            </a:xfrm>
            <a:custGeom>
              <a:rect b="b" l="l" r="r" t="t"/>
              <a:pathLst>
                <a:path extrusionOk="0" h="56" w="39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0" y="3252788"/>
              <a:ext cx="1682748" cy="2581274"/>
            </a:xfrm>
            <a:custGeom>
              <a:rect b="b" l="l" r="r" t="t"/>
              <a:pathLst>
                <a:path extrusionOk="0" h="2578" w="1681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341438" y="2771776"/>
              <a:ext cx="746125" cy="828675"/>
            </a:xfrm>
            <a:custGeom>
              <a:rect b="b" l="l" r="r" t="t"/>
              <a:pathLst>
                <a:path extrusionOk="0" h="827" w="745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035550" y="5357813"/>
              <a:ext cx="120650" cy="219075"/>
            </a:xfrm>
            <a:custGeom>
              <a:rect b="b" l="l" r="r" t="t"/>
              <a:pathLst>
                <a:path extrusionOk="0" h="219" w="12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4"/>
          <p:cNvGrpSpPr/>
          <p:nvPr/>
        </p:nvGrpSpPr>
        <p:grpSpPr>
          <a:xfrm>
            <a:off x="6603239" y="2021820"/>
            <a:ext cx="3839099" cy="3788303"/>
            <a:chOff x="6603239" y="2021820"/>
            <a:chExt cx="3839099" cy="3788303"/>
          </a:xfrm>
        </p:grpSpPr>
        <p:sp>
          <p:nvSpPr>
            <p:cNvPr id="138" name="Google Shape;138;p4"/>
            <p:cNvSpPr/>
            <p:nvPr/>
          </p:nvSpPr>
          <p:spPr>
            <a:xfrm rot="-9045387">
              <a:off x="6824950" y="4287420"/>
              <a:ext cx="1377344" cy="1267011"/>
            </a:xfrm>
            <a:custGeom>
              <a:rect b="b" l="l" r="r" t="t"/>
              <a:pathLst>
                <a:path extrusionOk="0" h="1091" w="1189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 rot="-9045382">
              <a:off x="7031766" y="4565479"/>
              <a:ext cx="862449" cy="816476"/>
            </a:xfrm>
            <a:custGeom>
              <a:rect b="b" l="l" r="r" t="t"/>
              <a:pathLst>
                <a:path extrusionOk="0" h="705" w="744">
                  <a:moveTo>
                    <a:pt x="140" y="688"/>
                  </a:moveTo>
                  <a:cubicBezTo>
                    <a:pt x="96" y="688"/>
                    <a:pt x="57" y="671"/>
                    <a:pt x="34" y="644"/>
                  </a:cubicBezTo>
                  <a:cubicBezTo>
                    <a:pt x="0" y="604"/>
                    <a:pt x="35" y="515"/>
                    <a:pt x="62" y="450"/>
                  </a:cubicBezTo>
                  <a:cubicBezTo>
                    <a:pt x="69" y="431"/>
                    <a:pt x="76" y="415"/>
                    <a:pt x="80" y="402"/>
                  </a:cubicBezTo>
                  <a:cubicBezTo>
                    <a:pt x="109" y="309"/>
                    <a:pt x="86" y="229"/>
                    <a:pt x="67" y="164"/>
                  </a:cubicBezTo>
                  <a:cubicBezTo>
                    <a:pt x="62" y="148"/>
                    <a:pt x="58" y="133"/>
                    <a:pt x="55" y="119"/>
                  </a:cubicBezTo>
                  <a:cubicBezTo>
                    <a:pt x="48" y="88"/>
                    <a:pt x="60" y="53"/>
                    <a:pt x="87" y="30"/>
                  </a:cubicBezTo>
                  <a:cubicBezTo>
                    <a:pt x="114" y="6"/>
                    <a:pt x="149" y="0"/>
                    <a:pt x="183" y="13"/>
                  </a:cubicBezTo>
                  <a:cubicBezTo>
                    <a:pt x="207" y="21"/>
                    <a:pt x="236" y="39"/>
                    <a:pt x="267" y="58"/>
                  </a:cubicBezTo>
                  <a:cubicBezTo>
                    <a:pt x="338" y="100"/>
                    <a:pt x="426" y="153"/>
                    <a:pt x="498" y="138"/>
                  </a:cubicBezTo>
                  <a:cubicBezTo>
                    <a:pt x="596" y="118"/>
                    <a:pt x="691" y="142"/>
                    <a:pt x="730" y="196"/>
                  </a:cubicBezTo>
                  <a:cubicBezTo>
                    <a:pt x="741" y="211"/>
                    <a:pt x="744" y="228"/>
                    <a:pt x="740" y="246"/>
                  </a:cubicBezTo>
                  <a:cubicBezTo>
                    <a:pt x="731" y="286"/>
                    <a:pt x="685" y="331"/>
                    <a:pt x="607" y="375"/>
                  </a:cubicBezTo>
                  <a:cubicBezTo>
                    <a:pt x="519" y="425"/>
                    <a:pt x="415" y="515"/>
                    <a:pt x="331" y="588"/>
                  </a:cubicBezTo>
                  <a:cubicBezTo>
                    <a:pt x="312" y="604"/>
                    <a:pt x="294" y="619"/>
                    <a:pt x="277" y="634"/>
                  </a:cubicBezTo>
                  <a:cubicBezTo>
                    <a:pt x="232" y="672"/>
                    <a:pt x="183" y="688"/>
                    <a:pt x="140" y="688"/>
                  </a:cubicBezTo>
                  <a:close/>
                  <a:moveTo>
                    <a:pt x="148" y="10"/>
                  </a:moveTo>
                  <a:cubicBezTo>
                    <a:pt x="127" y="10"/>
                    <a:pt x="106" y="18"/>
                    <a:pt x="89" y="33"/>
                  </a:cubicBezTo>
                  <a:cubicBezTo>
                    <a:pt x="64" y="55"/>
                    <a:pt x="52" y="89"/>
                    <a:pt x="59" y="118"/>
                  </a:cubicBezTo>
                  <a:cubicBezTo>
                    <a:pt x="62" y="132"/>
                    <a:pt x="66" y="147"/>
                    <a:pt x="71" y="163"/>
                  </a:cubicBezTo>
                  <a:cubicBezTo>
                    <a:pt x="90" y="228"/>
                    <a:pt x="113" y="309"/>
                    <a:pt x="84" y="403"/>
                  </a:cubicBezTo>
                  <a:cubicBezTo>
                    <a:pt x="80" y="416"/>
                    <a:pt x="73" y="433"/>
                    <a:pt x="66" y="452"/>
                  </a:cubicBezTo>
                  <a:cubicBezTo>
                    <a:pt x="40" y="516"/>
                    <a:pt x="4" y="603"/>
                    <a:pt x="37" y="641"/>
                  </a:cubicBezTo>
                  <a:cubicBezTo>
                    <a:pt x="82" y="694"/>
                    <a:pt x="186" y="705"/>
                    <a:pt x="275" y="630"/>
                  </a:cubicBezTo>
                  <a:cubicBezTo>
                    <a:pt x="291" y="616"/>
                    <a:pt x="309" y="601"/>
                    <a:pt x="328" y="584"/>
                  </a:cubicBezTo>
                  <a:cubicBezTo>
                    <a:pt x="412" y="512"/>
                    <a:pt x="517" y="422"/>
                    <a:pt x="605" y="372"/>
                  </a:cubicBezTo>
                  <a:cubicBezTo>
                    <a:pt x="682" y="328"/>
                    <a:pt x="727" y="284"/>
                    <a:pt x="736" y="245"/>
                  </a:cubicBezTo>
                  <a:cubicBezTo>
                    <a:pt x="740" y="229"/>
                    <a:pt x="736" y="213"/>
                    <a:pt x="726" y="199"/>
                  </a:cubicBezTo>
                  <a:cubicBezTo>
                    <a:pt x="688" y="146"/>
                    <a:pt x="595" y="122"/>
                    <a:pt x="499" y="142"/>
                  </a:cubicBezTo>
                  <a:cubicBezTo>
                    <a:pt x="498" y="140"/>
                    <a:pt x="498" y="140"/>
                    <a:pt x="498" y="140"/>
                  </a:cubicBezTo>
                  <a:cubicBezTo>
                    <a:pt x="499" y="142"/>
                    <a:pt x="499" y="142"/>
                    <a:pt x="499" y="142"/>
                  </a:cubicBezTo>
                  <a:cubicBezTo>
                    <a:pt x="426" y="157"/>
                    <a:pt x="337" y="104"/>
                    <a:pt x="265" y="61"/>
                  </a:cubicBezTo>
                  <a:cubicBezTo>
                    <a:pt x="234" y="43"/>
                    <a:pt x="205" y="25"/>
                    <a:pt x="182" y="16"/>
                  </a:cubicBezTo>
                  <a:cubicBezTo>
                    <a:pt x="171" y="12"/>
                    <a:pt x="159" y="10"/>
                    <a:pt x="148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 rot="-9045387">
              <a:off x="7419903" y="4816007"/>
              <a:ext cx="308937" cy="305259"/>
            </a:xfrm>
            <a:custGeom>
              <a:rect b="b" l="l" r="r" t="t"/>
              <a:pathLst>
                <a:path extrusionOk="0" h="264" w="265">
                  <a:moveTo>
                    <a:pt x="74" y="242"/>
                  </a:moveTo>
                  <a:cubicBezTo>
                    <a:pt x="58" y="242"/>
                    <a:pt x="45" y="238"/>
                    <a:pt x="34" y="230"/>
                  </a:cubicBezTo>
                  <a:cubicBezTo>
                    <a:pt x="16" y="216"/>
                    <a:pt x="6" y="196"/>
                    <a:pt x="4" y="172"/>
                  </a:cubicBezTo>
                  <a:cubicBezTo>
                    <a:pt x="0" y="135"/>
                    <a:pt x="17" y="90"/>
                    <a:pt x="48" y="54"/>
                  </a:cubicBezTo>
                  <a:cubicBezTo>
                    <a:pt x="95" y="0"/>
                    <a:pt x="200" y="14"/>
                    <a:pt x="204" y="14"/>
                  </a:cubicBezTo>
                  <a:cubicBezTo>
                    <a:pt x="204" y="14"/>
                    <a:pt x="204" y="14"/>
                    <a:pt x="204" y="14"/>
                  </a:cubicBezTo>
                  <a:cubicBezTo>
                    <a:pt x="235" y="21"/>
                    <a:pt x="249" y="43"/>
                    <a:pt x="254" y="60"/>
                  </a:cubicBezTo>
                  <a:cubicBezTo>
                    <a:pt x="265" y="91"/>
                    <a:pt x="258" y="133"/>
                    <a:pt x="238" y="158"/>
                  </a:cubicBezTo>
                  <a:cubicBezTo>
                    <a:pt x="211" y="191"/>
                    <a:pt x="131" y="242"/>
                    <a:pt x="74" y="242"/>
                  </a:cubicBezTo>
                  <a:close/>
                  <a:moveTo>
                    <a:pt x="173" y="17"/>
                  </a:moveTo>
                  <a:cubicBezTo>
                    <a:pt x="137" y="17"/>
                    <a:pt x="81" y="23"/>
                    <a:pt x="51" y="57"/>
                  </a:cubicBezTo>
                  <a:cubicBezTo>
                    <a:pt x="21" y="92"/>
                    <a:pt x="4" y="136"/>
                    <a:pt x="8" y="172"/>
                  </a:cubicBezTo>
                  <a:cubicBezTo>
                    <a:pt x="10" y="195"/>
                    <a:pt x="20" y="213"/>
                    <a:pt x="37" y="226"/>
                  </a:cubicBezTo>
                  <a:cubicBezTo>
                    <a:pt x="85" y="264"/>
                    <a:pt x="202" y="195"/>
                    <a:pt x="235" y="155"/>
                  </a:cubicBezTo>
                  <a:cubicBezTo>
                    <a:pt x="254" y="131"/>
                    <a:pt x="261" y="91"/>
                    <a:pt x="251" y="61"/>
                  </a:cubicBezTo>
                  <a:cubicBezTo>
                    <a:pt x="245" y="45"/>
                    <a:pt x="232" y="25"/>
                    <a:pt x="204" y="18"/>
                  </a:cubicBezTo>
                  <a:cubicBezTo>
                    <a:pt x="202" y="18"/>
                    <a:pt x="190" y="17"/>
                    <a:pt x="173" y="1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 rot="9106276">
              <a:off x="8483735" y="3771434"/>
              <a:ext cx="1349761" cy="1007722"/>
            </a:xfrm>
            <a:custGeom>
              <a:rect b="b" l="l" r="r" t="t"/>
              <a:pathLst>
                <a:path extrusionOk="0" h="869" w="1164">
                  <a:moveTo>
                    <a:pt x="887" y="836"/>
                  </a:moveTo>
                  <a:cubicBezTo>
                    <a:pt x="800" y="836"/>
                    <a:pt x="707" y="820"/>
                    <a:pt x="638" y="807"/>
                  </a:cubicBezTo>
                  <a:cubicBezTo>
                    <a:pt x="613" y="803"/>
                    <a:pt x="591" y="799"/>
                    <a:pt x="575" y="797"/>
                  </a:cubicBezTo>
                  <a:cubicBezTo>
                    <a:pt x="471" y="783"/>
                    <a:pt x="334" y="696"/>
                    <a:pt x="201" y="605"/>
                  </a:cubicBezTo>
                  <a:cubicBezTo>
                    <a:pt x="94" y="531"/>
                    <a:pt x="35" y="409"/>
                    <a:pt x="34" y="408"/>
                  </a:cubicBezTo>
                  <a:cubicBezTo>
                    <a:pt x="34" y="408"/>
                    <a:pt x="34" y="408"/>
                    <a:pt x="34" y="408"/>
                  </a:cubicBezTo>
                  <a:cubicBezTo>
                    <a:pt x="0" y="321"/>
                    <a:pt x="13" y="231"/>
                    <a:pt x="70" y="153"/>
                  </a:cubicBezTo>
                  <a:cubicBezTo>
                    <a:pt x="137" y="61"/>
                    <a:pt x="256" y="0"/>
                    <a:pt x="354" y="7"/>
                  </a:cubicBezTo>
                  <a:cubicBezTo>
                    <a:pt x="515" y="18"/>
                    <a:pt x="819" y="160"/>
                    <a:pt x="905" y="266"/>
                  </a:cubicBezTo>
                  <a:cubicBezTo>
                    <a:pt x="1098" y="500"/>
                    <a:pt x="1164" y="672"/>
                    <a:pt x="1097" y="763"/>
                  </a:cubicBezTo>
                  <a:cubicBezTo>
                    <a:pt x="1056" y="819"/>
                    <a:pt x="975" y="836"/>
                    <a:pt x="887" y="836"/>
                  </a:cubicBezTo>
                  <a:close/>
                  <a:moveTo>
                    <a:pt x="38" y="406"/>
                  </a:moveTo>
                  <a:cubicBezTo>
                    <a:pt x="40" y="410"/>
                    <a:pt x="98" y="529"/>
                    <a:pt x="203" y="601"/>
                  </a:cubicBezTo>
                  <a:cubicBezTo>
                    <a:pt x="286" y="658"/>
                    <a:pt x="459" y="777"/>
                    <a:pt x="575" y="793"/>
                  </a:cubicBezTo>
                  <a:cubicBezTo>
                    <a:pt x="592" y="795"/>
                    <a:pt x="614" y="799"/>
                    <a:pt x="638" y="803"/>
                  </a:cubicBezTo>
                  <a:cubicBezTo>
                    <a:pt x="778" y="828"/>
                    <a:pt x="1013" y="869"/>
                    <a:pt x="1094" y="760"/>
                  </a:cubicBezTo>
                  <a:cubicBezTo>
                    <a:pt x="1160" y="672"/>
                    <a:pt x="1093" y="501"/>
                    <a:pt x="902" y="268"/>
                  </a:cubicBezTo>
                  <a:cubicBezTo>
                    <a:pt x="816" y="164"/>
                    <a:pt x="513" y="22"/>
                    <a:pt x="353" y="11"/>
                  </a:cubicBezTo>
                  <a:cubicBezTo>
                    <a:pt x="257" y="4"/>
                    <a:pt x="139" y="65"/>
                    <a:pt x="73" y="155"/>
                  </a:cubicBezTo>
                  <a:cubicBezTo>
                    <a:pt x="17" y="232"/>
                    <a:pt x="4" y="321"/>
                    <a:pt x="38" y="406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 rot="9106276">
              <a:off x="8667688" y="3940693"/>
              <a:ext cx="923134" cy="715337"/>
            </a:xfrm>
            <a:custGeom>
              <a:rect b="b" l="l" r="r" t="t"/>
              <a:pathLst>
                <a:path extrusionOk="0" h="618" w="796">
                  <a:moveTo>
                    <a:pt x="596" y="615"/>
                  </a:moveTo>
                  <a:cubicBezTo>
                    <a:pt x="522" y="615"/>
                    <a:pt x="445" y="603"/>
                    <a:pt x="392" y="570"/>
                  </a:cubicBezTo>
                  <a:cubicBezTo>
                    <a:pt x="369" y="555"/>
                    <a:pt x="338" y="538"/>
                    <a:pt x="304" y="519"/>
                  </a:cubicBezTo>
                  <a:cubicBezTo>
                    <a:pt x="216" y="471"/>
                    <a:pt x="107" y="411"/>
                    <a:pt x="67" y="355"/>
                  </a:cubicBezTo>
                  <a:cubicBezTo>
                    <a:pt x="13" y="280"/>
                    <a:pt x="0" y="154"/>
                    <a:pt x="70" y="72"/>
                  </a:cubicBezTo>
                  <a:cubicBezTo>
                    <a:pt x="132" y="0"/>
                    <a:pt x="372" y="100"/>
                    <a:pt x="474" y="143"/>
                  </a:cubicBezTo>
                  <a:cubicBezTo>
                    <a:pt x="483" y="146"/>
                    <a:pt x="491" y="150"/>
                    <a:pt x="497" y="152"/>
                  </a:cubicBezTo>
                  <a:cubicBezTo>
                    <a:pt x="577" y="185"/>
                    <a:pt x="727" y="309"/>
                    <a:pt x="764" y="408"/>
                  </a:cubicBezTo>
                  <a:cubicBezTo>
                    <a:pt x="792" y="481"/>
                    <a:pt x="796" y="533"/>
                    <a:pt x="777" y="566"/>
                  </a:cubicBezTo>
                  <a:cubicBezTo>
                    <a:pt x="764" y="588"/>
                    <a:pt x="740" y="602"/>
                    <a:pt x="707" y="607"/>
                  </a:cubicBezTo>
                  <a:cubicBezTo>
                    <a:pt x="673" y="612"/>
                    <a:pt x="635" y="615"/>
                    <a:pt x="596" y="615"/>
                  </a:cubicBezTo>
                  <a:close/>
                  <a:moveTo>
                    <a:pt x="146" y="50"/>
                  </a:moveTo>
                  <a:cubicBezTo>
                    <a:pt x="114" y="50"/>
                    <a:pt x="88" y="57"/>
                    <a:pt x="74" y="75"/>
                  </a:cubicBezTo>
                  <a:cubicBezTo>
                    <a:pt x="5" y="155"/>
                    <a:pt x="18" y="279"/>
                    <a:pt x="70" y="353"/>
                  </a:cubicBezTo>
                  <a:cubicBezTo>
                    <a:pt x="110" y="408"/>
                    <a:pt x="219" y="468"/>
                    <a:pt x="306" y="516"/>
                  </a:cubicBezTo>
                  <a:cubicBezTo>
                    <a:pt x="340" y="534"/>
                    <a:pt x="371" y="552"/>
                    <a:pt x="394" y="566"/>
                  </a:cubicBezTo>
                  <a:cubicBezTo>
                    <a:pt x="473" y="616"/>
                    <a:pt x="607" y="618"/>
                    <a:pt x="707" y="603"/>
                  </a:cubicBezTo>
                  <a:cubicBezTo>
                    <a:pt x="739" y="598"/>
                    <a:pt x="761" y="585"/>
                    <a:pt x="773" y="564"/>
                  </a:cubicBezTo>
                  <a:cubicBezTo>
                    <a:pt x="792" y="532"/>
                    <a:pt x="788" y="482"/>
                    <a:pt x="760" y="410"/>
                  </a:cubicBezTo>
                  <a:cubicBezTo>
                    <a:pt x="723" y="312"/>
                    <a:pt x="574" y="188"/>
                    <a:pt x="496" y="156"/>
                  </a:cubicBezTo>
                  <a:cubicBezTo>
                    <a:pt x="489" y="154"/>
                    <a:pt x="481" y="150"/>
                    <a:pt x="472" y="146"/>
                  </a:cubicBezTo>
                  <a:cubicBezTo>
                    <a:pt x="396" y="114"/>
                    <a:pt x="243" y="50"/>
                    <a:pt x="146" y="5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 rot="9106276">
              <a:off x="8793000" y="4109684"/>
              <a:ext cx="413756" cy="334682"/>
            </a:xfrm>
            <a:custGeom>
              <a:rect b="b" l="l" r="r" t="t"/>
              <a:pathLst>
                <a:path extrusionOk="0" h="288" w="357">
                  <a:moveTo>
                    <a:pt x="291" y="288"/>
                  </a:moveTo>
                  <a:cubicBezTo>
                    <a:pt x="243" y="288"/>
                    <a:pt x="184" y="259"/>
                    <a:pt x="131" y="233"/>
                  </a:cubicBezTo>
                  <a:cubicBezTo>
                    <a:pt x="111" y="223"/>
                    <a:pt x="92" y="214"/>
                    <a:pt x="75" y="207"/>
                  </a:cubicBezTo>
                  <a:cubicBezTo>
                    <a:pt x="32" y="189"/>
                    <a:pt x="6" y="164"/>
                    <a:pt x="3" y="137"/>
                  </a:cubicBezTo>
                  <a:cubicBezTo>
                    <a:pt x="0" y="113"/>
                    <a:pt x="15" y="88"/>
                    <a:pt x="49" y="63"/>
                  </a:cubicBezTo>
                  <a:cubicBezTo>
                    <a:pt x="133" y="0"/>
                    <a:pt x="258" y="100"/>
                    <a:pt x="262" y="103"/>
                  </a:cubicBezTo>
                  <a:cubicBezTo>
                    <a:pt x="335" y="152"/>
                    <a:pt x="357" y="211"/>
                    <a:pt x="347" y="249"/>
                  </a:cubicBezTo>
                  <a:cubicBezTo>
                    <a:pt x="340" y="272"/>
                    <a:pt x="322" y="287"/>
                    <a:pt x="297" y="288"/>
                  </a:cubicBezTo>
                  <a:cubicBezTo>
                    <a:pt x="295" y="288"/>
                    <a:pt x="293" y="288"/>
                    <a:pt x="291" y="288"/>
                  </a:cubicBezTo>
                  <a:close/>
                  <a:moveTo>
                    <a:pt x="114" y="46"/>
                  </a:moveTo>
                  <a:cubicBezTo>
                    <a:pt x="92" y="46"/>
                    <a:pt x="70" y="52"/>
                    <a:pt x="51" y="66"/>
                  </a:cubicBezTo>
                  <a:cubicBezTo>
                    <a:pt x="19" y="90"/>
                    <a:pt x="4" y="114"/>
                    <a:pt x="7" y="137"/>
                  </a:cubicBezTo>
                  <a:cubicBezTo>
                    <a:pt x="10" y="162"/>
                    <a:pt x="35" y="186"/>
                    <a:pt x="77" y="203"/>
                  </a:cubicBezTo>
                  <a:cubicBezTo>
                    <a:pt x="94" y="210"/>
                    <a:pt x="113" y="219"/>
                    <a:pt x="133" y="229"/>
                  </a:cubicBezTo>
                  <a:cubicBezTo>
                    <a:pt x="188" y="256"/>
                    <a:pt x="249" y="286"/>
                    <a:pt x="297" y="284"/>
                  </a:cubicBezTo>
                  <a:cubicBezTo>
                    <a:pt x="320" y="283"/>
                    <a:pt x="337" y="269"/>
                    <a:pt x="343" y="247"/>
                  </a:cubicBezTo>
                  <a:cubicBezTo>
                    <a:pt x="352" y="211"/>
                    <a:pt x="330" y="154"/>
                    <a:pt x="259" y="107"/>
                  </a:cubicBezTo>
                  <a:cubicBezTo>
                    <a:pt x="259" y="107"/>
                    <a:pt x="259" y="107"/>
                    <a:pt x="259" y="107"/>
                  </a:cubicBezTo>
                  <a:cubicBezTo>
                    <a:pt x="258" y="106"/>
                    <a:pt x="185" y="46"/>
                    <a:pt x="114" y="46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 rot="9106277">
              <a:off x="8402831" y="2390086"/>
              <a:ext cx="1862817" cy="1215523"/>
            </a:xfrm>
            <a:custGeom>
              <a:rect b="b" l="l" r="r" t="t"/>
              <a:pathLst>
                <a:path extrusionOk="0" h="1048" w="1607">
                  <a:moveTo>
                    <a:pt x="1183" y="1023"/>
                  </a:moveTo>
                  <a:cubicBezTo>
                    <a:pt x="1083" y="1023"/>
                    <a:pt x="996" y="1006"/>
                    <a:pt x="968" y="992"/>
                  </a:cubicBezTo>
                  <a:cubicBezTo>
                    <a:pt x="897" y="957"/>
                    <a:pt x="674" y="923"/>
                    <a:pt x="551" y="915"/>
                  </a:cubicBezTo>
                  <a:cubicBezTo>
                    <a:pt x="440" y="908"/>
                    <a:pt x="227" y="836"/>
                    <a:pt x="177" y="778"/>
                  </a:cubicBezTo>
                  <a:cubicBezTo>
                    <a:pt x="140" y="734"/>
                    <a:pt x="129" y="673"/>
                    <a:pt x="119" y="614"/>
                  </a:cubicBezTo>
                  <a:cubicBezTo>
                    <a:pt x="114" y="587"/>
                    <a:pt x="110" y="561"/>
                    <a:pt x="103" y="537"/>
                  </a:cubicBezTo>
                  <a:cubicBezTo>
                    <a:pt x="94" y="505"/>
                    <a:pt x="79" y="468"/>
                    <a:pt x="64" y="429"/>
                  </a:cubicBezTo>
                  <a:cubicBezTo>
                    <a:pt x="42" y="373"/>
                    <a:pt x="19" y="315"/>
                    <a:pt x="11" y="267"/>
                  </a:cubicBezTo>
                  <a:cubicBezTo>
                    <a:pt x="2" y="218"/>
                    <a:pt x="68" y="154"/>
                    <a:pt x="108" y="120"/>
                  </a:cubicBezTo>
                  <a:cubicBezTo>
                    <a:pt x="165" y="73"/>
                    <a:pt x="238" y="29"/>
                    <a:pt x="285" y="14"/>
                  </a:cubicBezTo>
                  <a:cubicBezTo>
                    <a:pt x="328" y="0"/>
                    <a:pt x="401" y="29"/>
                    <a:pt x="485" y="62"/>
                  </a:cubicBezTo>
                  <a:cubicBezTo>
                    <a:pt x="581" y="99"/>
                    <a:pt x="690" y="142"/>
                    <a:pt x="776" y="128"/>
                  </a:cubicBezTo>
                  <a:cubicBezTo>
                    <a:pt x="983" y="95"/>
                    <a:pt x="1272" y="57"/>
                    <a:pt x="1401" y="106"/>
                  </a:cubicBezTo>
                  <a:cubicBezTo>
                    <a:pt x="1466" y="131"/>
                    <a:pt x="1530" y="239"/>
                    <a:pt x="1566" y="390"/>
                  </a:cubicBezTo>
                  <a:cubicBezTo>
                    <a:pt x="1604" y="544"/>
                    <a:pt x="1607" y="707"/>
                    <a:pt x="1572" y="825"/>
                  </a:cubicBezTo>
                  <a:cubicBezTo>
                    <a:pt x="1552" y="894"/>
                    <a:pt x="1503" y="946"/>
                    <a:pt x="1426" y="980"/>
                  </a:cubicBezTo>
                  <a:cubicBezTo>
                    <a:pt x="1352" y="1012"/>
                    <a:pt x="1263" y="1023"/>
                    <a:pt x="1183" y="1023"/>
                  </a:cubicBezTo>
                  <a:close/>
                  <a:moveTo>
                    <a:pt x="311" y="14"/>
                  </a:moveTo>
                  <a:cubicBezTo>
                    <a:pt x="302" y="14"/>
                    <a:pt x="294" y="15"/>
                    <a:pt x="286" y="18"/>
                  </a:cubicBezTo>
                  <a:cubicBezTo>
                    <a:pt x="193" y="48"/>
                    <a:pt x="0" y="188"/>
                    <a:pt x="15" y="266"/>
                  </a:cubicBezTo>
                  <a:cubicBezTo>
                    <a:pt x="23" y="314"/>
                    <a:pt x="46" y="372"/>
                    <a:pt x="68" y="428"/>
                  </a:cubicBezTo>
                  <a:cubicBezTo>
                    <a:pt x="83" y="467"/>
                    <a:pt x="98" y="504"/>
                    <a:pt x="107" y="536"/>
                  </a:cubicBezTo>
                  <a:cubicBezTo>
                    <a:pt x="114" y="560"/>
                    <a:pt x="118" y="586"/>
                    <a:pt x="123" y="613"/>
                  </a:cubicBezTo>
                  <a:cubicBezTo>
                    <a:pt x="133" y="672"/>
                    <a:pt x="143" y="732"/>
                    <a:pt x="180" y="775"/>
                  </a:cubicBezTo>
                  <a:cubicBezTo>
                    <a:pt x="229" y="831"/>
                    <a:pt x="443" y="904"/>
                    <a:pt x="552" y="911"/>
                  </a:cubicBezTo>
                  <a:cubicBezTo>
                    <a:pt x="657" y="918"/>
                    <a:pt x="893" y="950"/>
                    <a:pt x="970" y="989"/>
                  </a:cubicBezTo>
                  <a:cubicBezTo>
                    <a:pt x="1019" y="1013"/>
                    <a:pt x="1259" y="1048"/>
                    <a:pt x="1424" y="976"/>
                  </a:cubicBezTo>
                  <a:cubicBezTo>
                    <a:pt x="1500" y="943"/>
                    <a:pt x="1549" y="892"/>
                    <a:pt x="1568" y="824"/>
                  </a:cubicBezTo>
                  <a:cubicBezTo>
                    <a:pt x="1603" y="706"/>
                    <a:pt x="1600" y="544"/>
                    <a:pt x="1562" y="391"/>
                  </a:cubicBezTo>
                  <a:cubicBezTo>
                    <a:pt x="1526" y="242"/>
                    <a:pt x="1464" y="134"/>
                    <a:pt x="1400" y="110"/>
                  </a:cubicBezTo>
                  <a:cubicBezTo>
                    <a:pt x="1272" y="62"/>
                    <a:pt x="983" y="100"/>
                    <a:pt x="777" y="132"/>
                  </a:cubicBezTo>
                  <a:cubicBezTo>
                    <a:pt x="689" y="146"/>
                    <a:pt x="580" y="103"/>
                    <a:pt x="483" y="65"/>
                  </a:cubicBezTo>
                  <a:cubicBezTo>
                    <a:pt x="415" y="38"/>
                    <a:pt x="354" y="14"/>
                    <a:pt x="311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 rot="9106279">
              <a:off x="8619133" y="2549302"/>
              <a:ext cx="1441707" cy="867965"/>
            </a:xfrm>
            <a:custGeom>
              <a:rect b="b" l="l" r="r" t="t"/>
              <a:pathLst>
                <a:path extrusionOk="0" h="748" w="1243">
                  <a:moveTo>
                    <a:pt x="977" y="725"/>
                  </a:moveTo>
                  <a:cubicBezTo>
                    <a:pt x="857" y="725"/>
                    <a:pt x="711" y="705"/>
                    <a:pt x="655" y="690"/>
                  </a:cubicBezTo>
                  <a:cubicBezTo>
                    <a:pt x="613" y="678"/>
                    <a:pt x="527" y="663"/>
                    <a:pt x="436" y="648"/>
                  </a:cubicBezTo>
                  <a:cubicBezTo>
                    <a:pt x="320" y="628"/>
                    <a:pt x="200" y="607"/>
                    <a:pt x="154" y="590"/>
                  </a:cubicBezTo>
                  <a:cubicBezTo>
                    <a:pt x="84" y="566"/>
                    <a:pt x="55" y="453"/>
                    <a:pt x="34" y="371"/>
                  </a:cubicBezTo>
                  <a:cubicBezTo>
                    <a:pt x="30" y="355"/>
                    <a:pt x="27" y="340"/>
                    <a:pt x="23" y="328"/>
                  </a:cubicBezTo>
                  <a:cubicBezTo>
                    <a:pt x="0" y="249"/>
                    <a:pt x="4" y="134"/>
                    <a:pt x="92" y="69"/>
                  </a:cubicBezTo>
                  <a:cubicBezTo>
                    <a:pt x="186" y="0"/>
                    <a:pt x="356" y="49"/>
                    <a:pt x="386" y="61"/>
                  </a:cubicBezTo>
                  <a:cubicBezTo>
                    <a:pt x="448" y="88"/>
                    <a:pt x="645" y="90"/>
                    <a:pt x="741" y="72"/>
                  </a:cubicBezTo>
                  <a:cubicBezTo>
                    <a:pt x="839" y="55"/>
                    <a:pt x="1076" y="84"/>
                    <a:pt x="1161" y="202"/>
                  </a:cubicBezTo>
                  <a:cubicBezTo>
                    <a:pt x="1243" y="314"/>
                    <a:pt x="1218" y="639"/>
                    <a:pt x="1143" y="697"/>
                  </a:cubicBezTo>
                  <a:cubicBezTo>
                    <a:pt x="1115" y="718"/>
                    <a:pt x="1051" y="725"/>
                    <a:pt x="977" y="725"/>
                  </a:cubicBezTo>
                  <a:close/>
                  <a:moveTo>
                    <a:pt x="226" y="37"/>
                  </a:moveTo>
                  <a:cubicBezTo>
                    <a:pt x="179" y="37"/>
                    <a:pt x="131" y="46"/>
                    <a:pt x="95" y="72"/>
                  </a:cubicBezTo>
                  <a:cubicBezTo>
                    <a:pt x="8" y="136"/>
                    <a:pt x="4" y="249"/>
                    <a:pt x="27" y="327"/>
                  </a:cubicBezTo>
                  <a:cubicBezTo>
                    <a:pt x="31" y="339"/>
                    <a:pt x="34" y="354"/>
                    <a:pt x="38" y="370"/>
                  </a:cubicBezTo>
                  <a:cubicBezTo>
                    <a:pt x="59" y="451"/>
                    <a:pt x="87" y="562"/>
                    <a:pt x="155" y="587"/>
                  </a:cubicBezTo>
                  <a:cubicBezTo>
                    <a:pt x="201" y="603"/>
                    <a:pt x="321" y="623"/>
                    <a:pt x="437" y="643"/>
                  </a:cubicBezTo>
                  <a:cubicBezTo>
                    <a:pt x="528" y="659"/>
                    <a:pt x="614" y="674"/>
                    <a:pt x="656" y="686"/>
                  </a:cubicBezTo>
                  <a:cubicBezTo>
                    <a:pt x="747" y="711"/>
                    <a:pt x="1069" y="748"/>
                    <a:pt x="1140" y="693"/>
                  </a:cubicBezTo>
                  <a:cubicBezTo>
                    <a:pt x="1174" y="668"/>
                    <a:pt x="1201" y="578"/>
                    <a:pt x="1207" y="471"/>
                  </a:cubicBezTo>
                  <a:cubicBezTo>
                    <a:pt x="1213" y="355"/>
                    <a:pt x="1195" y="255"/>
                    <a:pt x="1158" y="204"/>
                  </a:cubicBezTo>
                  <a:cubicBezTo>
                    <a:pt x="1077" y="93"/>
                    <a:pt x="843" y="58"/>
                    <a:pt x="742" y="76"/>
                  </a:cubicBezTo>
                  <a:cubicBezTo>
                    <a:pt x="643" y="94"/>
                    <a:pt x="448" y="92"/>
                    <a:pt x="384" y="65"/>
                  </a:cubicBezTo>
                  <a:cubicBezTo>
                    <a:pt x="384" y="65"/>
                    <a:pt x="384" y="65"/>
                    <a:pt x="384" y="65"/>
                  </a:cubicBezTo>
                  <a:cubicBezTo>
                    <a:pt x="367" y="58"/>
                    <a:pt x="298" y="37"/>
                    <a:pt x="226" y="3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 rot="9106275">
              <a:off x="8866076" y="2671268"/>
              <a:ext cx="1062891" cy="535124"/>
            </a:xfrm>
            <a:custGeom>
              <a:rect b="b" l="l" r="r" t="t"/>
              <a:pathLst>
                <a:path extrusionOk="0" h="461" w="916">
                  <a:moveTo>
                    <a:pt x="682" y="453"/>
                  </a:moveTo>
                  <a:cubicBezTo>
                    <a:pt x="659" y="453"/>
                    <a:pt x="635" y="451"/>
                    <a:pt x="612" y="447"/>
                  </a:cubicBezTo>
                  <a:cubicBezTo>
                    <a:pt x="588" y="443"/>
                    <a:pt x="559" y="438"/>
                    <a:pt x="528" y="432"/>
                  </a:cubicBezTo>
                  <a:cubicBezTo>
                    <a:pt x="423" y="412"/>
                    <a:pt x="291" y="388"/>
                    <a:pt x="196" y="385"/>
                  </a:cubicBezTo>
                  <a:cubicBezTo>
                    <a:pt x="88" y="382"/>
                    <a:pt x="54" y="299"/>
                    <a:pt x="29" y="238"/>
                  </a:cubicBezTo>
                  <a:cubicBezTo>
                    <a:pt x="25" y="228"/>
                    <a:pt x="21" y="219"/>
                    <a:pt x="18" y="211"/>
                  </a:cubicBezTo>
                  <a:cubicBezTo>
                    <a:pt x="0" y="172"/>
                    <a:pt x="0" y="117"/>
                    <a:pt x="16" y="74"/>
                  </a:cubicBezTo>
                  <a:cubicBezTo>
                    <a:pt x="27" y="46"/>
                    <a:pt x="44" y="27"/>
                    <a:pt x="65" y="18"/>
                  </a:cubicBezTo>
                  <a:cubicBezTo>
                    <a:pt x="106" y="0"/>
                    <a:pt x="181" y="21"/>
                    <a:pt x="240" y="37"/>
                  </a:cubicBezTo>
                  <a:cubicBezTo>
                    <a:pt x="264" y="43"/>
                    <a:pt x="286" y="49"/>
                    <a:pt x="302" y="52"/>
                  </a:cubicBezTo>
                  <a:cubicBezTo>
                    <a:pt x="361" y="63"/>
                    <a:pt x="568" y="29"/>
                    <a:pt x="570" y="28"/>
                  </a:cubicBezTo>
                  <a:cubicBezTo>
                    <a:pt x="631" y="25"/>
                    <a:pt x="786" y="31"/>
                    <a:pt x="850" y="73"/>
                  </a:cubicBezTo>
                  <a:cubicBezTo>
                    <a:pt x="916" y="116"/>
                    <a:pt x="899" y="281"/>
                    <a:pt x="876" y="359"/>
                  </a:cubicBezTo>
                  <a:cubicBezTo>
                    <a:pt x="857" y="424"/>
                    <a:pt x="771" y="453"/>
                    <a:pt x="682" y="453"/>
                  </a:cubicBezTo>
                  <a:close/>
                  <a:moveTo>
                    <a:pt x="105" y="15"/>
                  </a:moveTo>
                  <a:cubicBezTo>
                    <a:pt x="90" y="15"/>
                    <a:pt x="77" y="17"/>
                    <a:pt x="66" y="22"/>
                  </a:cubicBezTo>
                  <a:cubicBezTo>
                    <a:pt x="47" y="30"/>
                    <a:pt x="31" y="49"/>
                    <a:pt x="20" y="76"/>
                  </a:cubicBezTo>
                  <a:cubicBezTo>
                    <a:pt x="4" y="118"/>
                    <a:pt x="4" y="172"/>
                    <a:pt x="21" y="209"/>
                  </a:cubicBezTo>
                  <a:cubicBezTo>
                    <a:pt x="25" y="218"/>
                    <a:pt x="29" y="227"/>
                    <a:pt x="33" y="236"/>
                  </a:cubicBezTo>
                  <a:cubicBezTo>
                    <a:pt x="59" y="299"/>
                    <a:pt x="91" y="378"/>
                    <a:pt x="196" y="381"/>
                  </a:cubicBezTo>
                  <a:cubicBezTo>
                    <a:pt x="291" y="384"/>
                    <a:pt x="423" y="408"/>
                    <a:pt x="529" y="428"/>
                  </a:cubicBezTo>
                  <a:cubicBezTo>
                    <a:pt x="560" y="434"/>
                    <a:pt x="589" y="439"/>
                    <a:pt x="613" y="443"/>
                  </a:cubicBezTo>
                  <a:cubicBezTo>
                    <a:pt x="721" y="461"/>
                    <a:pt x="848" y="438"/>
                    <a:pt x="872" y="358"/>
                  </a:cubicBezTo>
                  <a:cubicBezTo>
                    <a:pt x="895" y="281"/>
                    <a:pt x="912" y="118"/>
                    <a:pt x="848" y="77"/>
                  </a:cubicBezTo>
                  <a:cubicBezTo>
                    <a:pt x="788" y="38"/>
                    <a:pt x="637" y="28"/>
                    <a:pt x="570" y="32"/>
                  </a:cubicBezTo>
                  <a:cubicBezTo>
                    <a:pt x="562" y="34"/>
                    <a:pt x="361" y="67"/>
                    <a:pt x="302" y="56"/>
                  </a:cubicBezTo>
                  <a:cubicBezTo>
                    <a:pt x="285" y="54"/>
                    <a:pt x="263" y="48"/>
                    <a:pt x="239" y="41"/>
                  </a:cubicBezTo>
                  <a:cubicBezTo>
                    <a:pt x="196" y="29"/>
                    <a:pt x="145" y="15"/>
                    <a:pt x="105" y="1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 rot="9106277">
              <a:off x="9265500" y="2768746"/>
              <a:ext cx="490990" cy="222509"/>
            </a:xfrm>
            <a:custGeom>
              <a:rect b="b" l="l" r="r" t="t"/>
              <a:pathLst>
                <a:path extrusionOk="0" h="192" w="423">
                  <a:moveTo>
                    <a:pt x="322" y="189"/>
                  </a:moveTo>
                  <a:cubicBezTo>
                    <a:pt x="293" y="189"/>
                    <a:pt x="260" y="186"/>
                    <a:pt x="227" y="183"/>
                  </a:cubicBezTo>
                  <a:cubicBezTo>
                    <a:pt x="193" y="180"/>
                    <a:pt x="159" y="177"/>
                    <a:pt x="128" y="177"/>
                  </a:cubicBezTo>
                  <a:cubicBezTo>
                    <a:pt x="68" y="177"/>
                    <a:pt x="38" y="155"/>
                    <a:pt x="23" y="136"/>
                  </a:cubicBezTo>
                  <a:cubicBezTo>
                    <a:pt x="5" y="113"/>
                    <a:pt x="0" y="84"/>
                    <a:pt x="8" y="53"/>
                  </a:cubicBezTo>
                  <a:cubicBezTo>
                    <a:pt x="19" y="9"/>
                    <a:pt x="87" y="0"/>
                    <a:pt x="143" y="0"/>
                  </a:cubicBezTo>
                  <a:cubicBezTo>
                    <a:pt x="250" y="0"/>
                    <a:pt x="321" y="10"/>
                    <a:pt x="354" y="29"/>
                  </a:cubicBezTo>
                  <a:cubicBezTo>
                    <a:pt x="354" y="29"/>
                    <a:pt x="354" y="29"/>
                    <a:pt x="354" y="29"/>
                  </a:cubicBezTo>
                  <a:cubicBezTo>
                    <a:pt x="382" y="46"/>
                    <a:pt x="422" y="95"/>
                    <a:pt x="423" y="135"/>
                  </a:cubicBezTo>
                  <a:cubicBezTo>
                    <a:pt x="423" y="151"/>
                    <a:pt x="416" y="164"/>
                    <a:pt x="402" y="173"/>
                  </a:cubicBezTo>
                  <a:cubicBezTo>
                    <a:pt x="383" y="186"/>
                    <a:pt x="355" y="189"/>
                    <a:pt x="322" y="189"/>
                  </a:cubicBezTo>
                  <a:close/>
                  <a:moveTo>
                    <a:pt x="143" y="4"/>
                  </a:moveTo>
                  <a:cubicBezTo>
                    <a:pt x="89" y="4"/>
                    <a:pt x="22" y="13"/>
                    <a:pt x="12" y="54"/>
                  </a:cubicBezTo>
                  <a:cubicBezTo>
                    <a:pt x="4" y="83"/>
                    <a:pt x="10" y="112"/>
                    <a:pt x="26" y="133"/>
                  </a:cubicBezTo>
                  <a:cubicBezTo>
                    <a:pt x="41" y="151"/>
                    <a:pt x="70" y="173"/>
                    <a:pt x="128" y="173"/>
                  </a:cubicBezTo>
                  <a:cubicBezTo>
                    <a:pt x="159" y="173"/>
                    <a:pt x="194" y="176"/>
                    <a:pt x="227" y="179"/>
                  </a:cubicBezTo>
                  <a:cubicBezTo>
                    <a:pt x="298" y="186"/>
                    <a:pt x="366" y="192"/>
                    <a:pt x="400" y="170"/>
                  </a:cubicBezTo>
                  <a:cubicBezTo>
                    <a:pt x="413" y="162"/>
                    <a:pt x="419" y="150"/>
                    <a:pt x="419" y="135"/>
                  </a:cubicBezTo>
                  <a:cubicBezTo>
                    <a:pt x="418" y="97"/>
                    <a:pt x="378" y="49"/>
                    <a:pt x="352" y="33"/>
                  </a:cubicBezTo>
                  <a:cubicBezTo>
                    <a:pt x="320" y="14"/>
                    <a:pt x="249" y="4"/>
                    <a:pt x="143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720000" y="1063351"/>
            <a:ext cx="7704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50" name="Google Shape;150;p4"/>
          <p:cNvGrpSpPr/>
          <p:nvPr/>
        </p:nvGrpSpPr>
        <p:grpSpPr>
          <a:xfrm rot="-7084280">
            <a:off x="-1417747" y="-1119106"/>
            <a:ext cx="2589024" cy="2455084"/>
            <a:chOff x="6461966" y="2307173"/>
            <a:chExt cx="4411002" cy="4182802"/>
          </a:xfrm>
        </p:grpSpPr>
        <p:sp>
          <p:nvSpPr>
            <p:cNvPr id="151" name="Google Shape;151;p4"/>
            <p:cNvSpPr/>
            <p:nvPr/>
          </p:nvSpPr>
          <p:spPr>
            <a:xfrm>
              <a:off x="6461966" y="2307173"/>
              <a:ext cx="4411002" cy="4182802"/>
            </a:xfrm>
            <a:custGeom>
              <a:rect b="b" l="l" r="r" t="t"/>
              <a:pathLst>
                <a:path extrusionOk="0" h="2383" w="2514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6617812" y="2513113"/>
              <a:ext cx="4026950" cy="3628985"/>
            </a:xfrm>
            <a:custGeom>
              <a:rect b="b" l="l" r="r" t="t"/>
              <a:pathLst>
                <a:path extrusionOk="0" h="2067" w="2295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7719866" y="2766363"/>
              <a:ext cx="918379" cy="904464"/>
            </a:xfrm>
            <a:custGeom>
              <a:rect b="b" l="l" r="r" t="t"/>
              <a:pathLst>
                <a:path extrusionOk="0" h="514" w="524">
                  <a:moveTo>
                    <a:pt x="233" y="514"/>
                  </a:moveTo>
                  <a:cubicBezTo>
                    <a:pt x="222" y="514"/>
                    <a:pt x="211" y="513"/>
                    <a:pt x="201" y="513"/>
                  </a:cubicBezTo>
                  <a:cubicBezTo>
                    <a:pt x="118" y="507"/>
                    <a:pt x="56" y="417"/>
                    <a:pt x="22" y="252"/>
                  </a:cubicBezTo>
                  <a:cubicBezTo>
                    <a:pt x="0" y="147"/>
                    <a:pt x="68" y="52"/>
                    <a:pt x="182" y="25"/>
                  </a:cubicBezTo>
                  <a:cubicBezTo>
                    <a:pt x="291" y="0"/>
                    <a:pt x="363" y="57"/>
                    <a:pt x="391" y="115"/>
                  </a:cubicBezTo>
                  <a:cubicBezTo>
                    <a:pt x="391" y="115"/>
                    <a:pt x="391" y="115"/>
                    <a:pt x="391" y="115"/>
                  </a:cubicBezTo>
                  <a:cubicBezTo>
                    <a:pt x="399" y="129"/>
                    <a:pt x="413" y="147"/>
                    <a:pt x="429" y="168"/>
                  </a:cubicBezTo>
                  <a:cubicBezTo>
                    <a:pt x="469" y="220"/>
                    <a:pt x="524" y="291"/>
                    <a:pt x="524" y="374"/>
                  </a:cubicBezTo>
                  <a:cubicBezTo>
                    <a:pt x="524" y="400"/>
                    <a:pt x="514" y="423"/>
                    <a:pt x="493" y="443"/>
                  </a:cubicBezTo>
                  <a:cubicBezTo>
                    <a:pt x="435" y="496"/>
                    <a:pt x="315" y="514"/>
                    <a:pt x="233" y="514"/>
                  </a:cubicBezTo>
                  <a:close/>
                  <a:moveTo>
                    <a:pt x="233" y="23"/>
                  </a:moveTo>
                  <a:cubicBezTo>
                    <a:pt x="217" y="23"/>
                    <a:pt x="201" y="25"/>
                    <a:pt x="183" y="29"/>
                  </a:cubicBezTo>
                  <a:cubicBezTo>
                    <a:pt x="71" y="55"/>
                    <a:pt x="5" y="149"/>
                    <a:pt x="26" y="252"/>
                  </a:cubicBezTo>
                  <a:cubicBezTo>
                    <a:pt x="49" y="365"/>
                    <a:pt x="99" y="501"/>
                    <a:pt x="201" y="508"/>
                  </a:cubicBezTo>
                  <a:cubicBezTo>
                    <a:pt x="279" y="514"/>
                    <a:pt x="425" y="500"/>
                    <a:pt x="490" y="439"/>
                  </a:cubicBezTo>
                  <a:cubicBezTo>
                    <a:pt x="510" y="421"/>
                    <a:pt x="520" y="398"/>
                    <a:pt x="520" y="374"/>
                  </a:cubicBezTo>
                  <a:cubicBezTo>
                    <a:pt x="520" y="293"/>
                    <a:pt x="465" y="222"/>
                    <a:pt x="425" y="171"/>
                  </a:cubicBezTo>
                  <a:cubicBezTo>
                    <a:pt x="409" y="150"/>
                    <a:pt x="395" y="131"/>
                    <a:pt x="388" y="116"/>
                  </a:cubicBezTo>
                  <a:cubicBezTo>
                    <a:pt x="388" y="116"/>
                    <a:pt x="388" y="116"/>
                    <a:pt x="388" y="116"/>
                  </a:cubicBezTo>
                  <a:cubicBezTo>
                    <a:pt x="364" y="70"/>
                    <a:pt x="312" y="23"/>
                    <a:pt x="233" y="2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7836751" y="3320172"/>
              <a:ext cx="2504669" cy="2526931"/>
            </a:xfrm>
            <a:custGeom>
              <a:rect b="b" l="l" r="r" t="t"/>
              <a:pathLst>
                <a:path extrusionOk="0" h="1439" w="1428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7903542" y="2930557"/>
              <a:ext cx="481454" cy="431360"/>
            </a:xfrm>
            <a:custGeom>
              <a:rect b="b" l="l" r="r" t="t"/>
              <a:pathLst>
                <a:path extrusionOk="0" h="246" w="275">
                  <a:moveTo>
                    <a:pt x="129" y="246"/>
                  </a:moveTo>
                  <a:cubicBezTo>
                    <a:pt x="110" y="246"/>
                    <a:pt x="92" y="243"/>
                    <a:pt x="77" y="239"/>
                  </a:cubicBezTo>
                  <a:cubicBezTo>
                    <a:pt x="49" y="231"/>
                    <a:pt x="30" y="218"/>
                    <a:pt x="21" y="202"/>
                  </a:cubicBezTo>
                  <a:cubicBezTo>
                    <a:pt x="1" y="160"/>
                    <a:pt x="0" y="82"/>
                    <a:pt x="85" y="40"/>
                  </a:cubicBezTo>
                  <a:cubicBezTo>
                    <a:pt x="166" y="0"/>
                    <a:pt x="197" y="53"/>
                    <a:pt x="222" y="97"/>
                  </a:cubicBezTo>
                  <a:cubicBezTo>
                    <a:pt x="224" y="100"/>
                    <a:pt x="224" y="100"/>
                    <a:pt x="224" y="100"/>
                  </a:cubicBezTo>
                  <a:cubicBezTo>
                    <a:pt x="249" y="142"/>
                    <a:pt x="275" y="186"/>
                    <a:pt x="213" y="225"/>
                  </a:cubicBezTo>
                  <a:cubicBezTo>
                    <a:pt x="188" y="240"/>
                    <a:pt x="158" y="246"/>
                    <a:pt x="129" y="246"/>
                  </a:cubicBezTo>
                  <a:close/>
                  <a:moveTo>
                    <a:pt x="137" y="30"/>
                  </a:moveTo>
                  <a:cubicBezTo>
                    <a:pt x="123" y="30"/>
                    <a:pt x="107" y="34"/>
                    <a:pt x="87" y="44"/>
                  </a:cubicBezTo>
                  <a:cubicBezTo>
                    <a:pt x="5" y="85"/>
                    <a:pt x="5" y="160"/>
                    <a:pt x="25" y="200"/>
                  </a:cubicBezTo>
                  <a:cubicBezTo>
                    <a:pt x="33" y="215"/>
                    <a:pt x="52" y="228"/>
                    <a:pt x="78" y="235"/>
                  </a:cubicBezTo>
                  <a:cubicBezTo>
                    <a:pt x="116" y="246"/>
                    <a:pt x="171" y="245"/>
                    <a:pt x="210" y="221"/>
                  </a:cubicBezTo>
                  <a:cubicBezTo>
                    <a:pt x="269" y="184"/>
                    <a:pt x="246" y="144"/>
                    <a:pt x="221" y="102"/>
                  </a:cubicBezTo>
                  <a:cubicBezTo>
                    <a:pt x="219" y="99"/>
                    <a:pt x="219" y="99"/>
                    <a:pt x="219" y="99"/>
                  </a:cubicBezTo>
                  <a:cubicBezTo>
                    <a:pt x="200" y="66"/>
                    <a:pt x="179" y="30"/>
                    <a:pt x="137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8348817" y="3601253"/>
              <a:ext cx="1655866" cy="1438795"/>
            </a:xfrm>
            <a:custGeom>
              <a:rect b="b" l="l" r="r" t="t"/>
              <a:pathLst>
                <a:path extrusionOk="0" h="819" w="943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8295941" y="5126318"/>
              <a:ext cx="704091" cy="528763"/>
            </a:xfrm>
            <a:custGeom>
              <a:rect b="b" l="l" r="r" t="t"/>
              <a:pathLst>
                <a:path extrusionOk="0" h="302" w="401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8577020" y="4063225"/>
              <a:ext cx="1127100" cy="704090"/>
            </a:xfrm>
            <a:custGeom>
              <a:rect b="b" l="l" r="r" t="t"/>
              <a:pathLst>
                <a:path extrusionOk="0" h="401" w="643">
                  <a:moveTo>
                    <a:pt x="308" y="393"/>
                  </a:moveTo>
                  <a:cubicBezTo>
                    <a:pt x="234" y="393"/>
                    <a:pt x="125" y="338"/>
                    <a:pt x="63" y="302"/>
                  </a:cubicBezTo>
                  <a:cubicBezTo>
                    <a:pt x="8" y="271"/>
                    <a:pt x="0" y="169"/>
                    <a:pt x="32" y="111"/>
                  </a:cubicBezTo>
                  <a:cubicBezTo>
                    <a:pt x="64" y="55"/>
                    <a:pt x="137" y="67"/>
                    <a:pt x="186" y="75"/>
                  </a:cubicBezTo>
                  <a:cubicBezTo>
                    <a:pt x="190" y="76"/>
                    <a:pt x="193" y="76"/>
                    <a:pt x="197" y="77"/>
                  </a:cubicBezTo>
                  <a:cubicBezTo>
                    <a:pt x="242" y="84"/>
                    <a:pt x="338" y="75"/>
                    <a:pt x="395" y="40"/>
                  </a:cubicBezTo>
                  <a:cubicBezTo>
                    <a:pt x="462" y="0"/>
                    <a:pt x="558" y="101"/>
                    <a:pt x="586" y="133"/>
                  </a:cubicBezTo>
                  <a:cubicBezTo>
                    <a:pt x="643" y="199"/>
                    <a:pt x="612" y="259"/>
                    <a:pt x="579" y="305"/>
                  </a:cubicBezTo>
                  <a:cubicBezTo>
                    <a:pt x="543" y="354"/>
                    <a:pt x="444" y="371"/>
                    <a:pt x="365" y="385"/>
                  </a:cubicBezTo>
                  <a:cubicBezTo>
                    <a:pt x="352" y="387"/>
                    <a:pt x="341" y="389"/>
                    <a:pt x="330" y="391"/>
                  </a:cubicBezTo>
                  <a:cubicBezTo>
                    <a:pt x="323" y="392"/>
                    <a:pt x="316" y="393"/>
                    <a:pt x="308" y="393"/>
                  </a:cubicBezTo>
                  <a:close/>
                  <a:moveTo>
                    <a:pt x="121" y="72"/>
                  </a:moveTo>
                  <a:cubicBezTo>
                    <a:pt x="87" y="72"/>
                    <a:pt x="54" y="81"/>
                    <a:pt x="36" y="113"/>
                  </a:cubicBezTo>
                  <a:cubicBezTo>
                    <a:pt x="5" y="169"/>
                    <a:pt x="13" y="269"/>
                    <a:pt x="65" y="299"/>
                  </a:cubicBezTo>
                  <a:cubicBezTo>
                    <a:pt x="133" y="337"/>
                    <a:pt x="258" y="401"/>
                    <a:pt x="329" y="387"/>
                  </a:cubicBezTo>
                  <a:cubicBezTo>
                    <a:pt x="340" y="385"/>
                    <a:pt x="352" y="383"/>
                    <a:pt x="364" y="381"/>
                  </a:cubicBezTo>
                  <a:cubicBezTo>
                    <a:pt x="439" y="368"/>
                    <a:pt x="541" y="350"/>
                    <a:pt x="575" y="303"/>
                  </a:cubicBezTo>
                  <a:cubicBezTo>
                    <a:pt x="624" y="236"/>
                    <a:pt x="627" y="186"/>
                    <a:pt x="583" y="136"/>
                  </a:cubicBezTo>
                  <a:cubicBezTo>
                    <a:pt x="555" y="104"/>
                    <a:pt x="461" y="5"/>
                    <a:pt x="397" y="44"/>
                  </a:cubicBezTo>
                  <a:cubicBezTo>
                    <a:pt x="339" y="79"/>
                    <a:pt x="242" y="88"/>
                    <a:pt x="196" y="81"/>
                  </a:cubicBezTo>
                  <a:cubicBezTo>
                    <a:pt x="193" y="80"/>
                    <a:pt x="189" y="80"/>
                    <a:pt x="185" y="79"/>
                  </a:cubicBezTo>
                  <a:cubicBezTo>
                    <a:pt x="166" y="76"/>
                    <a:pt x="144" y="72"/>
                    <a:pt x="121" y="7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4"/>
          <p:cNvGrpSpPr/>
          <p:nvPr/>
        </p:nvGrpSpPr>
        <p:grpSpPr>
          <a:xfrm rot="10296292">
            <a:off x="1191284" y="-1992159"/>
            <a:ext cx="2589213" cy="2455262"/>
            <a:chOff x="6461966" y="2307173"/>
            <a:chExt cx="4411002" cy="4182802"/>
          </a:xfrm>
        </p:grpSpPr>
        <p:sp>
          <p:nvSpPr>
            <p:cNvPr id="160" name="Google Shape;160;p4"/>
            <p:cNvSpPr/>
            <p:nvPr/>
          </p:nvSpPr>
          <p:spPr>
            <a:xfrm>
              <a:off x="6461966" y="2307173"/>
              <a:ext cx="4411002" cy="4182802"/>
            </a:xfrm>
            <a:custGeom>
              <a:rect b="b" l="l" r="r" t="t"/>
              <a:pathLst>
                <a:path extrusionOk="0" h="2383" w="2514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6617812" y="2513113"/>
              <a:ext cx="4026950" cy="3628985"/>
            </a:xfrm>
            <a:custGeom>
              <a:rect b="b" l="l" r="r" t="t"/>
              <a:pathLst>
                <a:path extrusionOk="0" h="2067" w="2295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7719866" y="2766363"/>
              <a:ext cx="918379" cy="904464"/>
            </a:xfrm>
            <a:custGeom>
              <a:rect b="b" l="l" r="r" t="t"/>
              <a:pathLst>
                <a:path extrusionOk="0" h="514" w="524">
                  <a:moveTo>
                    <a:pt x="233" y="514"/>
                  </a:moveTo>
                  <a:cubicBezTo>
                    <a:pt x="222" y="514"/>
                    <a:pt x="211" y="513"/>
                    <a:pt x="201" y="513"/>
                  </a:cubicBezTo>
                  <a:cubicBezTo>
                    <a:pt x="118" y="507"/>
                    <a:pt x="56" y="417"/>
                    <a:pt x="22" y="252"/>
                  </a:cubicBezTo>
                  <a:cubicBezTo>
                    <a:pt x="0" y="147"/>
                    <a:pt x="68" y="52"/>
                    <a:pt x="182" y="25"/>
                  </a:cubicBezTo>
                  <a:cubicBezTo>
                    <a:pt x="291" y="0"/>
                    <a:pt x="363" y="57"/>
                    <a:pt x="391" y="115"/>
                  </a:cubicBezTo>
                  <a:cubicBezTo>
                    <a:pt x="391" y="115"/>
                    <a:pt x="391" y="115"/>
                    <a:pt x="391" y="115"/>
                  </a:cubicBezTo>
                  <a:cubicBezTo>
                    <a:pt x="399" y="129"/>
                    <a:pt x="413" y="147"/>
                    <a:pt x="429" y="168"/>
                  </a:cubicBezTo>
                  <a:cubicBezTo>
                    <a:pt x="469" y="220"/>
                    <a:pt x="524" y="291"/>
                    <a:pt x="524" y="374"/>
                  </a:cubicBezTo>
                  <a:cubicBezTo>
                    <a:pt x="524" y="400"/>
                    <a:pt x="514" y="423"/>
                    <a:pt x="493" y="443"/>
                  </a:cubicBezTo>
                  <a:cubicBezTo>
                    <a:pt x="435" y="496"/>
                    <a:pt x="315" y="514"/>
                    <a:pt x="233" y="514"/>
                  </a:cubicBezTo>
                  <a:close/>
                  <a:moveTo>
                    <a:pt x="233" y="23"/>
                  </a:moveTo>
                  <a:cubicBezTo>
                    <a:pt x="217" y="23"/>
                    <a:pt x="201" y="25"/>
                    <a:pt x="183" y="29"/>
                  </a:cubicBezTo>
                  <a:cubicBezTo>
                    <a:pt x="71" y="55"/>
                    <a:pt x="5" y="149"/>
                    <a:pt x="26" y="252"/>
                  </a:cubicBezTo>
                  <a:cubicBezTo>
                    <a:pt x="49" y="365"/>
                    <a:pt x="99" y="501"/>
                    <a:pt x="201" y="508"/>
                  </a:cubicBezTo>
                  <a:cubicBezTo>
                    <a:pt x="279" y="514"/>
                    <a:pt x="425" y="500"/>
                    <a:pt x="490" y="439"/>
                  </a:cubicBezTo>
                  <a:cubicBezTo>
                    <a:pt x="510" y="421"/>
                    <a:pt x="520" y="398"/>
                    <a:pt x="520" y="374"/>
                  </a:cubicBezTo>
                  <a:cubicBezTo>
                    <a:pt x="520" y="293"/>
                    <a:pt x="465" y="222"/>
                    <a:pt x="425" y="171"/>
                  </a:cubicBezTo>
                  <a:cubicBezTo>
                    <a:pt x="409" y="150"/>
                    <a:pt x="395" y="131"/>
                    <a:pt x="388" y="116"/>
                  </a:cubicBezTo>
                  <a:cubicBezTo>
                    <a:pt x="388" y="116"/>
                    <a:pt x="388" y="116"/>
                    <a:pt x="388" y="116"/>
                  </a:cubicBezTo>
                  <a:cubicBezTo>
                    <a:pt x="364" y="70"/>
                    <a:pt x="312" y="23"/>
                    <a:pt x="233" y="2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7836751" y="3320172"/>
              <a:ext cx="2504669" cy="2526931"/>
            </a:xfrm>
            <a:custGeom>
              <a:rect b="b" l="l" r="r" t="t"/>
              <a:pathLst>
                <a:path extrusionOk="0" h="1439" w="1428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7903542" y="2930557"/>
              <a:ext cx="481454" cy="431360"/>
            </a:xfrm>
            <a:custGeom>
              <a:rect b="b" l="l" r="r" t="t"/>
              <a:pathLst>
                <a:path extrusionOk="0" h="246" w="275">
                  <a:moveTo>
                    <a:pt x="129" y="246"/>
                  </a:moveTo>
                  <a:cubicBezTo>
                    <a:pt x="110" y="246"/>
                    <a:pt x="92" y="243"/>
                    <a:pt x="77" y="239"/>
                  </a:cubicBezTo>
                  <a:cubicBezTo>
                    <a:pt x="49" y="231"/>
                    <a:pt x="30" y="218"/>
                    <a:pt x="21" y="202"/>
                  </a:cubicBezTo>
                  <a:cubicBezTo>
                    <a:pt x="1" y="160"/>
                    <a:pt x="0" y="82"/>
                    <a:pt x="85" y="40"/>
                  </a:cubicBezTo>
                  <a:cubicBezTo>
                    <a:pt x="166" y="0"/>
                    <a:pt x="197" y="53"/>
                    <a:pt x="222" y="97"/>
                  </a:cubicBezTo>
                  <a:cubicBezTo>
                    <a:pt x="224" y="100"/>
                    <a:pt x="224" y="100"/>
                    <a:pt x="224" y="100"/>
                  </a:cubicBezTo>
                  <a:cubicBezTo>
                    <a:pt x="249" y="142"/>
                    <a:pt x="275" y="186"/>
                    <a:pt x="213" y="225"/>
                  </a:cubicBezTo>
                  <a:cubicBezTo>
                    <a:pt x="188" y="240"/>
                    <a:pt x="158" y="246"/>
                    <a:pt x="129" y="246"/>
                  </a:cubicBezTo>
                  <a:close/>
                  <a:moveTo>
                    <a:pt x="137" y="30"/>
                  </a:moveTo>
                  <a:cubicBezTo>
                    <a:pt x="123" y="30"/>
                    <a:pt x="107" y="34"/>
                    <a:pt x="87" y="44"/>
                  </a:cubicBezTo>
                  <a:cubicBezTo>
                    <a:pt x="5" y="85"/>
                    <a:pt x="5" y="160"/>
                    <a:pt x="25" y="200"/>
                  </a:cubicBezTo>
                  <a:cubicBezTo>
                    <a:pt x="33" y="215"/>
                    <a:pt x="52" y="228"/>
                    <a:pt x="78" y="235"/>
                  </a:cubicBezTo>
                  <a:cubicBezTo>
                    <a:pt x="116" y="246"/>
                    <a:pt x="171" y="245"/>
                    <a:pt x="210" y="221"/>
                  </a:cubicBezTo>
                  <a:cubicBezTo>
                    <a:pt x="269" y="184"/>
                    <a:pt x="246" y="144"/>
                    <a:pt x="221" y="102"/>
                  </a:cubicBezTo>
                  <a:cubicBezTo>
                    <a:pt x="219" y="99"/>
                    <a:pt x="219" y="99"/>
                    <a:pt x="219" y="99"/>
                  </a:cubicBezTo>
                  <a:cubicBezTo>
                    <a:pt x="200" y="66"/>
                    <a:pt x="179" y="30"/>
                    <a:pt x="137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8348817" y="3601253"/>
              <a:ext cx="1655866" cy="1438795"/>
            </a:xfrm>
            <a:custGeom>
              <a:rect b="b" l="l" r="r" t="t"/>
              <a:pathLst>
                <a:path extrusionOk="0" h="819" w="943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8295941" y="5126318"/>
              <a:ext cx="704091" cy="528763"/>
            </a:xfrm>
            <a:custGeom>
              <a:rect b="b" l="l" r="r" t="t"/>
              <a:pathLst>
                <a:path extrusionOk="0" h="302" w="401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8577020" y="4063225"/>
              <a:ext cx="1127100" cy="704090"/>
            </a:xfrm>
            <a:custGeom>
              <a:rect b="b" l="l" r="r" t="t"/>
              <a:pathLst>
                <a:path extrusionOk="0" h="401" w="643">
                  <a:moveTo>
                    <a:pt x="308" y="393"/>
                  </a:moveTo>
                  <a:cubicBezTo>
                    <a:pt x="234" y="393"/>
                    <a:pt x="125" y="338"/>
                    <a:pt x="63" y="302"/>
                  </a:cubicBezTo>
                  <a:cubicBezTo>
                    <a:pt x="8" y="271"/>
                    <a:pt x="0" y="169"/>
                    <a:pt x="32" y="111"/>
                  </a:cubicBezTo>
                  <a:cubicBezTo>
                    <a:pt x="64" y="55"/>
                    <a:pt x="137" y="67"/>
                    <a:pt x="186" y="75"/>
                  </a:cubicBezTo>
                  <a:cubicBezTo>
                    <a:pt x="190" y="76"/>
                    <a:pt x="193" y="76"/>
                    <a:pt x="197" y="77"/>
                  </a:cubicBezTo>
                  <a:cubicBezTo>
                    <a:pt x="242" y="84"/>
                    <a:pt x="338" y="75"/>
                    <a:pt x="395" y="40"/>
                  </a:cubicBezTo>
                  <a:cubicBezTo>
                    <a:pt x="462" y="0"/>
                    <a:pt x="558" y="101"/>
                    <a:pt x="586" y="133"/>
                  </a:cubicBezTo>
                  <a:cubicBezTo>
                    <a:pt x="643" y="199"/>
                    <a:pt x="612" y="259"/>
                    <a:pt x="579" y="305"/>
                  </a:cubicBezTo>
                  <a:cubicBezTo>
                    <a:pt x="543" y="354"/>
                    <a:pt x="444" y="371"/>
                    <a:pt x="365" y="385"/>
                  </a:cubicBezTo>
                  <a:cubicBezTo>
                    <a:pt x="352" y="387"/>
                    <a:pt x="341" y="389"/>
                    <a:pt x="330" y="391"/>
                  </a:cubicBezTo>
                  <a:cubicBezTo>
                    <a:pt x="323" y="392"/>
                    <a:pt x="316" y="393"/>
                    <a:pt x="308" y="393"/>
                  </a:cubicBezTo>
                  <a:close/>
                  <a:moveTo>
                    <a:pt x="121" y="72"/>
                  </a:moveTo>
                  <a:cubicBezTo>
                    <a:pt x="87" y="72"/>
                    <a:pt x="54" y="81"/>
                    <a:pt x="36" y="113"/>
                  </a:cubicBezTo>
                  <a:cubicBezTo>
                    <a:pt x="5" y="169"/>
                    <a:pt x="13" y="269"/>
                    <a:pt x="65" y="299"/>
                  </a:cubicBezTo>
                  <a:cubicBezTo>
                    <a:pt x="133" y="337"/>
                    <a:pt x="258" y="401"/>
                    <a:pt x="329" y="387"/>
                  </a:cubicBezTo>
                  <a:cubicBezTo>
                    <a:pt x="340" y="385"/>
                    <a:pt x="352" y="383"/>
                    <a:pt x="364" y="381"/>
                  </a:cubicBezTo>
                  <a:cubicBezTo>
                    <a:pt x="439" y="368"/>
                    <a:pt x="541" y="350"/>
                    <a:pt x="575" y="303"/>
                  </a:cubicBezTo>
                  <a:cubicBezTo>
                    <a:pt x="624" y="236"/>
                    <a:pt x="627" y="186"/>
                    <a:pt x="583" y="136"/>
                  </a:cubicBezTo>
                  <a:cubicBezTo>
                    <a:pt x="555" y="104"/>
                    <a:pt x="461" y="5"/>
                    <a:pt x="397" y="44"/>
                  </a:cubicBezTo>
                  <a:cubicBezTo>
                    <a:pt x="339" y="79"/>
                    <a:pt x="242" y="88"/>
                    <a:pt x="196" y="81"/>
                  </a:cubicBezTo>
                  <a:cubicBezTo>
                    <a:pt x="193" y="80"/>
                    <a:pt x="189" y="80"/>
                    <a:pt x="185" y="79"/>
                  </a:cubicBezTo>
                  <a:cubicBezTo>
                    <a:pt x="166" y="76"/>
                    <a:pt x="144" y="72"/>
                    <a:pt x="121" y="7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8" name="Google Shape;16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849826">
            <a:off x="7153084" y="4532223"/>
            <a:ext cx="842582" cy="8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468218">
            <a:off x="8661998" y="3979267"/>
            <a:ext cx="771427" cy="609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5"/>
          <p:cNvGrpSpPr/>
          <p:nvPr/>
        </p:nvGrpSpPr>
        <p:grpSpPr>
          <a:xfrm>
            <a:off x="-2083996" y="-890440"/>
            <a:ext cx="12421863" cy="7846998"/>
            <a:chOff x="-2083996" y="-890440"/>
            <a:chExt cx="12421863" cy="7846998"/>
          </a:xfrm>
        </p:grpSpPr>
        <p:grpSp>
          <p:nvGrpSpPr>
            <p:cNvPr id="172" name="Google Shape;172;p5"/>
            <p:cNvGrpSpPr/>
            <p:nvPr/>
          </p:nvGrpSpPr>
          <p:grpSpPr>
            <a:xfrm rot="2413556">
              <a:off x="-1504324" y="3357535"/>
              <a:ext cx="3121859" cy="2938434"/>
              <a:chOff x="3282875" y="75000"/>
              <a:chExt cx="3121875" cy="2938449"/>
            </a:xfrm>
          </p:grpSpPr>
          <p:sp>
            <p:nvSpPr>
              <p:cNvPr id="173" name="Google Shape;173;p5"/>
              <p:cNvSpPr/>
              <p:nvPr/>
            </p:nvSpPr>
            <p:spPr>
              <a:xfrm>
                <a:off x="4925437" y="449866"/>
                <a:ext cx="1479313" cy="1104445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4497090" y="1624833"/>
                <a:ext cx="975460" cy="967397"/>
              </a:xfrm>
              <a:custGeom>
                <a:rect b="b" l="l" r="r" t="t"/>
                <a:pathLst>
                  <a:path extrusionOk="0" h="762" w="768">
                    <a:moveTo>
                      <a:pt x="304" y="728"/>
                    </a:moveTo>
                    <a:cubicBezTo>
                      <a:pt x="252" y="728"/>
                      <a:pt x="198" y="698"/>
                      <a:pt x="139" y="653"/>
                    </a:cubicBezTo>
                    <a:cubicBezTo>
                      <a:pt x="39" y="576"/>
                      <a:pt x="0" y="418"/>
                      <a:pt x="58" y="328"/>
                    </a:cubicBezTo>
                    <a:cubicBezTo>
                      <a:pt x="80" y="295"/>
                      <a:pt x="99" y="270"/>
                      <a:pt x="115" y="248"/>
                    </a:cubicBezTo>
                    <a:cubicBezTo>
                      <a:pt x="145" y="209"/>
                      <a:pt x="168" y="178"/>
                      <a:pt x="189" y="128"/>
                    </a:cubicBezTo>
                    <a:cubicBezTo>
                      <a:pt x="226" y="39"/>
                      <a:pt x="306" y="3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78" y="1"/>
                      <a:pt x="592" y="19"/>
                      <a:pt x="652" y="82"/>
                    </a:cubicBezTo>
                    <a:cubicBezTo>
                      <a:pt x="713" y="145"/>
                      <a:pt x="768" y="289"/>
                      <a:pt x="713" y="393"/>
                    </a:cubicBezTo>
                    <a:cubicBezTo>
                      <a:pt x="682" y="451"/>
                      <a:pt x="628" y="493"/>
                      <a:pt x="571" y="538"/>
                    </a:cubicBezTo>
                    <a:cubicBezTo>
                      <a:pt x="527" y="573"/>
                      <a:pt x="481" y="609"/>
                      <a:pt x="438" y="657"/>
                    </a:cubicBezTo>
                    <a:cubicBezTo>
                      <a:pt x="392" y="707"/>
                      <a:pt x="349" y="728"/>
                      <a:pt x="304" y="728"/>
                    </a:cubicBezTo>
                    <a:close/>
                    <a:moveTo>
                      <a:pt x="369" y="4"/>
                    </a:moveTo>
                    <a:cubicBezTo>
                      <a:pt x="308" y="7"/>
                      <a:pt x="229" y="42"/>
                      <a:pt x="193" y="129"/>
                    </a:cubicBezTo>
                    <a:cubicBezTo>
                      <a:pt x="172" y="181"/>
                      <a:pt x="148" y="211"/>
                      <a:pt x="119" y="250"/>
                    </a:cubicBezTo>
                    <a:cubicBezTo>
                      <a:pt x="102" y="272"/>
                      <a:pt x="83" y="297"/>
                      <a:pt x="62" y="330"/>
                    </a:cubicBezTo>
                    <a:cubicBezTo>
                      <a:pt x="4" y="419"/>
                      <a:pt x="43" y="574"/>
                      <a:pt x="142" y="650"/>
                    </a:cubicBezTo>
                    <a:cubicBezTo>
                      <a:pt x="247" y="731"/>
                      <a:pt x="337" y="762"/>
                      <a:pt x="435" y="654"/>
                    </a:cubicBezTo>
                    <a:cubicBezTo>
                      <a:pt x="478" y="605"/>
                      <a:pt x="524" y="569"/>
                      <a:pt x="569" y="535"/>
                    </a:cubicBezTo>
                    <a:cubicBezTo>
                      <a:pt x="628" y="489"/>
                      <a:pt x="679" y="449"/>
                      <a:pt x="710" y="391"/>
                    </a:cubicBezTo>
                    <a:cubicBezTo>
                      <a:pt x="763" y="290"/>
                      <a:pt x="708" y="146"/>
                      <a:pt x="649" y="84"/>
                    </a:cubicBezTo>
                    <a:cubicBezTo>
                      <a:pt x="591" y="23"/>
                      <a:pt x="375" y="5"/>
                      <a:pt x="369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4714754" y="2058147"/>
                <a:ext cx="334558" cy="272081"/>
              </a:xfrm>
              <a:custGeom>
                <a:rect b="b" l="l" r="r" t="t"/>
                <a:pathLst>
                  <a:path extrusionOk="0" h="213" w="263">
                    <a:moveTo>
                      <a:pt x="128" y="211"/>
                    </a:moveTo>
                    <a:cubicBezTo>
                      <a:pt x="125" y="211"/>
                      <a:pt x="122" y="210"/>
                      <a:pt x="119" y="210"/>
                    </a:cubicBezTo>
                    <a:cubicBezTo>
                      <a:pt x="82" y="203"/>
                      <a:pt x="20" y="190"/>
                      <a:pt x="10" y="130"/>
                    </a:cubicBezTo>
                    <a:cubicBezTo>
                      <a:pt x="0" y="68"/>
                      <a:pt x="71" y="30"/>
                      <a:pt x="114" y="13"/>
                    </a:cubicBezTo>
                    <a:cubicBezTo>
                      <a:pt x="114" y="13"/>
                      <a:pt x="114" y="13"/>
                      <a:pt x="114" y="13"/>
                    </a:cubicBezTo>
                    <a:cubicBezTo>
                      <a:pt x="147" y="0"/>
                      <a:pt x="201" y="25"/>
                      <a:pt x="233" y="57"/>
                    </a:cubicBezTo>
                    <a:cubicBezTo>
                      <a:pt x="254" y="79"/>
                      <a:pt x="263" y="101"/>
                      <a:pt x="256" y="118"/>
                    </a:cubicBezTo>
                    <a:cubicBezTo>
                      <a:pt x="238" y="162"/>
                      <a:pt x="169" y="211"/>
                      <a:pt x="128" y="211"/>
                    </a:cubicBezTo>
                    <a:close/>
                    <a:moveTo>
                      <a:pt x="134" y="14"/>
                    </a:moveTo>
                    <a:cubicBezTo>
                      <a:pt x="127" y="14"/>
                      <a:pt x="121" y="15"/>
                      <a:pt x="116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74" y="34"/>
                      <a:pt x="4" y="71"/>
                      <a:pt x="14" y="130"/>
                    </a:cubicBezTo>
                    <a:cubicBezTo>
                      <a:pt x="23" y="187"/>
                      <a:pt x="84" y="199"/>
                      <a:pt x="120" y="206"/>
                    </a:cubicBezTo>
                    <a:cubicBezTo>
                      <a:pt x="159" y="213"/>
                      <a:pt x="234" y="163"/>
                      <a:pt x="252" y="117"/>
                    </a:cubicBezTo>
                    <a:cubicBezTo>
                      <a:pt x="259" y="101"/>
                      <a:pt x="250" y="80"/>
                      <a:pt x="230" y="60"/>
                    </a:cubicBezTo>
                    <a:cubicBezTo>
                      <a:pt x="205" y="35"/>
                      <a:pt x="165" y="14"/>
                      <a:pt x="134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3282875" y="75000"/>
                <a:ext cx="1598223" cy="1547834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3847191" y="905349"/>
                <a:ext cx="395021" cy="437344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3506586" y="268479"/>
                <a:ext cx="1076230" cy="123343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4626076" y="1751805"/>
                <a:ext cx="679195" cy="679193"/>
              </a:xfrm>
              <a:custGeom>
                <a:rect b="b" l="l" r="r" t="t"/>
                <a:pathLst>
                  <a:path extrusionOk="0" h="534" w="535">
                    <a:moveTo>
                      <a:pt x="183" y="533"/>
                    </a:moveTo>
                    <a:cubicBezTo>
                      <a:pt x="179" y="533"/>
                      <a:pt x="175" y="532"/>
                      <a:pt x="171" y="532"/>
                    </a:cubicBezTo>
                    <a:cubicBezTo>
                      <a:pt x="116" y="525"/>
                      <a:pt x="0" y="417"/>
                      <a:pt x="7" y="351"/>
                    </a:cubicBezTo>
                    <a:cubicBezTo>
                      <a:pt x="17" y="262"/>
                      <a:pt x="64" y="213"/>
                      <a:pt x="95" y="181"/>
                    </a:cubicBezTo>
                    <a:cubicBezTo>
                      <a:pt x="136" y="138"/>
                      <a:pt x="160" y="109"/>
                      <a:pt x="207" y="41"/>
                    </a:cubicBezTo>
                    <a:cubicBezTo>
                      <a:pt x="221" y="20"/>
                      <a:pt x="246" y="8"/>
                      <a:pt x="281" y="5"/>
                    </a:cubicBezTo>
                    <a:cubicBezTo>
                      <a:pt x="344" y="0"/>
                      <a:pt x="432" y="29"/>
                      <a:pt x="468" y="67"/>
                    </a:cubicBezTo>
                    <a:cubicBezTo>
                      <a:pt x="516" y="117"/>
                      <a:pt x="535" y="230"/>
                      <a:pt x="502" y="271"/>
                    </a:cubicBezTo>
                    <a:cubicBezTo>
                      <a:pt x="486" y="291"/>
                      <a:pt x="456" y="324"/>
                      <a:pt x="424" y="360"/>
                    </a:cubicBezTo>
                    <a:cubicBezTo>
                      <a:pt x="394" y="392"/>
                      <a:pt x="363" y="426"/>
                      <a:pt x="344" y="450"/>
                    </a:cubicBezTo>
                    <a:cubicBezTo>
                      <a:pt x="305" y="497"/>
                      <a:pt x="234" y="533"/>
                      <a:pt x="183" y="533"/>
                    </a:cubicBezTo>
                    <a:close/>
                    <a:moveTo>
                      <a:pt x="297" y="9"/>
                    </a:moveTo>
                    <a:cubicBezTo>
                      <a:pt x="292" y="9"/>
                      <a:pt x="286" y="9"/>
                      <a:pt x="281" y="9"/>
                    </a:cubicBezTo>
                    <a:cubicBezTo>
                      <a:pt x="248" y="12"/>
                      <a:pt x="224" y="24"/>
                      <a:pt x="210" y="43"/>
                    </a:cubicBezTo>
                    <a:cubicBezTo>
                      <a:pt x="163" y="112"/>
                      <a:pt x="139" y="141"/>
                      <a:pt x="98" y="183"/>
                    </a:cubicBezTo>
                    <a:cubicBezTo>
                      <a:pt x="67" y="216"/>
                      <a:pt x="21" y="264"/>
                      <a:pt x="12" y="351"/>
                    </a:cubicBezTo>
                    <a:cubicBezTo>
                      <a:pt x="5" y="415"/>
                      <a:pt x="119" y="521"/>
                      <a:pt x="171" y="528"/>
                    </a:cubicBezTo>
                    <a:cubicBezTo>
                      <a:pt x="222" y="534"/>
                      <a:pt x="299" y="497"/>
                      <a:pt x="341" y="447"/>
                    </a:cubicBezTo>
                    <a:cubicBezTo>
                      <a:pt x="360" y="424"/>
                      <a:pt x="391" y="390"/>
                      <a:pt x="421" y="357"/>
                    </a:cubicBezTo>
                    <a:cubicBezTo>
                      <a:pt x="453" y="322"/>
                      <a:pt x="483" y="288"/>
                      <a:pt x="499" y="268"/>
                    </a:cubicBezTo>
                    <a:cubicBezTo>
                      <a:pt x="529" y="232"/>
                      <a:pt x="516" y="123"/>
                      <a:pt x="465" y="70"/>
                    </a:cubicBezTo>
                    <a:cubicBezTo>
                      <a:pt x="436" y="39"/>
                      <a:pt x="363" y="9"/>
                      <a:pt x="297" y="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4220977" y="1387015"/>
                <a:ext cx="1356373" cy="1626434"/>
              </a:xfrm>
              <a:custGeom>
                <a:rect b="b" l="l" r="r" t="t"/>
                <a:pathLst>
                  <a:path extrusionOk="0" h="1278" w="1068">
                    <a:moveTo>
                      <a:pt x="352" y="1268"/>
                    </a:moveTo>
                    <a:cubicBezTo>
                      <a:pt x="320" y="1268"/>
                      <a:pt x="292" y="1258"/>
                      <a:pt x="270" y="1247"/>
                    </a:cubicBezTo>
                    <a:cubicBezTo>
                      <a:pt x="208" y="1215"/>
                      <a:pt x="165" y="1155"/>
                      <a:pt x="162" y="1117"/>
                    </a:cubicBezTo>
                    <a:cubicBezTo>
                      <a:pt x="157" y="1070"/>
                      <a:pt x="116" y="967"/>
                      <a:pt x="77" y="868"/>
                    </a:cubicBezTo>
                    <a:cubicBezTo>
                      <a:pt x="60" y="823"/>
                      <a:pt x="43" y="781"/>
                      <a:pt x="30" y="745"/>
                    </a:cubicBezTo>
                    <a:cubicBezTo>
                      <a:pt x="0" y="662"/>
                      <a:pt x="46" y="568"/>
                      <a:pt x="162" y="475"/>
                    </a:cubicBezTo>
                    <a:cubicBezTo>
                      <a:pt x="220" y="429"/>
                      <a:pt x="310" y="297"/>
                      <a:pt x="321" y="195"/>
                    </a:cubicBezTo>
                    <a:cubicBezTo>
                      <a:pt x="330" y="100"/>
                      <a:pt x="442" y="58"/>
                      <a:pt x="510" y="33"/>
                    </a:cubicBezTo>
                    <a:cubicBezTo>
                      <a:pt x="515" y="31"/>
                      <a:pt x="521" y="29"/>
                      <a:pt x="526" y="27"/>
                    </a:cubicBezTo>
                    <a:cubicBezTo>
                      <a:pt x="594" y="0"/>
                      <a:pt x="888" y="104"/>
                      <a:pt x="957" y="179"/>
                    </a:cubicBezTo>
                    <a:cubicBezTo>
                      <a:pt x="1026" y="256"/>
                      <a:pt x="1040" y="366"/>
                      <a:pt x="1054" y="473"/>
                    </a:cubicBezTo>
                    <a:cubicBezTo>
                      <a:pt x="1068" y="582"/>
                      <a:pt x="964" y="810"/>
                      <a:pt x="863" y="894"/>
                    </a:cubicBezTo>
                    <a:cubicBezTo>
                      <a:pt x="835" y="917"/>
                      <a:pt x="800" y="948"/>
                      <a:pt x="760" y="984"/>
                    </a:cubicBezTo>
                    <a:cubicBezTo>
                      <a:pt x="657" y="1076"/>
                      <a:pt x="529" y="1190"/>
                      <a:pt x="434" y="1245"/>
                    </a:cubicBezTo>
                    <a:cubicBezTo>
                      <a:pt x="405" y="1262"/>
                      <a:pt x="377" y="1268"/>
                      <a:pt x="352" y="1268"/>
                    </a:cubicBezTo>
                    <a:close/>
                    <a:moveTo>
                      <a:pt x="555" y="27"/>
                    </a:moveTo>
                    <a:cubicBezTo>
                      <a:pt x="543" y="27"/>
                      <a:pt x="534" y="28"/>
                      <a:pt x="527" y="31"/>
                    </a:cubicBezTo>
                    <a:cubicBezTo>
                      <a:pt x="522" y="33"/>
                      <a:pt x="517" y="35"/>
                      <a:pt x="511" y="37"/>
                    </a:cubicBezTo>
                    <a:cubicBezTo>
                      <a:pt x="445" y="62"/>
                      <a:pt x="334" y="103"/>
                      <a:pt x="325" y="195"/>
                    </a:cubicBezTo>
                    <a:cubicBezTo>
                      <a:pt x="314" y="299"/>
                      <a:pt x="223" y="432"/>
                      <a:pt x="165" y="479"/>
                    </a:cubicBezTo>
                    <a:cubicBezTo>
                      <a:pt x="50" y="570"/>
                      <a:pt x="5" y="662"/>
                      <a:pt x="34" y="744"/>
                    </a:cubicBezTo>
                    <a:cubicBezTo>
                      <a:pt x="47" y="779"/>
                      <a:pt x="64" y="821"/>
                      <a:pt x="81" y="866"/>
                    </a:cubicBezTo>
                    <a:cubicBezTo>
                      <a:pt x="120" y="966"/>
                      <a:pt x="161" y="1069"/>
                      <a:pt x="166" y="1116"/>
                    </a:cubicBezTo>
                    <a:cubicBezTo>
                      <a:pt x="169" y="1153"/>
                      <a:pt x="211" y="1212"/>
                      <a:pt x="272" y="1243"/>
                    </a:cubicBezTo>
                    <a:cubicBezTo>
                      <a:pt x="310" y="1263"/>
                      <a:pt x="368" y="1278"/>
                      <a:pt x="432" y="1241"/>
                    </a:cubicBezTo>
                    <a:cubicBezTo>
                      <a:pt x="527" y="1187"/>
                      <a:pt x="654" y="1073"/>
                      <a:pt x="757" y="981"/>
                    </a:cubicBezTo>
                    <a:cubicBezTo>
                      <a:pt x="798" y="945"/>
                      <a:pt x="832" y="914"/>
                      <a:pt x="860" y="891"/>
                    </a:cubicBezTo>
                    <a:cubicBezTo>
                      <a:pt x="961" y="808"/>
                      <a:pt x="1064" y="581"/>
                      <a:pt x="1050" y="474"/>
                    </a:cubicBezTo>
                    <a:cubicBezTo>
                      <a:pt x="1036" y="367"/>
                      <a:pt x="1022" y="257"/>
                      <a:pt x="954" y="182"/>
                    </a:cubicBezTo>
                    <a:cubicBezTo>
                      <a:pt x="916" y="141"/>
                      <a:pt x="818" y="96"/>
                      <a:pt x="739" y="69"/>
                    </a:cubicBezTo>
                    <a:cubicBezTo>
                      <a:pt x="662" y="42"/>
                      <a:pt x="595" y="27"/>
                      <a:pt x="555" y="2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5"/>
            <p:cNvGrpSpPr/>
            <p:nvPr/>
          </p:nvGrpSpPr>
          <p:grpSpPr>
            <a:xfrm>
              <a:off x="7215992" y="-890440"/>
              <a:ext cx="3121875" cy="2938449"/>
              <a:chOff x="3282875" y="75000"/>
              <a:chExt cx="3121875" cy="2938449"/>
            </a:xfrm>
          </p:grpSpPr>
          <p:sp>
            <p:nvSpPr>
              <p:cNvPr id="182" name="Google Shape;182;p5"/>
              <p:cNvSpPr/>
              <p:nvPr/>
            </p:nvSpPr>
            <p:spPr>
              <a:xfrm>
                <a:off x="4925437" y="449866"/>
                <a:ext cx="1479313" cy="1104445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5199533" y="603037"/>
                <a:ext cx="1011738" cy="783995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5592538" y="899303"/>
                <a:ext cx="453469" cy="366805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4497090" y="1624833"/>
                <a:ext cx="975460" cy="967397"/>
              </a:xfrm>
              <a:custGeom>
                <a:rect b="b" l="l" r="r" t="t"/>
                <a:pathLst>
                  <a:path extrusionOk="0" h="762" w="768">
                    <a:moveTo>
                      <a:pt x="304" y="728"/>
                    </a:moveTo>
                    <a:cubicBezTo>
                      <a:pt x="252" y="728"/>
                      <a:pt x="198" y="698"/>
                      <a:pt x="139" y="653"/>
                    </a:cubicBezTo>
                    <a:cubicBezTo>
                      <a:pt x="39" y="576"/>
                      <a:pt x="0" y="418"/>
                      <a:pt x="58" y="328"/>
                    </a:cubicBezTo>
                    <a:cubicBezTo>
                      <a:pt x="80" y="295"/>
                      <a:pt x="99" y="270"/>
                      <a:pt x="115" y="248"/>
                    </a:cubicBezTo>
                    <a:cubicBezTo>
                      <a:pt x="145" y="209"/>
                      <a:pt x="168" y="178"/>
                      <a:pt x="189" y="128"/>
                    </a:cubicBezTo>
                    <a:cubicBezTo>
                      <a:pt x="226" y="39"/>
                      <a:pt x="306" y="3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78" y="1"/>
                      <a:pt x="592" y="19"/>
                      <a:pt x="652" y="82"/>
                    </a:cubicBezTo>
                    <a:cubicBezTo>
                      <a:pt x="713" y="145"/>
                      <a:pt x="768" y="289"/>
                      <a:pt x="713" y="393"/>
                    </a:cubicBezTo>
                    <a:cubicBezTo>
                      <a:pt x="682" y="451"/>
                      <a:pt x="628" y="493"/>
                      <a:pt x="571" y="538"/>
                    </a:cubicBezTo>
                    <a:cubicBezTo>
                      <a:pt x="527" y="573"/>
                      <a:pt x="481" y="609"/>
                      <a:pt x="438" y="657"/>
                    </a:cubicBezTo>
                    <a:cubicBezTo>
                      <a:pt x="392" y="707"/>
                      <a:pt x="349" y="728"/>
                      <a:pt x="304" y="728"/>
                    </a:cubicBezTo>
                    <a:close/>
                    <a:moveTo>
                      <a:pt x="369" y="4"/>
                    </a:moveTo>
                    <a:cubicBezTo>
                      <a:pt x="308" y="7"/>
                      <a:pt x="229" y="42"/>
                      <a:pt x="193" y="129"/>
                    </a:cubicBezTo>
                    <a:cubicBezTo>
                      <a:pt x="172" y="181"/>
                      <a:pt x="148" y="211"/>
                      <a:pt x="119" y="250"/>
                    </a:cubicBezTo>
                    <a:cubicBezTo>
                      <a:pt x="102" y="272"/>
                      <a:pt x="83" y="297"/>
                      <a:pt x="62" y="330"/>
                    </a:cubicBezTo>
                    <a:cubicBezTo>
                      <a:pt x="4" y="419"/>
                      <a:pt x="43" y="574"/>
                      <a:pt x="142" y="650"/>
                    </a:cubicBezTo>
                    <a:cubicBezTo>
                      <a:pt x="247" y="731"/>
                      <a:pt x="337" y="762"/>
                      <a:pt x="435" y="654"/>
                    </a:cubicBezTo>
                    <a:cubicBezTo>
                      <a:pt x="478" y="605"/>
                      <a:pt x="524" y="569"/>
                      <a:pt x="569" y="535"/>
                    </a:cubicBezTo>
                    <a:cubicBezTo>
                      <a:pt x="628" y="489"/>
                      <a:pt x="679" y="449"/>
                      <a:pt x="710" y="391"/>
                    </a:cubicBezTo>
                    <a:cubicBezTo>
                      <a:pt x="763" y="290"/>
                      <a:pt x="708" y="146"/>
                      <a:pt x="649" y="84"/>
                    </a:cubicBezTo>
                    <a:cubicBezTo>
                      <a:pt x="591" y="23"/>
                      <a:pt x="375" y="5"/>
                      <a:pt x="369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714754" y="2058147"/>
                <a:ext cx="334558" cy="272081"/>
              </a:xfrm>
              <a:custGeom>
                <a:rect b="b" l="l" r="r" t="t"/>
                <a:pathLst>
                  <a:path extrusionOk="0" h="213" w="263">
                    <a:moveTo>
                      <a:pt x="128" y="211"/>
                    </a:moveTo>
                    <a:cubicBezTo>
                      <a:pt x="125" y="211"/>
                      <a:pt x="122" y="210"/>
                      <a:pt x="119" y="210"/>
                    </a:cubicBezTo>
                    <a:cubicBezTo>
                      <a:pt x="82" y="203"/>
                      <a:pt x="20" y="190"/>
                      <a:pt x="10" y="130"/>
                    </a:cubicBezTo>
                    <a:cubicBezTo>
                      <a:pt x="0" y="68"/>
                      <a:pt x="71" y="30"/>
                      <a:pt x="114" y="13"/>
                    </a:cubicBezTo>
                    <a:cubicBezTo>
                      <a:pt x="114" y="13"/>
                      <a:pt x="114" y="13"/>
                      <a:pt x="114" y="13"/>
                    </a:cubicBezTo>
                    <a:cubicBezTo>
                      <a:pt x="147" y="0"/>
                      <a:pt x="201" y="25"/>
                      <a:pt x="233" y="57"/>
                    </a:cubicBezTo>
                    <a:cubicBezTo>
                      <a:pt x="254" y="79"/>
                      <a:pt x="263" y="101"/>
                      <a:pt x="256" y="118"/>
                    </a:cubicBezTo>
                    <a:cubicBezTo>
                      <a:pt x="238" y="162"/>
                      <a:pt x="169" y="211"/>
                      <a:pt x="128" y="211"/>
                    </a:cubicBezTo>
                    <a:close/>
                    <a:moveTo>
                      <a:pt x="134" y="14"/>
                    </a:moveTo>
                    <a:cubicBezTo>
                      <a:pt x="127" y="14"/>
                      <a:pt x="121" y="15"/>
                      <a:pt x="116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74" y="34"/>
                      <a:pt x="4" y="71"/>
                      <a:pt x="14" y="130"/>
                    </a:cubicBezTo>
                    <a:cubicBezTo>
                      <a:pt x="23" y="187"/>
                      <a:pt x="84" y="199"/>
                      <a:pt x="120" y="206"/>
                    </a:cubicBezTo>
                    <a:cubicBezTo>
                      <a:pt x="159" y="213"/>
                      <a:pt x="234" y="163"/>
                      <a:pt x="252" y="117"/>
                    </a:cubicBezTo>
                    <a:cubicBezTo>
                      <a:pt x="259" y="101"/>
                      <a:pt x="250" y="80"/>
                      <a:pt x="230" y="60"/>
                    </a:cubicBezTo>
                    <a:cubicBezTo>
                      <a:pt x="205" y="35"/>
                      <a:pt x="165" y="14"/>
                      <a:pt x="134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3282875" y="75000"/>
                <a:ext cx="1598223" cy="1547834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3847191" y="905349"/>
                <a:ext cx="395021" cy="437344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3506586" y="268479"/>
                <a:ext cx="1076230" cy="123343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4220977" y="1387015"/>
                <a:ext cx="1356373" cy="1626434"/>
              </a:xfrm>
              <a:custGeom>
                <a:rect b="b" l="l" r="r" t="t"/>
                <a:pathLst>
                  <a:path extrusionOk="0" h="1278" w="1068">
                    <a:moveTo>
                      <a:pt x="352" y="1268"/>
                    </a:moveTo>
                    <a:cubicBezTo>
                      <a:pt x="320" y="1268"/>
                      <a:pt x="292" y="1258"/>
                      <a:pt x="270" y="1247"/>
                    </a:cubicBezTo>
                    <a:cubicBezTo>
                      <a:pt x="208" y="1215"/>
                      <a:pt x="165" y="1155"/>
                      <a:pt x="162" y="1117"/>
                    </a:cubicBezTo>
                    <a:cubicBezTo>
                      <a:pt x="157" y="1070"/>
                      <a:pt x="116" y="967"/>
                      <a:pt x="77" y="868"/>
                    </a:cubicBezTo>
                    <a:cubicBezTo>
                      <a:pt x="60" y="823"/>
                      <a:pt x="43" y="781"/>
                      <a:pt x="30" y="745"/>
                    </a:cubicBezTo>
                    <a:cubicBezTo>
                      <a:pt x="0" y="662"/>
                      <a:pt x="46" y="568"/>
                      <a:pt x="162" y="475"/>
                    </a:cubicBezTo>
                    <a:cubicBezTo>
                      <a:pt x="220" y="429"/>
                      <a:pt x="310" y="297"/>
                      <a:pt x="321" y="195"/>
                    </a:cubicBezTo>
                    <a:cubicBezTo>
                      <a:pt x="330" y="100"/>
                      <a:pt x="442" y="58"/>
                      <a:pt x="510" y="33"/>
                    </a:cubicBezTo>
                    <a:cubicBezTo>
                      <a:pt x="515" y="31"/>
                      <a:pt x="521" y="29"/>
                      <a:pt x="526" y="27"/>
                    </a:cubicBezTo>
                    <a:cubicBezTo>
                      <a:pt x="594" y="0"/>
                      <a:pt x="888" y="104"/>
                      <a:pt x="957" y="179"/>
                    </a:cubicBezTo>
                    <a:cubicBezTo>
                      <a:pt x="1026" y="256"/>
                      <a:pt x="1040" y="366"/>
                      <a:pt x="1054" y="473"/>
                    </a:cubicBezTo>
                    <a:cubicBezTo>
                      <a:pt x="1068" y="582"/>
                      <a:pt x="964" y="810"/>
                      <a:pt x="863" y="894"/>
                    </a:cubicBezTo>
                    <a:cubicBezTo>
                      <a:pt x="835" y="917"/>
                      <a:pt x="800" y="948"/>
                      <a:pt x="760" y="984"/>
                    </a:cubicBezTo>
                    <a:cubicBezTo>
                      <a:pt x="657" y="1076"/>
                      <a:pt x="529" y="1190"/>
                      <a:pt x="434" y="1245"/>
                    </a:cubicBezTo>
                    <a:cubicBezTo>
                      <a:pt x="405" y="1262"/>
                      <a:pt x="377" y="1268"/>
                      <a:pt x="352" y="1268"/>
                    </a:cubicBezTo>
                    <a:close/>
                    <a:moveTo>
                      <a:pt x="555" y="27"/>
                    </a:moveTo>
                    <a:cubicBezTo>
                      <a:pt x="543" y="27"/>
                      <a:pt x="534" y="28"/>
                      <a:pt x="527" y="31"/>
                    </a:cubicBezTo>
                    <a:cubicBezTo>
                      <a:pt x="522" y="33"/>
                      <a:pt x="517" y="35"/>
                      <a:pt x="511" y="37"/>
                    </a:cubicBezTo>
                    <a:cubicBezTo>
                      <a:pt x="445" y="62"/>
                      <a:pt x="334" y="103"/>
                      <a:pt x="325" y="195"/>
                    </a:cubicBezTo>
                    <a:cubicBezTo>
                      <a:pt x="314" y="299"/>
                      <a:pt x="223" y="432"/>
                      <a:pt x="165" y="479"/>
                    </a:cubicBezTo>
                    <a:cubicBezTo>
                      <a:pt x="50" y="570"/>
                      <a:pt x="5" y="662"/>
                      <a:pt x="34" y="744"/>
                    </a:cubicBezTo>
                    <a:cubicBezTo>
                      <a:pt x="47" y="779"/>
                      <a:pt x="64" y="821"/>
                      <a:pt x="81" y="866"/>
                    </a:cubicBezTo>
                    <a:cubicBezTo>
                      <a:pt x="120" y="966"/>
                      <a:pt x="161" y="1069"/>
                      <a:pt x="166" y="1116"/>
                    </a:cubicBezTo>
                    <a:cubicBezTo>
                      <a:pt x="169" y="1153"/>
                      <a:pt x="211" y="1212"/>
                      <a:pt x="272" y="1243"/>
                    </a:cubicBezTo>
                    <a:cubicBezTo>
                      <a:pt x="310" y="1263"/>
                      <a:pt x="368" y="1278"/>
                      <a:pt x="432" y="1241"/>
                    </a:cubicBezTo>
                    <a:cubicBezTo>
                      <a:pt x="527" y="1187"/>
                      <a:pt x="654" y="1073"/>
                      <a:pt x="757" y="981"/>
                    </a:cubicBezTo>
                    <a:cubicBezTo>
                      <a:pt x="798" y="945"/>
                      <a:pt x="832" y="914"/>
                      <a:pt x="860" y="891"/>
                    </a:cubicBezTo>
                    <a:cubicBezTo>
                      <a:pt x="961" y="808"/>
                      <a:pt x="1064" y="581"/>
                      <a:pt x="1050" y="474"/>
                    </a:cubicBezTo>
                    <a:cubicBezTo>
                      <a:pt x="1036" y="367"/>
                      <a:pt x="1022" y="257"/>
                      <a:pt x="954" y="182"/>
                    </a:cubicBezTo>
                    <a:cubicBezTo>
                      <a:pt x="916" y="141"/>
                      <a:pt x="818" y="96"/>
                      <a:pt x="739" y="69"/>
                    </a:cubicBezTo>
                    <a:cubicBezTo>
                      <a:pt x="662" y="42"/>
                      <a:pt x="595" y="27"/>
                      <a:pt x="555" y="2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4626076" y="1751805"/>
                <a:ext cx="679195" cy="679193"/>
              </a:xfrm>
              <a:custGeom>
                <a:rect b="b" l="l" r="r" t="t"/>
                <a:pathLst>
                  <a:path extrusionOk="0" h="534" w="535">
                    <a:moveTo>
                      <a:pt x="183" y="533"/>
                    </a:moveTo>
                    <a:cubicBezTo>
                      <a:pt x="179" y="533"/>
                      <a:pt x="175" y="532"/>
                      <a:pt x="171" y="532"/>
                    </a:cubicBezTo>
                    <a:cubicBezTo>
                      <a:pt x="116" y="525"/>
                      <a:pt x="0" y="417"/>
                      <a:pt x="7" y="351"/>
                    </a:cubicBezTo>
                    <a:cubicBezTo>
                      <a:pt x="17" y="262"/>
                      <a:pt x="64" y="213"/>
                      <a:pt x="95" y="181"/>
                    </a:cubicBezTo>
                    <a:cubicBezTo>
                      <a:pt x="136" y="138"/>
                      <a:pt x="160" y="109"/>
                      <a:pt x="207" y="41"/>
                    </a:cubicBezTo>
                    <a:cubicBezTo>
                      <a:pt x="221" y="20"/>
                      <a:pt x="246" y="8"/>
                      <a:pt x="281" y="5"/>
                    </a:cubicBezTo>
                    <a:cubicBezTo>
                      <a:pt x="344" y="0"/>
                      <a:pt x="432" y="29"/>
                      <a:pt x="468" y="67"/>
                    </a:cubicBezTo>
                    <a:cubicBezTo>
                      <a:pt x="516" y="117"/>
                      <a:pt x="535" y="230"/>
                      <a:pt x="502" y="271"/>
                    </a:cubicBezTo>
                    <a:cubicBezTo>
                      <a:pt x="486" y="291"/>
                      <a:pt x="456" y="324"/>
                      <a:pt x="424" y="360"/>
                    </a:cubicBezTo>
                    <a:cubicBezTo>
                      <a:pt x="394" y="392"/>
                      <a:pt x="363" y="426"/>
                      <a:pt x="344" y="450"/>
                    </a:cubicBezTo>
                    <a:cubicBezTo>
                      <a:pt x="305" y="497"/>
                      <a:pt x="234" y="533"/>
                      <a:pt x="183" y="533"/>
                    </a:cubicBezTo>
                    <a:close/>
                    <a:moveTo>
                      <a:pt x="297" y="9"/>
                    </a:moveTo>
                    <a:cubicBezTo>
                      <a:pt x="292" y="9"/>
                      <a:pt x="286" y="9"/>
                      <a:pt x="281" y="9"/>
                    </a:cubicBezTo>
                    <a:cubicBezTo>
                      <a:pt x="248" y="12"/>
                      <a:pt x="224" y="24"/>
                      <a:pt x="210" y="43"/>
                    </a:cubicBezTo>
                    <a:cubicBezTo>
                      <a:pt x="163" y="112"/>
                      <a:pt x="139" y="141"/>
                      <a:pt x="98" y="183"/>
                    </a:cubicBezTo>
                    <a:cubicBezTo>
                      <a:pt x="67" y="216"/>
                      <a:pt x="21" y="264"/>
                      <a:pt x="12" y="351"/>
                    </a:cubicBezTo>
                    <a:cubicBezTo>
                      <a:pt x="5" y="415"/>
                      <a:pt x="119" y="521"/>
                      <a:pt x="171" y="528"/>
                    </a:cubicBezTo>
                    <a:cubicBezTo>
                      <a:pt x="222" y="534"/>
                      <a:pt x="299" y="497"/>
                      <a:pt x="341" y="447"/>
                    </a:cubicBezTo>
                    <a:cubicBezTo>
                      <a:pt x="360" y="424"/>
                      <a:pt x="391" y="390"/>
                      <a:pt x="421" y="357"/>
                    </a:cubicBezTo>
                    <a:cubicBezTo>
                      <a:pt x="453" y="322"/>
                      <a:pt x="483" y="288"/>
                      <a:pt x="499" y="268"/>
                    </a:cubicBezTo>
                    <a:cubicBezTo>
                      <a:pt x="529" y="232"/>
                      <a:pt x="516" y="123"/>
                      <a:pt x="465" y="70"/>
                    </a:cubicBezTo>
                    <a:cubicBezTo>
                      <a:pt x="436" y="39"/>
                      <a:pt x="363" y="9"/>
                      <a:pt x="297" y="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" name="Google Shape;19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3" name="Google Shape;193;p5"/>
          <p:cNvSpPr txBox="1"/>
          <p:nvPr>
            <p:ph idx="1" type="subTitle"/>
          </p:nvPr>
        </p:nvSpPr>
        <p:spPr>
          <a:xfrm>
            <a:off x="4923249" y="2424875"/>
            <a:ext cx="25056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5"/>
          <p:cNvSpPr txBox="1"/>
          <p:nvPr>
            <p:ph idx="2" type="subTitle"/>
          </p:nvPr>
        </p:nvSpPr>
        <p:spPr>
          <a:xfrm>
            <a:off x="1715375" y="2424875"/>
            <a:ext cx="25056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5"/>
          <p:cNvSpPr txBox="1"/>
          <p:nvPr>
            <p:ph idx="3" type="subTitle"/>
          </p:nvPr>
        </p:nvSpPr>
        <p:spPr>
          <a:xfrm>
            <a:off x="1715375" y="2035904"/>
            <a:ext cx="2505600" cy="4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196" name="Google Shape;196;p5"/>
          <p:cNvSpPr txBox="1"/>
          <p:nvPr>
            <p:ph idx="4" type="subTitle"/>
          </p:nvPr>
        </p:nvSpPr>
        <p:spPr>
          <a:xfrm>
            <a:off x="4923250" y="2035904"/>
            <a:ext cx="2505600" cy="4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grpSp>
        <p:nvGrpSpPr>
          <p:cNvPr id="197" name="Google Shape;197;p5"/>
          <p:cNvGrpSpPr/>
          <p:nvPr/>
        </p:nvGrpSpPr>
        <p:grpSpPr>
          <a:xfrm>
            <a:off x="310118" y="-328432"/>
            <a:ext cx="8833877" cy="5868817"/>
            <a:chOff x="310118" y="-269357"/>
            <a:chExt cx="8833877" cy="5868817"/>
          </a:xfrm>
        </p:grpSpPr>
        <p:pic>
          <p:nvPicPr>
            <p:cNvPr id="198" name="Google Shape;198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964704">
              <a:off x="447537" y="4578018"/>
              <a:ext cx="1023670" cy="8088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98621" y="871525"/>
              <a:ext cx="545374" cy="651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39789" y="-269357"/>
              <a:ext cx="676516" cy="8088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03" name="Google Shape;203;p6"/>
          <p:cNvGrpSpPr/>
          <p:nvPr/>
        </p:nvGrpSpPr>
        <p:grpSpPr>
          <a:xfrm>
            <a:off x="-1237937" y="-622220"/>
            <a:ext cx="12160082" cy="6913352"/>
            <a:chOff x="-1237937" y="-622220"/>
            <a:chExt cx="12160082" cy="6913352"/>
          </a:xfrm>
        </p:grpSpPr>
        <p:grpSp>
          <p:nvGrpSpPr>
            <p:cNvPr id="204" name="Google Shape;204;p6"/>
            <p:cNvGrpSpPr/>
            <p:nvPr/>
          </p:nvGrpSpPr>
          <p:grpSpPr>
            <a:xfrm>
              <a:off x="-1237937" y="3258896"/>
              <a:ext cx="3038529" cy="3032236"/>
              <a:chOff x="-1237937" y="3258896"/>
              <a:chExt cx="3038529" cy="3032236"/>
            </a:xfrm>
          </p:grpSpPr>
          <p:sp>
            <p:nvSpPr>
              <p:cNvPr id="205" name="Google Shape;205;p6"/>
              <p:cNvSpPr/>
              <p:nvPr/>
            </p:nvSpPr>
            <p:spPr>
              <a:xfrm rot="2413558">
                <a:off x="139586" y="4839620"/>
                <a:ext cx="1479306" cy="1104439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 rot="2413556">
                <a:off x="408704" y="5020490"/>
                <a:ext cx="1011733" cy="783991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 rot="2413555">
                <a:off x="718160" y="5369558"/>
                <a:ext cx="453466" cy="366803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 rot="2413554">
                <a:off x="-927127" y="3591934"/>
                <a:ext cx="1598216" cy="1547826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 rot="2413552">
                <a:off x="-531658" y="4333139"/>
                <a:ext cx="395019" cy="437342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 rot="2413554">
                <a:off x="-718027" y="3752755"/>
                <a:ext cx="1076225" cy="1233425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8034521" y="-622220"/>
              <a:ext cx="1798167" cy="1969861"/>
              <a:chOff x="8034521" y="-622220"/>
              <a:chExt cx="1798167" cy="1969861"/>
            </a:xfrm>
          </p:grpSpPr>
          <p:sp>
            <p:nvSpPr>
              <p:cNvPr id="212" name="Google Shape;212;p6"/>
              <p:cNvSpPr/>
              <p:nvPr/>
            </p:nvSpPr>
            <p:spPr>
              <a:xfrm rot="1097118">
                <a:off x="8555977" y="-181182"/>
                <a:ext cx="975455" cy="967393"/>
              </a:xfrm>
              <a:custGeom>
                <a:rect b="b" l="l" r="r" t="t"/>
                <a:pathLst>
                  <a:path extrusionOk="0" h="762" w="768">
                    <a:moveTo>
                      <a:pt x="304" y="728"/>
                    </a:moveTo>
                    <a:cubicBezTo>
                      <a:pt x="252" y="728"/>
                      <a:pt x="198" y="698"/>
                      <a:pt x="139" y="653"/>
                    </a:cubicBezTo>
                    <a:cubicBezTo>
                      <a:pt x="39" y="576"/>
                      <a:pt x="0" y="418"/>
                      <a:pt x="58" y="328"/>
                    </a:cubicBezTo>
                    <a:cubicBezTo>
                      <a:pt x="80" y="295"/>
                      <a:pt x="99" y="270"/>
                      <a:pt x="115" y="248"/>
                    </a:cubicBezTo>
                    <a:cubicBezTo>
                      <a:pt x="145" y="209"/>
                      <a:pt x="168" y="178"/>
                      <a:pt x="189" y="128"/>
                    </a:cubicBezTo>
                    <a:cubicBezTo>
                      <a:pt x="226" y="39"/>
                      <a:pt x="306" y="3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78" y="1"/>
                      <a:pt x="592" y="19"/>
                      <a:pt x="652" y="82"/>
                    </a:cubicBezTo>
                    <a:cubicBezTo>
                      <a:pt x="713" y="145"/>
                      <a:pt x="768" y="289"/>
                      <a:pt x="713" y="393"/>
                    </a:cubicBezTo>
                    <a:cubicBezTo>
                      <a:pt x="682" y="451"/>
                      <a:pt x="628" y="493"/>
                      <a:pt x="571" y="538"/>
                    </a:cubicBezTo>
                    <a:cubicBezTo>
                      <a:pt x="527" y="573"/>
                      <a:pt x="481" y="609"/>
                      <a:pt x="438" y="657"/>
                    </a:cubicBezTo>
                    <a:cubicBezTo>
                      <a:pt x="392" y="707"/>
                      <a:pt x="349" y="728"/>
                      <a:pt x="304" y="728"/>
                    </a:cubicBezTo>
                    <a:close/>
                    <a:moveTo>
                      <a:pt x="369" y="4"/>
                    </a:moveTo>
                    <a:cubicBezTo>
                      <a:pt x="308" y="7"/>
                      <a:pt x="229" y="42"/>
                      <a:pt x="193" y="129"/>
                    </a:cubicBezTo>
                    <a:cubicBezTo>
                      <a:pt x="172" y="181"/>
                      <a:pt x="148" y="211"/>
                      <a:pt x="119" y="250"/>
                    </a:cubicBezTo>
                    <a:cubicBezTo>
                      <a:pt x="102" y="272"/>
                      <a:pt x="83" y="297"/>
                      <a:pt x="62" y="330"/>
                    </a:cubicBezTo>
                    <a:cubicBezTo>
                      <a:pt x="4" y="419"/>
                      <a:pt x="43" y="574"/>
                      <a:pt x="142" y="650"/>
                    </a:cubicBezTo>
                    <a:cubicBezTo>
                      <a:pt x="247" y="731"/>
                      <a:pt x="337" y="762"/>
                      <a:pt x="435" y="654"/>
                    </a:cubicBezTo>
                    <a:cubicBezTo>
                      <a:pt x="478" y="605"/>
                      <a:pt x="524" y="569"/>
                      <a:pt x="569" y="535"/>
                    </a:cubicBezTo>
                    <a:cubicBezTo>
                      <a:pt x="628" y="489"/>
                      <a:pt x="679" y="449"/>
                      <a:pt x="710" y="391"/>
                    </a:cubicBezTo>
                    <a:cubicBezTo>
                      <a:pt x="763" y="290"/>
                      <a:pt x="708" y="146"/>
                      <a:pt x="649" y="84"/>
                    </a:cubicBezTo>
                    <a:cubicBezTo>
                      <a:pt x="591" y="23"/>
                      <a:pt x="375" y="5"/>
                      <a:pt x="369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6"/>
              <p:cNvSpPr/>
              <p:nvPr/>
            </p:nvSpPr>
            <p:spPr>
              <a:xfrm rot="1097124">
                <a:off x="8751956" y="215556"/>
                <a:ext cx="334557" cy="272079"/>
              </a:xfrm>
              <a:custGeom>
                <a:rect b="b" l="l" r="r" t="t"/>
                <a:pathLst>
                  <a:path extrusionOk="0" h="213" w="263">
                    <a:moveTo>
                      <a:pt x="128" y="211"/>
                    </a:moveTo>
                    <a:cubicBezTo>
                      <a:pt x="125" y="211"/>
                      <a:pt x="122" y="210"/>
                      <a:pt x="119" y="210"/>
                    </a:cubicBezTo>
                    <a:cubicBezTo>
                      <a:pt x="82" y="203"/>
                      <a:pt x="20" y="190"/>
                      <a:pt x="10" y="130"/>
                    </a:cubicBezTo>
                    <a:cubicBezTo>
                      <a:pt x="0" y="68"/>
                      <a:pt x="71" y="30"/>
                      <a:pt x="114" y="13"/>
                    </a:cubicBezTo>
                    <a:cubicBezTo>
                      <a:pt x="114" y="13"/>
                      <a:pt x="114" y="13"/>
                      <a:pt x="114" y="13"/>
                    </a:cubicBezTo>
                    <a:cubicBezTo>
                      <a:pt x="147" y="0"/>
                      <a:pt x="201" y="25"/>
                      <a:pt x="233" y="57"/>
                    </a:cubicBezTo>
                    <a:cubicBezTo>
                      <a:pt x="254" y="79"/>
                      <a:pt x="263" y="101"/>
                      <a:pt x="256" y="118"/>
                    </a:cubicBezTo>
                    <a:cubicBezTo>
                      <a:pt x="238" y="162"/>
                      <a:pt x="169" y="211"/>
                      <a:pt x="128" y="211"/>
                    </a:cubicBezTo>
                    <a:close/>
                    <a:moveTo>
                      <a:pt x="134" y="14"/>
                    </a:moveTo>
                    <a:cubicBezTo>
                      <a:pt x="127" y="14"/>
                      <a:pt x="121" y="15"/>
                      <a:pt x="116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74" y="34"/>
                      <a:pt x="4" y="71"/>
                      <a:pt x="14" y="130"/>
                    </a:cubicBezTo>
                    <a:cubicBezTo>
                      <a:pt x="23" y="187"/>
                      <a:pt x="84" y="199"/>
                      <a:pt x="120" y="206"/>
                    </a:cubicBezTo>
                    <a:cubicBezTo>
                      <a:pt x="159" y="213"/>
                      <a:pt x="234" y="163"/>
                      <a:pt x="252" y="117"/>
                    </a:cubicBezTo>
                    <a:cubicBezTo>
                      <a:pt x="259" y="101"/>
                      <a:pt x="250" y="80"/>
                      <a:pt x="230" y="60"/>
                    </a:cubicBezTo>
                    <a:cubicBezTo>
                      <a:pt x="205" y="35"/>
                      <a:pt x="165" y="14"/>
                      <a:pt x="134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6"/>
              <p:cNvSpPr/>
              <p:nvPr/>
            </p:nvSpPr>
            <p:spPr>
              <a:xfrm rot="1097121">
                <a:off x="8691305" y="-59353"/>
                <a:ext cx="679191" cy="679190"/>
              </a:xfrm>
              <a:custGeom>
                <a:rect b="b" l="l" r="r" t="t"/>
                <a:pathLst>
                  <a:path extrusionOk="0" h="534" w="535">
                    <a:moveTo>
                      <a:pt x="183" y="533"/>
                    </a:moveTo>
                    <a:cubicBezTo>
                      <a:pt x="179" y="533"/>
                      <a:pt x="175" y="532"/>
                      <a:pt x="171" y="532"/>
                    </a:cubicBezTo>
                    <a:cubicBezTo>
                      <a:pt x="116" y="525"/>
                      <a:pt x="0" y="417"/>
                      <a:pt x="7" y="351"/>
                    </a:cubicBezTo>
                    <a:cubicBezTo>
                      <a:pt x="17" y="262"/>
                      <a:pt x="64" y="213"/>
                      <a:pt x="95" y="181"/>
                    </a:cubicBezTo>
                    <a:cubicBezTo>
                      <a:pt x="136" y="138"/>
                      <a:pt x="160" y="109"/>
                      <a:pt x="207" y="41"/>
                    </a:cubicBezTo>
                    <a:cubicBezTo>
                      <a:pt x="221" y="20"/>
                      <a:pt x="246" y="8"/>
                      <a:pt x="281" y="5"/>
                    </a:cubicBezTo>
                    <a:cubicBezTo>
                      <a:pt x="344" y="0"/>
                      <a:pt x="432" y="29"/>
                      <a:pt x="468" y="67"/>
                    </a:cubicBezTo>
                    <a:cubicBezTo>
                      <a:pt x="516" y="117"/>
                      <a:pt x="535" y="230"/>
                      <a:pt x="502" y="271"/>
                    </a:cubicBezTo>
                    <a:cubicBezTo>
                      <a:pt x="486" y="291"/>
                      <a:pt x="456" y="324"/>
                      <a:pt x="424" y="360"/>
                    </a:cubicBezTo>
                    <a:cubicBezTo>
                      <a:pt x="394" y="392"/>
                      <a:pt x="363" y="426"/>
                      <a:pt x="344" y="450"/>
                    </a:cubicBezTo>
                    <a:cubicBezTo>
                      <a:pt x="305" y="497"/>
                      <a:pt x="234" y="533"/>
                      <a:pt x="183" y="533"/>
                    </a:cubicBezTo>
                    <a:close/>
                    <a:moveTo>
                      <a:pt x="297" y="9"/>
                    </a:moveTo>
                    <a:cubicBezTo>
                      <a:pt x="292" y="9"/>
                      <a:pt x="286" y="9"/>
                      <a:pt x="281" y="9"/>
                    </a:cubicBezTo>
                    <a:cubicBezTo>
                      <a:pt x="248" y="12"/>
                      <a:pt x="224" y="24"/>
                      <a:pt x="210" y="43"/>
                    </a:cubicBezTo>
                    <a:cubicBezTo>
                      <a:pt x="163" y="112"/>
                      <a:pt x="139" y="141"/>
                      <a:pt x="98" y="183"/>
                    </a:cubicBezTo>
                    <a:cubicBezTo>
                      <a:pt x="67" y="216"/>
                      <a:pt x="21" y="264"/>
                      <a:pt x="12" y="351"/>
                    </a:cubicBezTo>
                    <a:cubicBezTo>
                      <a:pt x="5" y="415"/>
                      <a:pt x="119" y="521"/>
                      <a:pt x="171" y="528"/>
                    </a:cubicBezTo>
                    <a:cubicBezTo>
                      <a:pt x="222" y="534"/>
                      <a:pt x="299" y="497"/>
                      <a:pt x="341" y="447"/>
                    </a:cubicBezTo>
                    <a:cubicBezTo>
                      <a:pt x="360" y="424"/>
                      <a:pt x="391" y="390"/>
                      <a:pt x="421" y="357"/>
                    </a:cubicBezTo>
                    <a:cubicBezTo>
                      <a:pt x="453" y="322"/>
                      <a:pt x="483" y="288"/>
                      <a:pt x="499" y="268"/>
                    </a:cubicBezTo>
                    <a:cubicBezTo>
                      <a:pt x="529" y="232"/>
                      <a:pt x="516" y="123"/>
                      <a:pt x="465" y="70"/>
                    </a:cubicBezTo>
                    <a:cubicBezTo>
                      <a:pt x="436" y="39"/>
                      <a:pt x="363" y="9"/>
                      <a:pt x="297" y="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 rot="1097124">
                <a:off x="8255421" y="-450502"/>
                <a:ext cx="1356366" cy="1626425"/>
              </a:xfrm>
              <a:custGeom>
                <a:rect b="b" l="l" r="r" t="t"/>
                <a:pathLst>
                  <a:path extrusionOk="0" h="1278" w="1068">
                    <a:moveTo>
                      <a:pt x="352" y="1268"/>
                    </a:moveTo>
                    <a:cubicBezTo>
                      <a:pt x="320" y="1268"/>
                      <a:pt x="292" y="1258"/>
                      <a:pt x="270" y="1247"/>
                    </a:cubicBezTo>
                    <a:cubicBezTo>
                      <a:pt x="208" y="1215"/>
                      <a:pt x="165" y="1155"/>
                      <a:pt x="162" y="1117"/>
                    </a:cubicBezTo>
                    <a:cubicBezTo>
                      <a:pt x="157" y="1070"/>
                      <a:pt x="116" y="967"/>
                      <a:pt x="77" y="868"/>
                    </a:cubicBezTo>
                    <a:cubicBezTo>
                      <a:pt x="60" y="823"/>
                      <a:pt x="43" y="781"/>
                      <a:pt x="30" y="745"/>
                    </a:cubicBezTo>
                    <a:cubicBezTo>
                      <a:pt x="0" y="662"/>
                      <a:pt x="46" y="568"/>
                      <a:pt x="162" y="475"/>
                    </a:cubicBezTo>
                    <a:cubicBezTo>
                      <a:pt x="220" y="429"/>
                      <a:pt x="310" y="297"/>
                      <a:pt x="321" y="195"/>
                    </a:cubicBezTo>
                    <a:cubicBezTo>
                      <a:pt x="330" y="100"/>
                      <a:pt x="442" y="58"/>
                      <a:pt x="510" y="33"/>
                    </a:cubicBezTo>
                    <a:cubicBezTo>
                      <a:pt x="515" y="31"/>
                      <a:pt x="521" y="29"/>
                      <a:pt x="526" y="27"/>
                    </a:cubicBezTo>
                    <a:cubicBezTo>
                      <a:pt x="594" y="0"/>
                      <a:pt x="888" y="104"/>
                      <a:pt x="957" y="179"/>
                    </a:cubicBezTo>
                    <a:cubicBezTo>
                      <a:pt x="1026" y="256"/>
                      <a:pt x="1040" y="366"/>
                      <a:pt x="1054" y="473"/>
                    </a:cubicBezTo>
                    <a:cubicBezTo>
                      <a:pt x="1068" y="582"/>
                      <a:pt x="964" y="810"/>
                      <a:pt x="863" y="894"/>
                    </a:cubicBezTo>
                    <a:cubicBezTo>
                      <a:pt x="835" y="917"/>
                      <a:pt x="800" y="948"/>
                      <a:pt x="760" y="984"/>
                    </a:cubicBezTo>
                    <a:cubicBezTo>
                      <a:pt x="657" y="1076"/>
                      <a:pt x="529" y="1190"/>
                      <a:pt x="434" y="1245"/>
                    </a:cubicBezTo>
                    <a:cubicBezTo>
                      <a:pt x="405" y="1262"/>
                      <a:pt x="377" y="1268"/>
                      <a:pt x="352" y="1268"/>
                    </a:cubicBezTo>
                    <a:close/>
                    <a:moveTo>
                      <a:pt x="555" y="27"/>
                    </a:moveTo>
                    <a:cubicBezTo>
                      <a:pt x="543" y="27"/>
                      <a:pt x="534" y="28"/>
                      <a:pt x="527" y="31"/>
                    </a:cubicBezTo>
                    <a:cubicBezTo>
                      <a:pt x="522" y="33"/>
                      <a:pt x="517" y="35"/>
                      <a:pt x="511" y="37"/>
                    </a:cubicBezTo>
                    <a:cubicBezTo>
                      <a:pt x="445" y="62"/>
                      <a:pt x="334" y="103"/>
                      <a:pt x="325" y="195"/>
                    </a:cubicBezTo>
                    <a:cubicBezTo>
                      <a:pt x="314" y="299"/>
                      <a:pt x="223" y="432"/>
                      <a:pt x="165" y="479"/>
                    </a:cubicBezTo>
                    <a:cubicBezTo>
                      <a:pt x="50" y="570"/>
                      <a:pt x="5" y="662"/>
                      <a:pt x="34" y="744"/>
                    </a:cubicBezTo>
                    <a:cubicBezTo>
                      <a:pt x="47" y="779"/>
                      <a:pt x="64" y="821"/>
                      <a:pt x="81" y="866"/>
                    </a:cubicBezTo>
                    <a:cubicBezTo>
                      <a:pt x="120" y="966"/>
                      <a:pt x="161" y="1069"/>
                      <a:pt x="166" y="1116"/>
                    </a:cubicBezTo>
                    <a:cubicBezTo>
                      <a:pt x="169" y="1153"/>
                      <a:pt x="211" y="1212"/>
                      <a:pt x="272" y="1243"/>
                    </a:cubicBezTo>
                    <a:cubicBezTo>
                      <a:pt x="310" y="1263"/>
                      <a:pt x="368" y="1278"/>
                      <a:pt x="432" y="1241"/>
                    </a:cubicBezTo>
                    <a:cubicBezTo>
                      <a:pt x="527" y="1187"/>
                      <a:pt x="654" y="1073"/>
                      <a:pt x="757" y="981"/>
                    </a:cubicBezTo>
                    <a:cubicBezTo>
                      <a:pt x="798" y="945"/>
                      <a:pt x="832" y="914"/>
                      <a:pt x="860" y="891"/>
                    </a:cubicBezTo>
                    <a:cubicBezTo>
                      <a:pt x="961" y="808"/>
                      <a:pt x="1064" y="581"/>
                      <a:pt x="1050" y="474"/>
                    </a:cubicBezTo>
                    <a:cubicBezTo>
                      <a:pt x="1036" y="367"/>
                      <a:pt x="1022" y="257"/>
                      <a:pt x="954" y="182"/>
                    </a:cubicBezTo>
                    <a:cubicBezTo>
                      <a:pt x="916" y="141"/>
                      <a:pt x="818" y="96"/>
                      <a:pt x="739" y="69"/>
                    </a:cubicBezTo>
                    <a:cubicBezTo>
                      <a:pt x="662" y="42"/>
                      <a:pt x="595" y="27"/>
                      <a:pt x="555" y="2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6"/>
            <p:cNvGrpSpPr/>
            <p:nvPr/>
          </p:nvGrpSpPr>
          <p:grpSpPr>
            <a:xfrm>
              <a:off x="7742538" y="2898764"/>
              <a:ext cx="3179607" cy="3234795"/>
              <a:chOff x="7742538" y="2898764"/>
              <a:chExt cx="3179607" cy="3234795"/>
            </a:xfrm>
          </p:grpSpPr>
          <p:sp>
            <p:nvSpPr>
              <p:cNvPr id="217" name="Google Shape;217;p6"/>
              <p:cNvSpPr/>
              <p:nvPr/>
            </p:nvSpPr>
            <p:spPr>
              <a:xfrm rot="-5009678">
                <a:off x="8193913" y="3144011"/>
                <a:ext cx="1479372" cy="1104487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 rot="-5009680">
                <a:off x="8425269" y="3263393"/>
                <a:ext cx="1011777" cy="784025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 rot="-5009682">
                <a:off x="9468138" y="4013818"/>
                <a:ext cx="975497" cy="967435"/>
              </a:xfrm>
              <a:custGeom>
                <a:rect b="b" l="l" r="r" t="t"/>
                <a:pathLst>
                  <a:path extrusionOk="0" h="762" w="768">
                    <a:moveTo>
                      <a:pt x="304" y="728"/>
                    </a:moveTo>
                    <a:cubicBezTo>
                      <a:pt x="252" y="728"/>
                      <a:pt x="198" y="698"/>
                      <a:pt x="139" y="653"/>
                    </a:cubicBezTo>
                    <a:cubicBezTo>
                      <a:pt x="39" y="576"/>
                      <a:pt x="0" y="418"/>
                      <a:pt x="58" y="328"/>
                    </a:cubicBezTo>
                    <a:cubicBezTo>
                      <a:pt x="80" y="295"/>
                      <a:pt x="99" y="270"/>
                      <a:pt x="115" y="248"/>
                    </a:cubicBezTo>
                    <a:cubicBezTo>
                      <a:pt x="145" y="209"/>
                      <a:pt x="168" y="178"/>
                      <a:pt x="189" y="128"/>
                    </a:cubicBezTo>
                    <a:cubicBezTo>
                      <a:pt x="226" y="39"/>
                      <a:pt x="306" y="3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78" y="1"/>
                      <a:pt x="592" y="19"/>
                      <a:pt x="652" y="82"/>
                    </a:cubicBezTo>
                    <a:cubicBezTo>
                      <a:pt x="713" y="145"/>
                      <a:pt x="768" y="289"/>
                      <a:pt x="713" y="393"/>
                    </a:cubicBezTo>
                    <a:cubicBezTo>
                      <a:pt x="682" y="451"/>
                      <a:pt x="628" y="493"/>
                      <a:pt x="571" y="538"/>
                    </a:cubicBezTo>
                    <a:cubicBezTo>
                      <a:pt x="527" y="573"/>
                      <a:pt x="481" y="609"/>
                      <a:pt x="438" y="657"/>
                    </a:cubicBezTo>
                    <a:cubicBezTo>
                      <a:pt x="392" y="707"/>
                      <a:pt x="349" y="728"/>
                      <a:pt x="304" y="728"/>
                    </a:cubicBezTo>
                    <a:close/>
                    <a:moveTo>
                      <a:pt x="369" y="4"/>
                    </a:moveTo>
                    <a:cubicBezTo>
                      <a:pt x="308" y="7"/>
                      <a:pt x="229" y="42"/>
                      <a:pt x="193" y="129"/>
                    </a:cubicBezTo>
                    <a:cubicBezTo>
                      <a:pt x="172" y="181"/>
                      <a:pt x="148" y="211"/>
                      <a:pt x="119" y="250"/>
                    </a:cubicBezTo>
                    <a:cubicBezTo>
                      <a:pt x="102" y="272"/>
                      <a:pt x="83" y="297"/>
                      <a:pt x="62" y="330"/>
                    </a:cubicBezTo>
                    <a:cubicBezTo>
                      <a:pt x="4" y="419"/>
                      <a:pt x="43" y="574"/>
                      <a:pt x="142" y="650"/>
                    </a:cubicBezTo>
                    <a:cubicBezTo>
                      <a:pt x="247" y="731"/>
                      <a:pt x="337" y="762"/>
                      <a:pt x="435" y="654"/>
                    </a:cubicBezTo>
                    <a:cubicBezTo>
                      <a:pt x="478" y="605"/>
                      <a:pt x="524" y="569"/>
                      <a:pt x="569" y="535"/>
                    </a:cubicBezTo>
                    <a:cubicBezTo>
                      <a:pt x="628" y="489"/>
                      <a:pt x="679" y="449"/>
                      <a:pt x="710" y="391"/>
                    </a:cubicBezTo>
                    <a:cubicBezTo>
                      <a:pt x="763" y="290"/>
                      <a:pt x="708" y="146"/>
                      <a:pt x="649" y="84"/>
                    </a:cubicBezTo>
                    <a:cubicBezTo>
                      <a:pt x="591" y="23"/>
                      <a:pt x="375" y="5"/>
                      <a:pt x="369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 rot="-5009679">
                <a:off x="9862062" y="4473322"/>
                <a:ext cx="334571" cy="272092"/>
              </a:xfrm>
              <a:custGeom>
                <a:rect b="b" l="l" r="r" t="t"/>
                <a:pathLst>
                  <a:path extrusionOk="0" h="213" w="263">
                    <a:moveTo>
                      <a:pt x="128" y="211"/>
                    </a:moveTo>
                    <a:cubicBezTo>
                      <a:pt x="125" y="211"/>
                      <a:pt x="122" y="210"/>
                      <a:pt x="119" y="210"/>
                    </a:cubicBezTo>
                    <a:cubicBezTo>
                      <a:pt x="82" y="203"/>
                      <a:pt x="20" y="190"/>
                      <a:pt x="10" y="130"/>
                    </a:cubicBezTo>
                    <a:cubicBezTo>
                      <a:pt x="0" y="68"/>
                      <a:pt x="71" y="30"/>
                      <a:pt x="114" y="13"/>
                    </a:cubicBezTo>
                    <a:cubicBezTo>
                      <a:pt x="114" y="13"/>
                      <a:pt x="114" y="13"/>
                      <a:pt x="114" y="13"/>
                    </a:cubicBezTo>
                    <a:cubicBezTo>
                      <a:pt x="147" y="0"/>
                      <a:pt x="201" y="25"/>
                      <a:pt x="233" y="57"/>
                    </a:cubicBezTo>
                    <a:cubicBezTo>
                      <a:pt x="254" y="79"/>
                      <a:pt x="263" y="101"/>
                      <a:pt x="256" y="118"/>
                    </a:cubicBezTo>
                    <a:cubicBezTo>
                      <a:pt x="238" y="162"/>
                      <a:pt x="169" y="211"/>
                      <a:pt x="128" y="211"/>
                    </a:cubicBezTo>
                    <a:close/>
                    <a:moveTo>
                      <a:pt x="134" y="14"/>
                    </a:moveTo>
                    <a:cubicBezTo>
                      <a:pt x="127" y="14"/>
                      <a:pt x="121" y="15"/>
                      <a:pt x="116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74" y="34"/>
                      <a:pt x="4" y="71"/>
                      <a:pt x="14" y="130"/>
                    </a:cubicBezTo>
                    <a:cubicBezTo>
                      <a:pt x="23" y="187"/>
                      <a:pt x="84" y="199"/>
                      <a:pt x="120" y="206"/>
                    </a:cubicBezTo>
                    <a:cubicBezTo>
                      <a:pt x="159" y="213"/>
                      <a:pt x="234" y="163"/>
                      <a:pt x="252" y="117"/>
                    </a:cubicBezTo>
                    <a:cubicBezTo>
                      <a:pt x="259" y="101"/>
                      <a:pt x="250" y="80"/>
                      <a:pt x="230" y="60"/>
                    </a:cubicBezTo>
                    <a:cubicBezTo>
                      <a:pt x="205" y="35"/>
                      <a:pt x="165" y="14"/>
                      <a:pt x="134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 rot="-5009678">
                <a:off x="7802900" y="4477928"/>
                <a:ext cx="1598286" cy="1547896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 rot="-5009678">
                <a:off x="8673642" y="5101410"/>
                <a:ext cx="395037" cy="437361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 rot="-5009682">
                <a:off x="8095727" y="4676293"/>
                <a:ext cx="1076271" cy="1233479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 rot="-5009679">
                <a:off x="9597086" y="4175007"/>
                <a:ext cx="679221" cy="679220"/>
              </a:xfrm>
              <a:custGeom>
                <a:rect b="b" l="l" r="r" t="t"/>
                <a:pathLst>
                  <a:path extrusionOk="0" h="534" w="535">
                    <a:moveTo>
                      <a:pt x="183" y="533"/>
                    </a:moveTo>
                    <a:cubicBezTo>
                      <a:pt x="179" y="533"/>
                      <a:pt x="175" y="532"/>
                      <a:pt x="171" y="532"/>
                    </a:cubicBezTo>
                    <a:cubicBezTo>
                      <a:pt x="116" y="525"/>
                      <a:pt x="0" y="417"/>
                      <a:pt x="7" y="351"/>
                    </a:cubicBezTo>
                    <a:cubicBezTo>
                      <a:pt x="17" y="262"/>
                      <a:pt x="64" y="213"/>
                      <a:pt x="95" y="181"/>
                    </a:cubicBezTo>
                    <a:cubicBezTo>
                      <a:pt x="136" y="138"/>
                      <a:pt x="160" y="109"/>
                      <a:pt x="207" y="41"/>
                    </a:cubicBezTo>
                    <a:cubicBezTo>
                      <a:pt x="221" y="20"/>
                      <a:pt x="246" y="8"/>
                      <a:pt x="281" y="5"/>
                    </a:cubicBezTo>
                    <a:cubicBezTo>
                      <a:pt x="344" y="0"/>
                      <a:pt x="432" y="29"/>
                      <a:pt x="468" y="67"/>
                    </a:cubicBezTo>
                    <a:cubicBezTo>
                      <a:pt x="516" y="117"/>
                      <a:pt x="535" y="230"/>
                      <a:pt x="502" y="271"/>
                    </a:cubicBezTo>
                    <a:cubicBezTo>
                      <a:pt x="486" y="291"/>
                      <a:pt x="456" y="324"/>
                      <a:pt x="424" y="360"/>
                    </a:cubicBezTo>
                    <a:cubicBezTo>
                      <a:pt x="394" y="392"/>
                      <a:pt x="363" y="426"/>
                      <a:pt x="344" y="450"/>
                    </a:cubicBezTo>
                    <a:cubicBezTo>
                      <a:pt x="305" y="497"/>
                      <a:pt x="234" y="533"/>
                      <a:pt x="183" y="533"/>
                    </a:cubicBezTo>
                    <a:close/>
                    <a:moveTo>
                      <a:pt x="297" y="9"/>
                    </a:moveTo>
                    <a:cubicBezTo>
                      <a:pt x="292" y="9"/>
                      <a:pt x="286" y="9"/>
                      <a:pt x="281" y="9"/>
                    </a:cubicBezTo>
                    <a:cubicBezTo>
                      <a:pt x="248" y="12"/>
                      <a:pt x="224" y="24"/>
                      <a:pt x="210" y="43"/>
                    </a:cubicBezTo>
                    <a:cubicBezTo>
                      <a:pt x="163" y="112"/>
                      <a:pt x="139" y="141"/>
                      <a:pt x="98" y="183"/>
                    </a:cubicBezTo>
                    <a:cubicBezTo>
                      <a:pt x="67" y="216"/>
                      <a:pt x="21" y="264"/>
                      <a:pt x="12" y="351"/>
                    </a:cubicBezTo>
                    <a:cubicBezTo>
                      <a:pt x="5" y="415"/>
                      <a:pt x="119" y="521"/>
                      <a:pt x="171" y="528"/>
                    </a:cubicBezTo>
                    <a:cubicBezTo>
                      <a:pt x="222" y="534"/>
                      <a:pt x="299" y="497"/>
                      <a:pt x="341" y="447"/>
                    </a:cubicBezTo>
                    <a:cubicBezTo>
                      <a:pt x="360" y="424"/>
                      <a:pt x="391" y="390"/>
                      <a:pt x="421" y="357"/>
                    </a:cubicBezTo>
                    <a:cubicBezTo>
                      <a:pt x="453" y="322"/>
                      <a:pt x="483" y="288"/>
                      <a:pt x="499" y="268"/>
                    </a:cubicBezTo>
                    <a:cubicBezTo>
                      <a:pt x="529" y="232"/>
                      <a:pt x="516" y="123"/>
                      <a:pt x="465" y="70"/>
                    </a:cubicBezTo>
                    <a:cubicBezTo>
                      <a:pt x="436" y="39"/>
                      <a:pt x="363" y="9"/>
                      <a:pt x="297" y="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 rot="-5009680">
                <a:off x="9359081" y="3779783"/>
                <a:ext cx="1356427" cy="1626497"/>
              </a:xfrm>
              <a:custGeom>
                <a:rect b="b" l="l" r="r" t="t"/>
                <a:pathLst>
                  <a:path extrusionOk="0" h="1278" w="1068">
                    <a:moveTo>
                      <a:pt x="352" y="1268"/>
                    </a:moveTo>
                    <a:cubicBezTo>
                      <a:pt x="320" y="1268"/>
                      <a:pt x="292" y="1258"/>
                      <a:pt x="270" y="1247"/>
                    </a:cubicBezTo>
                    <a:cubicBezTo>
                      <a:pt x="208" y="1215"/>
                      <a:pt x="165" y="1155"/>
                      <a:pt x="162" y="1117"/>
                    </a:cubicBezTo>
                    <a:cubicBezTo>
                      <a:pt x="157" y="1070"/>
                      <a:pt x="116" y="967"/>
                      <a:pt x="77" y="868"/>
                    </a:cubicBezTo>
                    <a:cubicBezTo>
                      <a:pt x="60" y="823"/>
                      <a:pt x="43" y="781"/>
                      <a:pt x="30" y="745"/>
                    </a:cubicBezTo>
                    <a:cubicBezTo>
                      <a:pt x="0" y="662"/>
                      <a:pt x="46" y="568"/>
                      <a:pt x="162" y="475"/>
                    </a:cubicBezTo>
                    <a:cubicBezTo>
                      <a:pt x="220" y="429"/>
                      <a:pt x="310" y="297"/>
                      <a:pt x="321" y="195"/>
                    </a:cubicBezTo>
                    <a:cubicBezTo>
                      <a:pt x="330" y="100"/>
                      <a:pt x="442" y="58"/>
                      <a:pt x="510" y="33"/>
                    </a:cubicBezTo>
                    <a:cubicBezTo>
                      <a:pt x="515" y="31"/>
                      <a:pt x="521" y="29"/>
                      <a:pt x="526" y="27"/>
                    </a:cubicBezTo>
                    <a:cubicBezTo>
                      <a:pt x="594" y="0"/>
                      <a:pt x="888" y="104"/>
                      <a:pt x="957" y="179"/>
                    </a:cubicBezTo>
                    <a:cubicBezTo>
                      <a:pt x="1026" y="256"/>
                      <a:pt x="1040" y="366"/>
                      <a:pt x="1054" y="473"/>
                    </a:cubicBezTo>
                    <a:cubicBezTo>
                      <a:pt x="1068" y="582"/>
                      <a:pt x="964" y="810"/>
                      <a:pt x="863" y="894"/>
                    </a:cubicBezTo>
                    <a:cubicBezTo>
                      <a:pt x="835" y="917"/>
                      <a:pt x="800" y="948"/>
                      <a:pt x="760" y="984"/>
                    </a:cubicBezTo>
                    <a:cubicBezTo>
                      <a:pt x="657" y="1076"/>
                      <a:pt x="529" y="1190"/>
                      <a:pt x="434" y="1245"/>
                    </a:cubicBezTo>
                    <a:cubicBezTo>
                      <a:pt x="405" y="1262"/>
                      <a:pt x="377" y="1268"/>
                      <a:pt x="352" y="1268"/>
                    </a:cubicBezTo>
                    <a:close/>
                    <a:moveTo>
                      <a:pt x="555" y="27"/>
                    </a:moveTo>
                    <a:cubicBezTo>
                      <a:pt x="543" y="27"/>
                      <a:pt x="534" y="28"/>
                      <a:pt x="527" y="31"/>
                    </a:cubicBezTo>
                    <a:cubicBezTo>
                      <a:pt x="522" y="33"/>
                      <a:pt x="517" y="35"/>
                      <a:pt x="511" y="37"/>
                    </a:cubicBezTo>
                    <a:cubicBezTo>
                      <a:pt x="445" y="62"/>
                      <a:pt x="334" y="103"/>
                      <a:pt x="325" y="195"/>
                    </a:cubicBezTo>
                    <a:cubicBezTo>
                      <a:pt x="314" y="299"/>
                      <a:pt x="223" y="432"/>
                      <a:pt x="165" y="479"/>
                    </a:cubicBezTo>
                    <a:cubicBezTo>
                      <a:pt x="50" y="570"/>
                      <a:pt x="5" y="662"/>
                      <a:pt x="34" y="744"/>
                    </a:cubicBezTo>
                    <a:cubicBezTo>
                      <a:pt x="47" y="779"/>
                      <a:pt x="64" y="821"/>
                      <a:pt x="81" y="866"/>
                    </a:cubicBezTo>
                    <a:cubicBezTo>
                      <a:pt x="120" y="966"/>
                      <a:pt x="161" y="1069"/>
                      <a:pt x="166" y="1116"/>
                    </a:cubicBezTo>
                    <a:cubicBezTo>
                      <a:pt x="169" y="1153"/>
                      <a:pt x="211" y="1212"/>
                      <a:pt x="272" y="1243"/>
                    </a:cubicBezTo>
                    <a:cubicBezTo>
                      <a:pt x="310" y="1263"/>
                      <a:pt x="368" y="1278"/>
                      <a:pt x="432" y="1241"/>
                    </a:cubicBezTo>
                    <a:cubicBezTo>
                      <a:pt x="527" y="1187"/>
                      <a:pt x="654" y="1073"/>
                      <a:pt x="757" y="981"/>
                    </a:cubicBezTo>
                    <a:cubicBezTo>
                      <a:pt x="798" y="945"/>
                      <a:pt x="832" y="914"/>
                      <a:pt x="860" y="891"/>
                    </a:cubicBezTo>
                    <a:cubicBezTo>
                      <a:pt x="961" y="808"/>
                      <a:pt x="1064" y="581"/>
                      <a:pt x="1050" y="474"/>
                    </a:cubicBezTo>
                    <a:cubicBezTo>
                      <a:pt x="1036" y="367"/>
                      <a:pt x="1022" y="257"/>
                      <a:pt x="954" y="182"/>
                    </a:cubicBezTo>
                    <a:cubicBezTo>
                      <a:pt x="916" y="141"/>
                      <a:pt x="818" y="96"/>
                      <a:pt x="739" y="69"/>
                    </a:cubicBezTo>
                    <a:cubicBezTo>
                      <a:pt x="662" y="42"/>
                      <a:pt x="595" y="27"/>
                      <a:pt x="555" y="2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6" name="Google Shape;226;p6"/>
          <p:cNvGrpSpPr/>
          <p:nvPr/>
        </p:nvGrpSpPr>
        <p:grpSpPr>
          <a:xfrm>
            <a:off x="-350954" y="4082100"/>
            <a:ext cx="9304317" cy="1566259"/>
            <a:chOff x="-350954" y="4082100"/>
            <a:chExt cx="9304317" cy="1566259"/>
          </a:xfrm>
        </p:grpSpPr>
        <p:pic>
          <p:nvPicPr>
            <p:cNvPr id="227" name="Google Shape;227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7102441">
              <a:off x="8255154" y="4849787"/>
              <a:ext cx="605145" cy="572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6076603">
              <a:off x="423200" y="4786643"/>
              <a:ext cx="771294" cy="8088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50954" y="4082100"/>
              <a:ext cx="545374" cy="651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>
            <p:ph type="title"/>
          </p:nvPr>
        </p:nvSpPr>
        <p:spPr>
          <a:xfrm>
            <a:off x="713225" y="754400"/>
            <a:ext cx="4590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2" name="Google Shape;232;p7"/>
          <p:cNvSpPr txBox="1"/>
          <p:nvPr>
            <p:ph idx="1" type="subTitle"/>
          </p:nvPr>
        </p:nvSpPr>
        <p:spPr>
          <a:xfrm>
            <a:off x="713225" y="1327100"/>
            <a:ext cx="45909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33" name="Google Shape;233;p7"/>
          <p:cNvSpPr/>
          <p:nvPr>
            <p:ph idx="2" type="pic"/>
          </p:nvPr>
        </p:nvSpPr>
        <p:spPr>
          <a:xfrm>
            <a:off x="5643775" y="967900"/>
            <a:ext cx="2787000" cy="363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257175" rotWithShape="0" algn="bl" dir="2580000" dist="257175">
              <a:srgbClr val="04080D">
                <a:alpha val="50000"/>
              </a:srgbClr>
            </a:outerShdw>
          </a:effectLst>
        </p:spPr>
      </p:sp>
      <p:grpSp>
        <p:nvGrpSpPr>
          <p:cNvPr id="234" name="Google Shape;234;p7"/>
          <p:cNvGrpSpPr/>
          <p:nvPr/>
        </p:nvGrpSpPr>
        <p:grpSpPr>
          <a:xfrm>
            <a:off x="-1512012" y="-1640489"/>
            <a:ext cx="11570626" cy="8437945"/>
            <a:chOff x="-1512012" y="-1640489"/>
            <a:chExt cx="11570626" cy="8437945"/>
          </a:xfrm>
        </p:grpSpPr>
        <p:grpSp>
          <p:nvGrpSpPr>
            <p:cNvPr id="235" name="Google Shape;235;p7"/>
            <p:cNvGrpSpPr/>
            <p:nvPr/>
          </p:nvGrpSpPr>
          <p:grpSpPr>
            <a:xfrm rot="-10629075">
              <a:off x="5973855" y="-1542603"/>
              <a:ext cx="4013209" cy="2979081"/>
              <a:chOff x="6005513" y="2100263"/>
              <a:chExt cx="2944814" cy="2185991"/>
            </a:xfrm>
          </p:grpSpPr>
          <p:sp>
            <p:nvSpPr>
              <p:cNvPr id="236" name="Google Shape;236;p7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rect b="b" l="l" r="r" t="t"/>
                <a:pathLst>
                  <a:path extrusionOk="0" h="1091" w="1189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rect b="b" l="l" r="r" t="t"/>
                <a:pathLst>
                  <a:path extrusionOk="0" h="705" w="744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6005513" y="2100263"/>
                <a:ext cx="2233613" cy="2185991"/>
              </a:xfrm>
              <a:custGeom>
                <a:rect b="b" l="l" r="r" t="t"/>
                <a:pathLst>
                  <a:path extrusionOk="0" h="2183" w="2232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7396163" y="3679826"/>
                <a:ext cx="630238" cy="492124"/>
              </a:xfrm>
              <a:custGeom>
                <a:rect b="b" l="l" r="r" t="t"/>
                <a:pathLst>
                  <a:path extrusionOk="0" h="491" w="631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6188075" y="2254251"/>
                <a:ext cx="1154113" cy="1617665"/>
              </a:xfrm>
              <a:custGeom>
                <a:rect b="b" l="l" r="r" t="t"/>
                <a:pathLst>
                  <a:path extrusionOk="0" h="1615" w="1154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6350000" y="2447926"/>
                <a:ext cx="760414" cy="1200151"/>
              </a:xfrm>
              <a:custGeom>
                <a:rect b="b" l="l" r="r" t="t"/>
                <a:pathLst>
                  <a:path extrusionOk="0" h="1199" w="759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6461125" y="2625726"/>
                <a:ext cx="290513" cy="466725"/>
              </a:xfrm>
              <a:custGeom>
                <a:rect b="b" l="l" r="r" t="t"/>
                <a:pathLst>
                  <a:path extrusionOk="0" h="465" w="291">
                    <a:moveTo>
                      <a:pt x="128" y="464"/>
                    </a:moveTo>
                    <a:cubicBezTo>
                      <a:pt x="99" y="464"/>
                      <a:pt x="73" y="455"/>
                      <a:pt x="52" y="437"/>
                    </a:cubicBezTo>
                    <a:cubicBezTo>
                      <a:pt x="18" y="408"/>
                      <a:pt x="0" y="358"/>
                      <a:pt x="1" y="302"/>
                    </a:cubicBezTo>
                    <a:cubicBezTo>
                      <a:pt x="2" y="273"/>
                      <a:pt x="13" y="22"/>
                      <a:pt x="67" y="10"/>
                    </a:cubicBezTo>
                    <a:cubicBezTo>
                      <a:pt x="110" y="0"/>
                      <a:pt x="192" y="41"/>
                      <a:pt x="216" y="125"/>
                    </a:cubicBezTo>
                    <a:cubicBezTo>
                      <a:pt x="225" y="155"/>
                      <a:pt x="230" y="184"/>
                      <a:pt x="235" y="212"/>
                    </a:cubicBezTo>
                    <a:cubicBezTo>
                      <a:pt x="244" y="260"/>
                      <a:pt x="253" y="306"/>
                      <a:pt x="276" y="343"/>
                    </a:cubicBezTo>
                    <a:cubicBezTo>
                      <a:pt x="288" y="363"/>
                      <a:pt x="291" y="381"/>
                      <a:pt x="284" y="397"/>
                    </a:cubicBezTo>
                    <a:cubicBezTo>
                      <a:pt x="272" y="425"/>
                      <a:pt x="229" y="447"/>
                      <a:pt x="158" y="461"/>
                    </a:cubicBezTo>
                    <a:cubicBezTo>
                      <a:pt x="148" y="463"/>
                      <a:pt x="138" y="464"/>
                      <a:pt x="128" y="464"/>
                    </a:cubicBezTo>
                    <a:close/>
                    <a:moveTo>
                      <a:pt x="81" y="12"/>
                    </a:moveTo>
                    <a:cubicBezTo>
                      <a:pt x="76" y="12"/>
                      <a:pt x="72" y="13"/>
                      <a:pt x="67" y="14"/>
                    </a:cubicBezTo>
                    <a:cubicBezTo>
                      <a:pt x="26" y="23"/>
                      <a:pt x="9" y="206"/>
                      <a:pt x="6" y="302"/>
                    </a:cubicBezTo>
                    <a:cubicBezTo>
                      <a:pt x="4" y="356"/>
                      <a:pt x="22" y="406"/>
                      <a:pt x="55" y="433"/>
                    </a:cubicBezTo>
                    <a:cubicBezTo>
                      <a:pt x="82" y="457"/>
                      <a:pt x="117" y="465"/>
                      <a:pt x="157" y="457"/>
                    </a:cubicBezTo>
                    <a:cubicBezTo>
                      <a:pt x="227" y="443"/>
                      <a:pt x="269" y="422"/>
                      <a:pt x="280" y="396"/>
                    </a:cubicBezTo>
                    <a:cubicBezTo>
                      <a:pt x="287" y="381"/>
                      <a:pt x="284" y="364"/>
                      <a:pt x="272" y="346"/>
                    </a:cubicBezTo>
                    <a:cubicBezTo>
                      <a:pt x="249" y="308"/>
                      <a:pt x="240" y="261"/>
                      <a:pt x="231" y="212"/>
                    </a:cubicBezTo>
                    <a:cubicBezTo>
                      <a:pt x="226" y="185"/>
                      <a:pt x="221" y="156"/>
                      <a:pt x="212" y="126"/>
                    </a:cubicBezTo>
                    <a:cubicBezTo>
                      <a:pt x="191" y="52"/>
                      <a:pt x="124" y="12"/>
                      <a:pt x="8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7612063" y="3835401"/>
                <a:ext cx="300038" cy="193675"/>
              </a:xfrm>
              <a:custGeom>
                <a:rect b="b" l="l" r="r" t="t"/>
                <a:pathLst>
                  <a:path extrusionOk="0" h="192" w="299">
                    <a:moveTo>
                      <a:pt x="202" y="185"/>
                    </a:moveTo>
                    <a:cubicBezTo>
                      <a:pt x="178" y="185"/>
                      <a:pt x="156" y="174"/>
                      <a:pt x="135" y="164"/>
                    </a:cubicBezTo>
                    <a:cubicBezTo>
                      <a:pt x="132" y="162"/>
                      <a:pt x="132" y="162"/>
                      <a:pt x="132" y="162"/>
                    </a:cubicBezTo>
                    <a:cubicBezTo>
                      <a:pt x="103" y="147"/>
                      <a:pt x="42" y="117"/>
                      <a:pt x="21" y="96"/>
                    </a:cubicBezTo>
                    <a:cubicBezTo>
                      <a:pt x="1" y="76"/>
                      <a:pt x="0" y="52"/>
                      <a:pt x="18" y="24"/>
                    </a:cubicBezTo>
                    <a:cubicBezTo>
                      <a:pt x="35" y="0"/>
                      <a:pt x="80" y="24"/>
                      <a:pt x="120" y="46"/>
                    </a:cubicBezTo>
                    <a:cubicBezTo>
                      <a:pt x="124" y="48"/>
                      <a:pt x="124" y="48"/>
                      <a:pt x="124" y="48"/>
                    </a:cubicBezTo>
                    <a:cubicBezTo>
                      <a:pt x="128" y="50"/>
                      <a:pt x="133" y="52"/>
                      <a:pt x="137" y="54"/>
                    </a:cubicBezTo>
                    <a:cubicBezTo>
                      <a:pt x="169" y="72"/>
                      <a:pt x="192" y="84"/>
                      <a:pt x="213" y="84"/>
                    </a:cubicBezTo>
                    <a:cubicBezTo>
                      <a:pt x="217" y="84"/>
                      <a:pt x="222" y="84"/>
                      <a:pt x="227" y="84"/>
                    </a:cubicBezTo>
                    <a:cubicBezTo>
                      <a:pt x="249" y="82"/>
                      <a:pt x="273" y="81"/>
                      <a:pt x="291" y="101"/>
                    </a:cubicBezTo>
                    <a:cubicBezTo>
                      <a:pt x="297" y="107"/>
                      <a:pt x="299" y="115"/>
                      <a:pt x="298" y="122"/>
                    </a:cubicBezTo>
                    <a:cubicBezTo>
                      <a:pt x="295" y="139"/>
                      <a:pt x="275" y="156"/>
                      <a:pt x="240" y="175"/>
                    </a:cubicBezTo>
                    <a:cubicBezTo>
                      <a:pt x="227" y="182"/>
                      <a:pt x="214" y="185"/>
                      <a:pt x="202" y="185"/>
                    </a:cubicBezTo>
                    <a:close/>
                    <a:moveTo>
                      <a:pt x="40" y="18"/>
                    </a:moveTo>
                    <a:cubicBezTo>
                      <a:pt x="32" y="18"/>
                      <a:pt x="26" y="21"/>
                      <a:pt x="22" y="27"/>
                    </a:cubicBezTo>
                    <a:cubicBezTo>
                      <a:pt x="4" y="52"/>
                      <a:pt x="5" y="74"/>
                      <a:pt x="24" y="93"/>
                    </a:cubicBezTo>
                    <a:cubicBezTo>
                      <a:pt x="45" y="114"/>
                      <a:pt x="105" y="144"/>
                      <a:pt x="134" y="158"/>
                    </a:cubicBezTo>
                    <a:cubicBezTo>
                      <a:pt x="137" y="160"/>
                      <a:pt x="137" y="160"/>
                      <a:pt x="137" y="160"/>
                    </a:cubicBezTo>
                    <a:cubicBezTo>
                      <a:pt x="168" y="175"/>
                      <a:pt x="201" y="192"/>
                      <a:pt x="238" y="172"/>
                    </a:cubicBezTo>
                    <a:cubicBezTo>
                      <a:pt x="272" y="154"/>
                      <a:pt x="291" y="136"/>
                      <a:pt x="293" y="122"/>
                    </a:cubicBezTo>
                    <a:cubicBezTo>
                      <a:pt x="295" y="115"/>
                      <a:pt x="293" y="109"/>
                      <a:pt x="288" y="104"/>
                    </a:cubicBezTo>
                    <a:cubicBezTo>
                      <a:pt x="271" y="85"/>
                      <a:pt x="248" y="87"/>
                      <a:pt x="227" y="88"/>
                    </a:cubicBezTo>
                    <a:cubicBezTo>
                      <a:pt x="222" y="88"/>
                      <a:pt x="217" y="88"/>
                      <a:pt x="213" y="88"/>
                    </a:cubicBezTo>
                    <a:cubicBezTo>
                      <a:pt x="191" y="88"/>
                      <a:pt x="167" y="76"/>
                      <a:pt x="135" y="58"/>
                    </a:cubicBezTo>
                    <a:cubicBezTo>
                      <a:pt x="131" y="56"/>
                      <a:pt x="126" y="54"/>
                      <a:pt x="122" y="51"/>
                    </a:cubicBezTo>
                    <a:cubicBezTo>
                      <a:pt x="118" y="49"/>
                      <a:pt x="118" y="49"/>
                      <a:pt x="118" y="49"/>
                    </a:cubicBezTo>
                    <a:cubicBezTo>
                      <a:pt x="92" y="35"/>
                      <a:pt x="60" y="18"/>
                      <a:pt x="4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p7"/>
            <p:cNvGrpSpPr/>
            <p:nvPr/>
          </p:nvGrpSpPr>
          <p:grpSpPr>
            <a:xfrm rot="10500963">
              <a:off x="-1390188" y="3649572"/>
              <a:ext cx="4013348" cy="2979184"/>
              <a:chOff x="6005513" y="2100263"/>
              <a:chExt cx="2944814" cy="2185991"/>
            </a:xfrm>
          </p:grpSpPr>
          <p:sp>
            <p:nvSpPr>
              <p:cNvPr id="245" name="Google Shape;245;p7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rect b="b" l="l" r="r" t="t"/>
                <a:pathLst>
                  <a:path extrusionOk="0" h="1091" w="1189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rect b="b" l="l" r="r" t="t"/>
                <a:pathLst>
                  <a:path extrusionOk="0" h="705" w="744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6005513" y="2100263"/>
                <a:ext cx="2233613" cy="2185991"/>
              </a:xfrm>
              <a:custGeom>
                <a:rect b="b" l="l" r="r" t="t"/>
                <a:pathLst>
                  <a:path extrusionOk="0" h="2183" w="2232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7396163" y="3679826"/>
                <a:ext cx="630238" cy="492124"/>
              </a:xfrm>
              <a:custGeom>
                <a:rect b="b" l="l" r="r" t="t"/>
                <a:pathLst>
                  <a:path extrusionOk="0" h="491" w="631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6188075" y="2254251"/>
                <a:ext cx="1154113" cy="1617665"/>
              </a:xfrm>
              <a:custGeom>
                <a:rect b="b" l="l" r="r" t="t"/>
                <a:pathLst>
                  <a:path extrusionOk="0" h="1615" w="1154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7"/>
              <p:cNvSpPr/>
              <p:nvPr/>
            </p:nvSpPr>
            <p:spPr>
              <a:xfrm>
                <a:off x="6350000" y="2447926"/>
                <a:ext cx="760414" cy="1200151"/>
              </a:xfrm>
              <a:custGeom>
                <a:rect b="b" l="l" r="r" t="t"/>
                <a:pathLst>
                  <a:path extrusionOk="0" h="1199" w="759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6461125" y="2625726"/>
                <a:ext cx="290513" cy="466725"/>
              </a:xfrm>
              <a:custGeom>
                <a:rect b="b" l="l" r="r" t="t"/>
                <a:pathLst>
                  <a:path extrusionOk="0" h="465" w="291">
                    <a:moveTo>
                      <a:pt x="128" y="464"/>
                    </a:moveTo>
                    <a:cubicBezTo>
                      <a:pt x="99" y="464"/>
                      <a:pt x="73" y="455"/>
                      <a:pt x="52" y="437"/>
                    </a:cubicBezTo>
                    <a:cubicBezTo>
                      <a:pt x="18" y="408"/>
                      <a:pt x="0" y="358"/>
                      <a:pt x="1" y="302"/>
                    </a:cubicBezTo>
                    <a:cubicBezTo>
                      <a:pt x="2" y="273"/>
                      <a:pt x="13" y="22"/>
                      <a:pt x="67" y="10"/>
                    </a:cubicBezTo>
                    <a:cubicBezTo>
                      <a:pt x="110" y="0"/>
                      <a:pt x="192" y="41"/>
                      <a:pt x="216" y="125"/>
                    </a:cubicBezTo>
                    <a:cubicBezTo>
                      <a:pt x="225" y="155"/>
                      <a:pt x="230" y="184"/>
                      <a:pt x="235" y="212"/>
                    </a:cubicBezTo>
                    <a:cubicBezTo>
                      <a:pt x="244" y="260"/>
                      <a:pt x="253" y="306"/>
                      <a:pt x="276" y="343"/>
                    </a:cubicBezTo>
                    <a:cubicBezTo>
                      <a:pt x="288" y="363"/>
                      <a:pt x="291" y="381"/>
                      <a:pt x="284" y="397"/>
                    </a:cubicBezTo>
                    <a:cubicBezTo>
                      <a:pt x="272" y="425"/>
                      <a:pt x="229" y="447"/>
                      <a:pt x="158" y="461"/>
                    </a:cubicBezTo>
                    <a:cubicBezTo>
                      <a:pt x="148" y="463"/>
                      <a:pt x="138" y="464"/>
                      <a:pt x="128" y="464"/>
                    </a:cubicBezTo>
                    <a:close/>
                    <a:moveTo>
                      <a:pt x="81" y="12"/>
                    </a:moveTo>
                    <a:cubicBezTo>
                      <a:pt x="76" y="12"/>
                      <a:pt x="72" y="13"/>
                      <a:pt x="67" y="14"/>
                    </a:cubicBezTo>
                    <a:cubicBezTo>
                      <a:pt x="26" y="23"/>
                      <a:pt x="9" y="206"/>
                      <a:pt x="6" y="302"/>
                    </a:cubicBezTo>
                    <a:cubicBezTo>
                      <a:pt x="4" y="356"/>
                      <a:pt x="22" y="406"/>
                      <a:pt x="55" y="433"/>
                    </a:cubicBezTo>
                    <a:cubicBezTo>
                      <a:pt x="82" y="457"/>
                      <a:pt x="117" y="465"/>
                      <a:pt x="157" y="457"/>
                    </a:cubicBezTo>
                    <a:cubicBezTo>
                      <a:pt x="227" y="443"/>
                      <a:pt x="269" y="422"/>
                      <a:pt x="280" y="396"/>
                    </a:cubicBezTo>
                    <a:cubicBezTo>
                      <a:pt x="287" y="381"/>
                      <a:pt x="284" y="364"/>
                      <a:pt x="272" y="346"/>
                    </a:cubicBezTo>
                    <a:cubicBezTo>
                      <a:pt x="249" y="308"/>
                      <a:pt x="240" y="261"/>
                      <a:pt x="231" y="212"/>
                    </a:cubicBezTo>
                    <a:cubicBezTo>
                      <a:pt x="226" y="185"/>
                      <a:pt x="221" y="156"/>
                      <a:pt x="212" y="126"/>
                    </a:cubicBezTo>
                    <a:cubicBezTo>
                      <a:pt x="191" y="52"/>
                      <a:pt x="124" y="12"/>
                      <a:pt x="8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7"/>
              <p:cNvSpPr/>
              <p:nvPr/>
            </p:nvSpPr>
            <p:spPr>
              <a:xfrm>
                <a:off x="7612063" y="3835401"/>
                <a:ext cx="300038" cy="193675"/>
              </a:xfrm>
              <a:custGeom>
                <a:rect b="b" l="l" r="r" t="t"/>
                <a:pathLst>
                  <a:path extrusionOk="0" h="192" w="299">
                    <a:moveTo>
                      <a:pt x="202" y="185"/>
                    </a:moveTo>
                    <a:cubicBezTo>
                      <a:pt x="178" y="185"/>
                      <a:pt x="156" y="174"/>
                      <a:pt x="135" y="164"/>
                    </a:cubicBezTo>
                    <a:cubicBezTo>
                      <a:pt x="132" y="162"/>
                      <a:pt x="132" y="162"/>
                      <a:pt x="132" y="162"/>
                    </a:cubicBezTo>
                    <a:cubicBezTo>
                      <a:pt x="103" y="147"/>
                      <a:pt x="42" y="117"/>
                      <a:pt x="21" y="96"/>
                    </a:cubicBezTo>
                    <a:cubicBezTo>
                      <a:pt x="1" y="76"/>
                      <a:pt x="0" y="52"/>
                      <a:pt x="18" y="24"/>
                    </a:cubicBezTo>
                    <a:cubicBezTo>
                      <a:pt x="35" y="0"/>
                      <a:pt x="80" y="24"/>
                      <a:pt x="120" y="46"/>
                    </a:cubicBezTo>
                    <a:cubicBezTo>
                      <a:pt x="124" y="48"/>
                      <a:pt x="124" y="48"/>
                      <a:pt x="124" y="48"/>
                    </a:cubicBezTo>
                    <a:cubicBezTo>
                      <a:pt x="128" y="50"/>
                      <a:pt x="133" y="52"/>
                      <a:pt x="137" y="54"/>
                    </a:cubicBezTo>
                    <a:cubicBezTo>
                      <a:pt x="169" y="72"/>
                      <a:pt x="192" y="84"/>
                      <a:pt x="213" y="84"/>
                    </a:cubicBezTo>
                    <a:cubicBezTo>
                      <a:pt x="217" y="84"/>
                      <a:pt x="222" y="84"/>
                      <a:pt x="227" y="84"/>
                    </a:cubicBezTo>
                    <a:cubicBezTo>
                      <a:pt x="249" y="82"/>
                      <a:pt x="273" y="81"/>
                      <a:pt x="291" y="101"/>
                    </a:cubicBezTo>
                    <a:cubicBezTo>
                      <a:pt x="297" y="107"/>
                      <a:pt x="299" y="115"/>
                      <a:pt x="298" y="122"/>
                    </a:cubicBezTo>
                    <a:cubicBezTo>
                      <a:pt x="295" y="139"/>
                      <a:pt x="275" y="156"/>
                      <a:pt x="240" y="175"/>
                    </a:cubicBezTo>
                    <a:cubicBezTo>
                      <a:pt x="227" y="182"/>
                      <a:pt x="214" y="185"/>
                      <a:pt x="202" y="185"/>
                    </a:cubicBezTo>
                    <a:close/>
                    <a:moveTo>
                      <a:pt x="40" y="18"/>
                    </a:moveTo>
                    <a:cubicBezTo>
                      <a:pt x="32" y="18"/>
                      <a:pt x="26" y="21"/>
                      <a:pt x="22" y="27"/>
                    </a:cubicBezTo>
                    <a:cubicBezTo>
                      <a:pt x="4" y="52"/>
                      <a:pt x="5" y="74"/>
                      <a:pt x="24" y="93"/>
                    </a:cubicBezTo>
                    <a:cubicBezTo>
                      <a:pt x="45" y="114"/>
                      <a:pt x="105" y="144"/>
                      <a:pt x="134" y="158"/>
                    </a:cubicBezTo>
                    <a:cubicBezTo>
                      <a:pt x="137" y="160"/>
                      <a:pt x="137" y="160"/>
                      <a:pt x="137" y="160"/>
                    </a:cubicBezTo>
                    <a:cubicBezTo>
                      <a:pt x="168" y="175"/>
                      <a:pt x="201" y="192"/>
                      <a:pt x="238" y="172"/>
                    </a:cubicBezTo>
                    <a:cubicBezTo>
                      <a:pt x="272" y="154"/>
                      <a:pt x="291" y="136"/>
                      <a:pt x="293" y="122"/>
                    </a:cubicBezTo>
                    <a:cubicBezTo>
                      <a:pt x="295" y="115"/>
                      <a:pt x="293" y="109"/>
                      <a:pt x="288" y="104"/>
                    </a:cubicBezTo>
                    <a:cubicBezTo>
                      <a:pt x="271" y="85"/>
                      <a:pt x="248" y="87"/>
                      <a:pt x="227" y="88"/>
                    </a:cubicBezTo>
                    <a:cubicBezTo>
                      <a:pt x="222" y="88"/>
                      <a:pt x="217" y="88"/>
                      <a:pt x="213" y="88"/>
                    </a:cubicBezTo>
                    <a:cubicBezTo>
                      <a:pt x="191" y="88"/>
                      <a:pt x="167" y="76"/>
                      <a:pt x="135" y="58"/>
                    </a:cubicBezTo>
                    <a:cubicBezTo>
                      <a:pt x="131" y="56"/>
                      <a:pt x="126" y="54"/>
                      <a:pt x="122" y="51"/>
                    </a:cubicBezTo>
                    <a:cubicBezTo>
                      <a:pt x="118" y="49"/>
                      <a:pt x="118" y="49"/>
                      <a:pt x="118" y="49"/>
                    </a:cubicBezTo>
                    <a:cubicBezTo>
                      <a:pt x="92" y="35"/>
                      <a:pt x="60" y="18"/>
                      <a:pt x="4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3" name="Google Shape;253;p7"/>
          <p:cNvGrpSpPr/>
          <p:nvPr/>
        </p:nvGrpSpPr>
        <p:grpSpPr>
          <a:xfrm>
            <a:off x="-217149" y="-259918"/>
            <a:ext cx="9895200" cy="6352966"/>
            <a:chOff x="-217149" y="-259918"/>
            <a:chExt cx="9895200" cy="6352966"/>
          </a:xfrm>
        </p:grpSpPr>
        <p:pic>
          <p:nvPicPr>
            <p:cNvPr id="254" name="Google Shape;254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2969981">
              <a:off x="630473" y="4520875"/>
              <a:ext cx="1701501" cy="112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530100">
              <a:off x="-88768" y="3878800"/>
              <a:ext cx="409962" cy="651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356544">
              <a:off x="8575828" y="-101850"/>
              <a:ext cx="870974" cy="10413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"/>
          <p:cNvSpPr txBox="1"/>
          <p:nvPr>
            <p:ph type="title"/>
          </p:nvPr>
        </p:nvSpPr>
        <p:spPr>
          <a:xfrm>
            <a:off x="3916750" y="539500"/>
            <a:ext cx="4514100" cy="130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59" name="Google Shape;259;p8"/>
          <p:cNvGrpSpPr/>
          <p:nvPr/>
        </p:nvGrpSpPr>
        <p:grpSpPr>
          <a:xfrm>
            <a:off x="-2725375" y="2697503"/>
            <a:ext cx="9449768" cy="4560356"/>
            <a:chOff x="0" y="2771776"/>
            <a:chExt cx="5156200" cy="3062286"/>
          </a:xfrm>
        </p:grpSpPr>
        <p:sp>
          <p:nvSpPr>
            <p:cNvPr id="260" name="Google Shape;260;p8"/>
            <p:cNvSpPr/>
            <p:nvPr/>
          </p:nvSpPr>
          <p:spPr>
            <a:xfrm>
              <a:off x="1962150" y="3011488"/>
              <a:ext cx="2797178" cy="2262189"/>
            </a:xfrm>
            <a:custGeom>
              <a:rect b="b" l="l" r="r" t="t"/>
              <a:pathLst>
                <a:path extrusionOk="0" h="2258" w="2794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2160588" y="3625851"/>
              <a:ext cx="111125" cy="190500"/>
            </a:xfrm>
            <a:custGeom>
              <a:rect b="b" l="l" r="r" t="t"/>
              <a:pathLst>
                <a:path extrusionOk="0" h="191" w="111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2101850" y="3700463"/>
              <a:ext cx="69850" cy="96838"/>
            </a:xfrm>
            <a:custGeom>
              <a:rect b="b" l="l" r="r" t="t"/>
              <a:pathLst>
                <a:path extrusionOk="0" h="98" w="7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1924050" y="3424238"/>
              <a:ext cx="144463" cy="90488"/>
            </a:xfrm>
            <a:custGeom>
              <a:rect b="b" l="l" r="r" t="t"/>
              <a:pathLst>
                <a:path extrusionOk="0" h="91" w="145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3424238" y="4486276"/>
              <a:ext cx="38100" cy="53975"/>
            </a:xfrm>
            <a:custGeom>
              <a:rect b="b" l="l" r="r" t="t"/>
              <a:pathLst>
                <a:path extrusionOk="0" h="54" w="37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3665538" y="4548188"/>
              <a:ext cx="200025" cy="190500"/>
            </a:xfrm>
            <a:custGeom>
              <a:rect b="b" l="l" r="r" t="t"/>
              <a:pathLst>
                <a:path extrusionOk="0" h="191" w="20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3856038" y="4725988"/>
              <a:ext cx="165100" cy="50800"/>
            </a:xfrm>
            <a:custGeom>
              <a:rect b="b" l="l" r="r" t="t"/>
              <a:pathLst>
                <a:path extrusionOk="0" h="52" w="165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3878263" y="4530726"/>
              <a:ext cx="171450" cy="168275"/>
            </a:xfrm>
            <a:custGeom>
              <a:rect b="b" l="l" r="r" t="t"/>
              <a:pathLst>
                <a:path extrusionOk="0" h="169" w="171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4044950" y="4600576"/>
              <a:ext cx="96838" cy="133350"/>
            </a:xfrm>
            <a:custGeom>
              <a:rect b="b" l="l" r="r" t="t"/>
              <a:pathLst>
                <a:path extrusionOk="0" h="133" w="96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4024313" y="4760913"/>
              <a:ext cx="57150" cy="22225"/>
            </a:xfrm>
            <a:custGeom>
              <a:rect b="b" l="l" r="r" t="t"/>
              <a:pathLst>
                <a:path extrusionOk="0" h="22" w="57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4071938" y="4783138"/>
              <a:ext cx="39688" cy="25400"/>
            </a:xfrm>
            <a:custGeom>
              <a:rect b="b" l="l" r="r" t="t"/>
              <a:pathLst>
                <a:path extrusionOk="0" h="26" w="39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4141788" y="4770438"/>
              <a:ext cx="57150" cy="44450"/>
            </a:xfrm>
            <a:custGeom>
              <a:rect b="b" l="l" r="r" t="t"/>
              <a:pathLst>
                <a:path extrusionOk="0" h="45" w="57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4202113" y="4643438"/>
              <a:ext cx="393700" cy="173038"/>
            </a:xfrm>
            <a:custGeom>
              <a:rect b="b" l="l" r="r" t="t"/>
              <a:pathLst>
                <a:path extrusionOk="0" h="173" w="392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4078288" y="4764088"/>
              <a:ext cx="79375" cy="19050"/>
            </a:xfrm>
            <a:custGeom>
              <a:rect b="b" l="l" r="r" t="t"/>
              <a:pathLst>
                <a:path extrusionOk="0" h="18" w="79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4162425" y="4684713"/>
              <a:ext cx="17463" cy="14288"/>
            </a:xfrm>
            <a:custGeom>
              <a:rect b="b" l="l" r="r" t="t"/>
              <a:pathLst>
                <a:path extrusionOk="0" h="14" w="18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4191000" y="4681538"/>
              <a:ext cx="53975" cy="19050"/>
            </a:xfrm>
            <a:custGeom>
              <a:rect b="b" l="l" r="r" t="t"/>
              <a:pathLst>
                <a:path extrusionOk="0" h="19" w="53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4159250" y="4595813"/>
              <a:ext cx="38100" cy="65088"/>
            </a:xfrm>
            <a:custGeom>
              <a:rect b="b" l="l" r="r" t="t"/>
              <a:pathLst>
                <a:path extrusionOk="0" h="66" w="37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4281488" y="4719638"/>
              <a:ext cx="31750" cy="36513"/>
            </a:xfrm>
            <a:custGeom>
              <a:rect b="b" l="l" r="r" t="t"/>
              <a:pathLst>
                <a:path extrusionOk="0" h="36" w="32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4246563" y="4738688"/>
              <a:ext cx="26988" cy="31750"/>
            </a:xfrm>
            <a:custGeom>
              <a:rect b="b" l="l" r="r" t="t"/>
              <a:pathLst>
                <a:path extrusionOk="0" h="31" w="27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4021138" y="4803776"/>
              <a:ext cx="687388" cy="560388"/>
            </a:xfrm>
            <a:custGeom>
              <a:rect b="b" l="l" r="r" t="t"/>
              <a:pathLst>
                <a:path extrusionOk="0" h="560" w="688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4619625" y="5403851"/>
              <a:ext cx="76200" cy="77788"/>
            </a:xfrm>
            <a:custGeom>
              <a:rect b="b" l="l" r="r" t="t"/>
              <a:pathLst>
                <a:path extrusionOk="0" h="77" w="76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4094163" y="4102101"/>
              <a:ext cx="49213" cy="57150"/>
            </a:xfrm>
            <a:custGeom>
              <a:rect b="b" l="l" r="r" t="t"/>
              <a:pathLst>
                <a:path extrusionOk="0" h="57" w="49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4108450" y="3983038"/>
              <a:ext cx="149225" cy="142875"/>
            </a:xfrm>
            <a:custGeom>
              <a:rect b="b" l="l" r="r" t="t"/>
              <a:pathLst>
                <a:path extrusionOk="0" h="144" w="149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4197350" y="3900488"/>
              <a:ext cx="87313" cy="74613"/>
            </a:xfrm>
            <a:custGeom>
              <a:rect b="b" l="l" r="r" t="t"/>
              <a:pathLst>
                <a:path extrusionOk="0" h="74" w="87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4183063" y="3716338"/>
              <a:ext cx="63500" cy="174625"/>
            </a:xfrm>
            <a:custGeom>
              <a:rect b="b" l="l" r="r" t="t"/>
              <a:pathLst>
                <a:path extrusionOk="0" h="174" w="63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4319588" y="3883026"/>
              <a:ext cx="22225" cy="19050"/>
            </a:xfrm>
            <a:custGeom>
              <a:rect b="b" l="l" r="r" t="t"/>
              <a:pathLst>
                <a:path extrusionOk="0" h="19" w="22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4291013" y="3892551"/>
              <a:ext cx="28575" cy="26988"/>
            </a:xfrm>
            <a:custGeom>
              <a:rect b="b" l="l" r="r" t="t"/>
              <a:pathLst>
                <a:path extrusionOk="0" h="28" w="28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4132263" y="4097338"/>
              <a:ext cx="34925" cy="39688"/>
            </a:xfrm>
            <a:custGeom>
              <a:rect b="b" l="l" r="r" t="t"/>
              <a:pathLst>
                <a:path extrusionOk="0" h="39" w="35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3986213" y="4237038"/>
              <a:ext cx="31750" cy="60325"/>
            </a:xfrm>
            <a:custGeom>
              <a:rect b="b" l="l" r="r" t="t"/>
              <a:pathLst>
                <a:path extrusionOk="0" h="60" w="31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3833813" y="4316413"/>
              <a:ext cx="34925" cy="44450"/>
            </a:xfrm>
            <a:custGeom>
              <a:rect b="b" l="l" r="r" t="t"/>
              <a:pathLst>
                <a:path extrusionOk="0" h="45" w="36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4513263" y="4676776"/>
              <a:ext cx="77788" cy="69850"/>
            </a:xfrm>
            <a:custGeom>
              <a:rect b="b" l="l" r="r" t="t"/>
              <a:pathLst>
                <a:path extrusionOk="0" h="69" w="77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2903538" y="4829176"/>
              <a:ext cx="106363" cy="254000"/>
            </a:xfrm>
            <a:custGeom>
              <a:rect b="b" l="l" r="r" t="t"/>
              <a:pathLst>
                <a:path extrusionOk="0" h="253" w="106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2903538" y="3051176"/>
              <a:ext cx="215900" cy="244475"/>
            </a:xfrm>
            <a:custGeom>
              <a:rect b="b" l="l" r="r" t="t"/>
              <a:pathLst>
                <a:path extrusionOk="0" h="245" w="215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4065588" y="4494213"/>
              <a:ext cx="74613" cy="63500"/>
            </a:xfrm>
            <a:custGeom>
              <a:rect b="b" l="l" r="r" t="t"/>
              <a:pathLst>
                <a:path extrusionOk="0" h="63" w="74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4000500" y="4348163"/>
              <a:ext cx="47625" cy="87313"/>
            </a:xfrm>
            <a:custGeom>
              <a:rect b="b" l="l" r="r" t="t"/>
              <a:pathLst>
                <a:path extrusionOk="0" h="88" w="47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4048125" y="4421188"/>
              <a:ext cx="69850" cy="84138"/>
            </a:xfrm>
            <a:custGeom>
              <a:rect b="b" l="l" r="r" t="t"/>
              <a:pathLst>
                <a:path extrusionOk="0" h="83" w="7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4019550" y="4427538"/>
              <a:ext cx="25400" cy="31750"/>
            </a:xfrm>
            <a:custGeom>
              <a:rect b="b" l="l" r="r" t="t"/>
              <a:pathLst>
                <a:path extrusionOk="0" h="32" w="26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3979863" y="4452938"/>
              <a:ext cx="39688" cy="55563"/>
            </a:xfrm>
            <a:custGeom>
              <a:rect b="b" l="l" r="r" t="t"/>
              <a:pathLst>
                <a:path extrusionOk="0" h="56" w="39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0" y="3252788"/>
              <a:ext cx="1682748" cy="2581274"/>
            </a:xfrm>
            <a:custGeom>
              <a:rect b="b" l="l" r="r" t="t"/>
              <a:pathLst>
                <a:path extrusionOk="0" h="2578" w="1681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1341438" y="2771776"/>
              <a:ext cx="746125" cy="828675"/>
            </a:xfrm>
            <a:custGeom>
              <a:rect b="b" l="l" r="r" t="t"/>
              <a:pathLst>
                <a:path extrusionOk="0" h="827" w="745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5035550" y="5357813"/>
              <a:ext cx="120650" cy="219075"/>
            </a:xfrm>
            <a:custGeom>
              <a:rect b="b" l="l" r="r" t="t"/>
              <a:pathLst>
                <a:path extrusionOk="0" h="219" w="12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8"/>
          <p:cNvGrpSpPr/>
          <p:nvPr/>
        </p:nvGrpSpPr>
        <p:grpSpPr>
          <a:xfrm>
            <a:off x="-1106665" y="-1065113"/>
            <a:ext cx="11382067" cy="7454913"/>
            <a:chOff x="-1106665" y="-1065113"/>
            <a:chExt cx="11382067" cy="7454913"/>
          </a:xfrm>
        </p:grpSpPr>
        <p:sp>
          <p:nvSpPr>
            <p:cNvPr id="303" name="Google Shape;303;p8"/>
            <p:cNvSpPr/>
            <p:nvPr/>
          </p:nvSpPr>
          <p:spPr>
            <a:xfrm flipH="1" rot="1320967">
              <a:off x="1579762" y="-266020"/>
              <a:ext cx="1189056" cy="1093803"/>
            </a:xfrm>
            <a:custGeom>
              <a:rect b="b" l="l" r="r" t="t"/>
              <a:pathLst>
                <a:path extrusionOk="0" h="1091" w="1189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8"/>
            <p:cNvSpPr/>
            <p:nvPr/>
          </p:nvSpPr>
          <p:spPr>
            <a:xfrm flipH="1" rot="1320964">
              <a:off x="1810210" y="-134162"/>
              <a:ext cx="744549" cy="704861"/>
            </a:xfrm>
            <a:custGeom>
              <a:rect b="b" l="l" r="r" t="t"/>
              <a:pathLst>
                <a:path extrusionOk="0" h="705" w="744">
                  <a:moveTo>
                    <a:pt x="140" y="688"/>
                  </a:moveTo>
                  <a:cubicBezTo>
                    <a:pt x="96" y="688"/>
                    <a:pt x="57" y="671"/>
                    <a:pt x="34" y="644"/>
                  </a:cubicBezTo>
                  <a:cubicBezTo>
                    <a:pt x="0" y="604"/>
                    <a:pt x="35" y="515"/>
                    <a:pt x="62" y="450"/>
                  </a:cubicBezTo>
                  <a:cubicBezTo>
                    <a:pt x="69" y="431"/>
                    <a:pt x="76" y="415"/>
                    <a:pt x="80" y="402"/>
                  </a:cubicBezTo>
                  <a:cubicBezTo>
                    <a:pt x="109" y="309"/>
                    <a:pt x="86" y="229"/>
                    <a:pt x="67" y="164"/>
                  </a:cubicBezTo>
                  <a:cubicBezTo>
                    <a:pt x="62" y="148"/>
                    <a:pt x="58" y="133"/>
                    <a:pt x="55" y="119"/>
                  </a:cubicBezTo>
                  <a:cubicBezTo>
                    <a:pt x="48" y="88"/>
                    <a:pt x="60" y="53"/>
                    <a:pt x="87" y="30"/>
                  </a:cubicBezTo>
                  <a:cubicBezTo>
                    <a:pt x="114" y="6"/>
                    <a:pt x="149" y="0"/>
                    <a:pt x="183" y="13"/>
                  </a:cubicBezTo>
                  <a:cubicBezTo>
                    <a:pt x="207" y="21"/>
                    <a:pt x="236" y="39"/>
                    <a:pt x="267" y="58"/>
                  </a:cubicBezTo>
                  <a:cubicBezTo>
                    <a:pt x="338" y="100"/>
                    <a:pt x="426" y="153"/>
                    <a:pt x="498" y="138"/>
                  </a:cubicBezTo>
                  <a:cubicBezTo>
                    <a:pt x="596" y="118"/>
                    <a:pt x="691" y="142"/>
                    <a:pt x="730" y="196"/>
                  </a:cubicBezTo>
                  <a:cubicBezTo>
                    <a:pt x="741" y="211"/>
                    <a:pt x="744" y="228"/>
                    <a:pt x="740" y="246"/>
                  </a:cubicBezTo>
                  <a:cubicBezTo>
                    <a:pt x="731" y="286"/>
                    <a:pt x="685" y="331"/>
                    <a:pt x="607" y="375"/>
                  </a:cubicBezTo>
                  <a:cubicBezTo>
                    <a:pt x="519" y="425"/>
                    <a:pt x="415" y="515"/>
                    <a:pt x="331" y="588"/>
                  </a:cubicBezTo>
                  <a:cubicBezTo>
                    <a:pt x="312" y="604"/>
                    <a:pt x="294" y="619"/>
                    <a:pt x="277" y="634"/>
                  </a:cubicBezTo>
                  <a:cubicBezTo>
                    <a:pt x="232" y="672"/>
                    <a:pt x="183" y="688"/>
                    <a:pt x="140" y="688"/>
                  </a:cubicBezTo>
                  <a:close/>
                  <a:moveTo>
                    <a:pt x="148" y="10"/>
                  </a:moveTo>
                  <a:cubicBezTo>
                    <a:pt x="127" y="10"/>
                    <a:pt x="106" y="18"/>
                    <a:pt x="89" y="33"/>
                  </a:cubicBezTo>
                  <a:cubicBezTo>
                    <a:pt x="64" y="55"/>
                    <a:pt x="52" y="89"/>
                    <a:pt x="59" y="118"/>
                  </a:cubicBezTo>
                  <a:cubicBezTo>
                    <a:pt x="62" y="132"/>
                    <a:pt x="66" y="147"/>
                    <a:pt x="71" y="163"/>
                  </a:cubicBezTo>
                  <a:cubicBezTo>
                    <a:pt x="90" y="228"/>
                    <a:pt x="113" y="309"/>
                    <a:pt x="84" y="403"/>
                  </a:cubicBezTo>
                  <a:cubicBezTo>
                    <a:pt x="80" y="416"/>
                    <a:pt x="73" y="433"/>
                    <a:pt x="66" y="452"/>
                  </a:cubicBezTo>
                  <a:cubicBezTo>
                    <a:pt x="40" y="516"/>
                    <a:pt x="4" y="603"/>
                    <a:pt x="37" y="641"/>
                  </a:cubicBezTo>
                  <a:cubicBezTo>
                    <a:pt x="82" y="694"/>
                    <a:pt x="186" y="705"/>
                    <a:pt x="275" y="630"/>
                  </a:cubicBezTo>
                  <a:cubicBezTo>
                    <a:pt x="291" y="616"/>
                    <a:pt x="309" y="601"/>
                    <a:pt x="328" y="584"/>
                  </a:cubicBezTo>
                  <a:cubicBezTo>
                    <a:pt x="412" y="512"/>
                    <a:pt x="517" y="422"/>
                    <a:pt x="605" y="372"/>
                  </a:cubicBezTo>
                  <a:cubicBezTo>
                    <a:pt x="682" y="328"/>
                    <a:pt x="727" y="284"/>
                    <a:pt x="736" y="245"/>
                  </a:cubicBezTo>
                  <a:cubicBezTo>
                    <a:pt x="740" y="229"/>
                    <a:pt x="736" y="213"/>
                    <a:pt x="726" y="199"/>
                  </a:cubicBezTo>
                  <a:cubicBezTo>
                    <a:pt x="688" y="146"/>
                    <a:pt x="595" y="122"/>
                    <a:pt x="499" y="142"/>
                  </a:cubicBezTo>
                  <a:cubicBezTo>
                    <a:pt x="498" y="140"/>
                    <a:pt x="498" y="140"/>
                    <a:pt x="498" y="140"/>
                  </a:cubicBezTo>
                  <a:cubicBezTo>
                    <a:pt x="499" y="142"/>
                    <a:pt x="499" y="142"/>
                    <a:pt x="499" y="142"/>
                  </a:cubicBezTo>
                  <a:cubicBezTo>
                    <a:pt x="426" y="157"/>
                    <a:pt x="337" y="104"/>
                    <a:pt x="265" y="61"/>
                  </a:cubicBezTo>
                  <a:cubicBezTo>
                    <a:pt x="234" y="43"/>
                    <a:pt x="205" y="25"/>
                    <a:pt x="182" y="16"/>
                  </a:cubicBezTo>
                  <a:cubicBezTo>
                    <a:pt x="171" y="12"/>
                    <a:pt x="159" y="10"/>
                    <a:pt x="148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 flipH="1" rot="1320969">
              <a:off x="2105885" y="164249"/>
              <a:ext cx="266704" cy="263528"/>
            </a:xfrm>
            <a:custGeom>
              <a:rect b="b" l="l" r="r" t="t"/>
              <a:pathLst>
                <a:path extrusionOk="0" h="264" w="265">
                  <a:moveTo>
                    <a:pt x="74" y="242"/>
                  </a:moveTo>
                  <a:cubicBezTo>
                    <a:pt x="58" y="242"/>
                    <a:pt x="45" y="238"/>
                    <a:pt x="34" y="230"/>
                  </a:cubicBezTo>
                  <a:cubicBezTo>
                    <a:pt x="16" y="216"/>
                    <a:pt x="6" y="196"/>
                    <a:pt x="4" y="172"/>
                  </a:cubicBezTo>
                  <a:cubicBezTo>
                    <a:pt x="0" y="135"/>
                    <a:pt x="17" y="90"/>
                    <a:pt x="48" y="54"/>
                  </a:cubicBezTo>
                  <a:cubicBezTo>
                    <a:pt x="95" y="0"/>
                    <a:pt x="200" y="14"/>
                    <a:pt x="204" y="14"/>
                  </a:cubicBezTo>
                  <a:cubicBezTo>
                    <a:pt x="204" y="14"/>
                    <a:pt x="204" y="14"/>
                    <a:pt x="204" y="14"/>
                  </a:cubicBezTo>
                  <a:cubicBezTo>
                    <a:pt x="235" y="21"/>
                    <a:pt x="249" y="43"/>
                    <a:pt x="254" y="60"/>
                  </a:cubicBezTo>
                  <a:cubicBezTo>
                    <a:pt x="265" y="91"/>
                    <a:pt x="258" y="133"/>
                    <a:pt x="238" y="158"/>
                  </a:cubicBezTo>
                  <a:cubicBezTo>
                    <a:pt x="211" y="191"/>
                    <a:pt x="131" y="242"/>
                    <a:pt x="74" y="242"/>
                  </a:cubicBezTo>
                  <a:close/>
                  <a:moveTo>
                    <a:pt x="173" y="17"/>
                  </a:moveTo>
                  <a:cubicBezTo>
                    <a:pt x="137" y="17"/>
                    <a:pt x="81" y="23"/>
                    <a:pt x="51" y="57"/>
                  </a:cubicBezTo>
                  <a:cubicBezTo>
                    <a:pt x="21" y="92"/>
                    <a:pt x="4" y="136"/>
                    <a:pt x="8" y="172"/>
                  </a:cubicBezTo>
                  <a:cubicBezTo>
                    <a:pt x="10" y="195"/>
                    <a:pt x="20" y="213"/>
                    <a:pt x="37" y="226"/>
                  </a:cubicBezTo>
                  <a:cubicBezTo>
                    <a:pt x="85" y="264"/>
                    <a:pt x="202" y="195"/>
                    <a:pt x="235" y="155"/>
                  </a:cubicBezTo>
                  <a:cubicBezTo>
                    <a:pt x="254" y="131"/>
                    <a:pt x="261" y="91"/>
                    <a:pt x="251" y="61"/>
                  </a:cubicBezTo>
                  <a:cubicBezTo>
                    <a:pt x="245" y="45"/>
                    <a:pt x="232" y="25"/>
                    <a:pt x="204" y="18"/>
                  </a:cubicBezTo>
                  <a:cubicBezTo>
                    <a:pt x="202" y="18"/>
                    <a:pt x="190" y="17"/>
                    <a:pt x="173" y="1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 flipH="1" rot="1320962">
              <a:off x="-751181" y="-680486"/>
              <a:ext cx="2516224" cy="2386049"/>
            </a:xfrm>
            <a:custGeom>
              <a:rect b="b" l="l" r="r" t="t"/>
              <a:pathLst>
                <a:path extrusionOk="0" h="2383" w="2514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8"/>
            <p:cNvSpPr/>
            <p:nvPr/>
          </p:nvSpPr>
          <p:spPr>
            <a:xfrm flipH="1" rot="1320964">
              <a:off x="-607331" y="-552321"/>
              <a:ext cx="2297144" cy="2070128"/>
            </a:xfrm>
            <a:custGeom>
              <a:rect b="b" l="l" r="r" t="t"/>
              <a:pathLst>
                <a:path extrusionOk="0" h="2067" w="2295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8"/>
            <p:cNvSpPr/>
            <p:nvPr/>
          </p:nvSpPr>
          <p:spPr>
            <a:xfrm flipH="1" rot="1320964">
              <a:off x="755610" y="-265020"/>
              <a:ext cx="523883" cy="515945"/>
            </a:xfrm>
            <a:custGeom>
              <a:rect b="b" l="l" r="r" t="t"/>
              <a:pathLst>
                <a:path extrusionOk="0" h="514" w="524">
                  <a:moveTo>
                    <a:pt x="233" y="514"/>
                  </a:moveTo>
                  <a:cubicBezTo>
                    <a:pt x="222" y="514"/>
                    <a:pt x="211" y="513"/>
                    <a:pt x="201" y="513"/>
                  </a:cubicBezTo>
                  <a:cubicBezTo>
                    <a:pt x="118" y="507"/>
                    <a:pt x="56" y="417"/>
                    <a:pt x="22" y="252"/>
                  </a:cubicBezTo>
                  <a:cubicBezTo>
                    <a:pt x="0" y="147"/>
                    <a:pt x="68" y="52"/>
                    <a:pt x="182" y="25"/>
                  </a:cubicBezTo>
                  <a:cubicBezTo>
                    <a:pt x="291" y="0"/>
                    <a:pt x="363" y="57"/>
                    <a:pt x="391" y="115"/>
                  </a:cubicBezTo>
                  <a:cubicBezTo>
                    <a:pt x="391" y="115"/>
                    <a:pt x="391" y="115"/>
                    <a:pt x="391" y="115"/>
                  </a:cubicBezTo>
                  <a:cubicBezTo>
                    <a:pt x="399" y="129"/>
                    <a:pt x="413" y="147"/>
                    <a:pt x="429" y="168"/>
                  </a:cubicBezTo>
                  <a:cubicBezTo>
                    <a:pt x="469" y="220"/>
                    <a:pt x="524" y="291"/>
                    <a:pt x="524" y="374"/>
                  </a:cubicBezTo>
                  <a:cubicBezTo>
                    <a:pt x="524" y="400"/>
                    <a:pt x="514" y="423"/>
                    <a:pt x="493" y="443"/>
                  </a:cubicBezTo>
                  <a:cubicBezTo>
                    <a:pt x="435" y="496"/>
                    <a:pt x="315" y="514"/>
                    <a:pt x="233" y="514"/>
                  </a:cubicBezTo>
                  <a:close/>
                  <a:moveTo>
                    <a:pt x="233" y="23"/>
                  </a:moveTo>
                  <a:cubicBezTo>
                    <a:pt x="217" y="23"/>
                    <a:pt x="201" y="25"/>
                    <a:pt x="183" y="29"/>
                  </a:cubicBezTo>
                  <a:cubicBezTo>
                    <a:pt x="71" y="55"/>
                    <a:pt x="5" y="149"/>
                    <a:pt x="26" y="252"/>
                  </a:cubicBezTo>
                  <a:cubicBezTo>
                    <a:pt x="49" y="365"/>
                    <a:pt x="99" y="501"/>
                    <a:pt x="201" y="508"/>
                  </a:cubicBezTo>
                  <a:cubicBezTo>
                    <a:pt x="279" y="514"/>
                    <a:pt x="425" y="500"/>
                    <a:pt x="490" y="439"/>
                  </a:cubicBezTo>
                  <a:cubicBezTo>
                    <a:pt x="510" y="421"/>
                    <a:pt x="520" y="398"/>
                    <a:pt x="520" y="374"/>
                  </a:cubicBezTo>
                  <a:cubicBezTo>
                    <a:pt x="520" y="293"/>
                    <a:pt x="465" y="222"/>
                    <a:pt x="425" y="171"/>
                  </a:cubicBezTo>
                  <a:cubicBezTo>
                    <a:pt x="409" y="150"/>
                    <a:pt x="395" y="131"/>
                    <a:pt x="388" y="116"/>
                  </a:cubicBezTo>
                  <a:cubicBezTo>
                    <a:pt x="388" y="116"/>
                    <a:pt x="388" y="116"/>
                    <a:pt x="388" y="116"/>
                  </a:cubicBezTo>
                  <a:cubicBezTo>
                    <a:pt x="364" y="70"/>
                    <a:pt x="312" y="23"/>
                    <a:pt x="233" y="2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8"/>
            <p:cNvSpPr/>
            <p:nvPr/>
          </p:nvSpPr>
          <p:spPr>
            <a:xfrm flipH="1" rot="1320968">
              <a:off x="1236362" y="456934"/>
              <a:ext cx="368305" cy="187328"/>
            </a:xfrm>
            <a:custGeom>
              <a:rect b="b" l="l" r="r" t="t"/>
              <a:pathLst>
                <a:path extrusionOk="0" h="187" w="368">
                  <a:moveTo>
                    <a:pt x="130" y="185"/>
                  </a:moveTo>
                  <a:cubicBezTo>
                    <a:pt x="93" y="185"/>
                    <a:pt x="53" y="178"/>
                    <a:pt x="28" y="155"/>
                  </a:cubicBezTo>
                  <a:cubicBezTo>
                    <a:pt x="9" y="137"/>
                    <a:pt x="0" y="113"/>
                    <a:pt x="3" y="82"/>
                  </a:cubicBezTo>
                  <a:cubicBezTo>
                    <a:pt x="8" y="11"/>
                    <a:pt x="82" y="11"/>
                    <a:pt x="147" y="11"/>
                  </a:cubicBezTo>
                  <a:cubicBezTo>
                    <a:pt x="173" y="10"/>
                    <a:pt x="198" y="10"/>
                    <a:pt x="218" y="6"/>
                  </a:cubicBezTo>
                  <a:cubicBezTo>
                    <a:pt x="218" y="6"/>
                    <a:pt x="218" y="6"/>
                    <a:pt x="218" y="6"/>
                  </a:cubicBezTo>
                  <a:cubicBezTo>
                    <a:pt x="249" y="0"/>
                    <a:pt x="282" y="9"/>
                    <a:pt x="311" y="31"/>
                  </a:cubicBezTo>
                  <a:cubicBezTo>
                    <a:pt x="341" y="53"/>
                    <a:pt x="363" y="87"/>
                    <a:pt x="365" y="115"/>
                  </a:cubicBezTo>
                  <a:cubicBezTo>
                    <a:pt x="368" y="156"/>
                    <a:pt x="312" y="164"/>
                    <a:pt x="240" y="173"/>
                  </a:cubicBezTo>
                  <a:cubicBezTo>
                    <a:pt x="224" y="175"/>
                    <a:pt x="207" y="177"/>
                    <a:pt x="190" y="180"/>
                  </a:cubicBezTo>
                  <a:cubicBezTo>
                    <a:pt x="174" y="183"/>
                    <a:pt x="153" y="185"/>
                    <a:pt x="130" y="185"/>
                  </a:cubicBezTo>
                  <a:close/>
                  <a:moveTo>
                    <a:pt x="219" y="10"/>
                  </a:moveTo>
                  <a:cubicBezTo>
                    <a:pt x="198" y="15"/>
                    <a:pt x="173" y="15"/>
                    <a:pt x="147" y="15"/>
                  </a:cubicBezTo>
                  <a:cubicBezTo>
                    <a:pt x="81" y="15"/>
                    <a:pt x="12" y="15"/>
                    <a:pt x="7" y="82"/>
                  </a:cubicBezTo>
                  <a:cubicBezTo>
                    <a:pt x="5" y="112"/>
                    <a:pt x="12" y="135"/>
                    <a:pt x="30" y="152"/>
                  </a:cubicBezTo>
                  <a:cubicBezTo>
                    <a:pt x="60" y="179"/>
                    <a:pt x="117" y="187"/>
                    <a:pt x="189" y="176"/>
                  </a:cubicBezTo>
                  <a:cubicBezTo>
                    <a:pt x="206" y="173"/>
                    <a:pt x="223" y="171"/>
                    <a:pt x="240" y="169"/>
                  </a:cubicBezTo>
                  <a:cubicBezTo>
                    <a:pt x="309" y="160"/>
                    <a:pt x="364" y="153"/>
                    <a:pt x="361" y="116"/>
                  </a:cubicBezTo>
                  <a:cubicBezTo>
                    <a:pt x="359" y="89"/>
                    <a:pt x="337" y="56"/>
                    <a:pt x="309" y="34"/>
                  </a:cubicBezTo>
                  <a:cubicBezTo>
                    <a:pt x="281" y="13"/>
                    <a:pt x="249" y="4"/>
                    <a:pt x="219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 flipH="1" rot="1320970">
              <a:off x="-469999" y="-200487"/>
              <a:ext cx="1428770" cy="1441471"/>
            </a:xfrm>
            <a:custGeom>
              <a:rect b="b" l="l" r="r" t="t"/>
              <a:pathLst>
                <a:path extrusionOk="0" h="1439" w="1428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8"/>
            <p:cNvSpPr/>
            <p:nvPr/>
          </p:nvSpPr>
          <p:spPr>
            <a:xfrm flipH="1" rot="1320967">
              <a:off x="914101" y="-160908"/>
              <a:ext cx="274642" cy="246066"/>
            </a:xfrm>
            <a:custGeom>
              <a:rect b="b" l="l" r="r" t="t"/>
              <a:pathLst>
                <a:path extrusionOk="0" h="246" w="275">
                  <a:moveTo>
                    <a:pt x="129" y="246"/>
                  </a:moveTo>
                  <a:cubicBezTo>
                    <a:pt x="110" y="246"/>
                    <a:pt x="92" y="243"/>
                    <a:pt x="77" y="239"/>
                  </a:cubicBezTo>
                  <a:cubicBezTo>
                    <a:pt x="49" y="231"/>
                    <a:pt x="30" y="218"/>
                    <a:pt x="21" y="202"/>
                  </a:cubicBezTo>
                  <a:cubicBezTo>
                    <a:pt x="1" y="160"/>
                    <a:pt x="0" y="82"/>
                    <a:pt x="85" y="40"/>
                  </a:cubicBezTo>
                  <a:cubicBezTo>
                    <a:pt x="166" y="0"/>
                    <a:pt x="197" y="53"/>
                    <a:pt x="222" y="97"/>
                  </a:cubicBezTo>
                  <a:cubicBezTo>
                    <a:pt x="224" y="100"/>
                    <a:pt x="224" y="100"/>
                    <a:pt x="224" y="100"/>
                  </a:cubicBezTo>
                  <a:cubicBezTo>
                    <a:pt x="249" y="142"/>
                    <a:pt x="275" y="186"/>
                    <a:pt x="213" y="225"/>
                  </a:cubicBezTo>
                  <a:cubicBezTo>
                    <a:pt x="188" y="240"/>
                    <a:pt x="158" y="246"/>
                    <a:pt x="129" y="246"/>
                  </a:cubicBezTo>
                  <a:close/>
                  <a:moveTo>
                    <a:pt x="137" y="30"/>
                  </a:moveTo>
                  <a:cubicBezTo>
                    <a:pt x="123" y="30"/>
                    <a:pt x="107" y="34"/>
                    <a:pt x="87" y="44"/>
                  </a:cubicBezTo>
                  <a:cubicBezTo>
                    <a:pt x="5" y="85"/>
                    <a:pt x="5" y="160"/>
                    <a:pt x="25" y="200"/>
                  </a:cubicBezTo>
                  <a:cubicBezTo>
                    <a:pt x="33" y="215"/>
                    <a:pt x="52" y="228"/>
                    <a:pt x="78" y="235"/>
                  </a:cubicBezTo>
                  <a:cubicBezTo>
                    <a:pt x="116" y="246"/>
                    <a:pt x="171" y="245"/>
                    <a:pt x="210" y="221"/>
                  </a:cubicBezTo>
                  <a:cubicBezTo>
                    <a:pt x="269" y="184"/>
                    <a:pt x="246" y="144"/>
                    <a:pt x="221" y="102"/>
                  </a:cubicBezTo>
                  <a:cubicBezTo>
                    <a:pt x="219" y="99"/>
                    <a:pt x="219" y="99"/>
                    <a:pt x="219" y="99"/>
                  </a:cubicBezTo>
                  <a:cubicBezTo>
                    <a:pt x="200" y="66"/>
                    <a:pt x="179" y="30"/>
                    <a:pt x="137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8"/>
            <p:cNvSpPr/>
            <p:nvPr/>
          </p:nvSpPr>
          <p:spPr>
            <a:xfrm flipH="1" rot="1320969">
              <a:off x="-218026" y="-47953"/>
              <a:ext cx="944577" cy="820750"/>
            </a:xfrm>
            <a:custGeom>
              <a:rect b="b" l="l" r="r" t="t"/>
              <a:pathLst>
                <a:path extrusionOk="0" h="819" w="943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8"/>
            <p:cNvSpPr/>
            <p:nvPr/>
          </p:nvSpPr>
          <p:spPr>
            <a:xfrm flipH="1" rot="1320965">
              <a:off x="104255" y="890569"/>
              <a:ext cx="401643" cy="301629"/>
            </a:xfrm>
            <a:custGeom>
              <a:rect b="b" l="l" r="r" t="t"/>
              <a:pathLst>
                <a:path extrusionOk="0" h="302" w="401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8"/>
            <p:cNvSpPr/>
            <p:nvPr/>
          </p:nvSpPr>
          <p:spPr>
            <a:xfrm flipH="1" rot="1320969">
              <a:off x="956682" y="995889"/>
              <a:ext cx="1068402" cy="1281132"/>
            </a:xfrm>
            <a:custGeom>
              <a:rect b="b" l="l" r="r" t="t"/>
              <a:pathLst>
                <a:path extrusionOk="0" h="1278" w="1068">
                  <a:moveTo>
                    <a:pt x="352" y="1268"/>
                  </a:moveTo>
                  <a:cubicBezTo>
                    <a:pt x="320" y="1268"/>
                    <a:pt x="292" y="1258"/>
                    <a:pt x="270" y="1247"/>
                  </a:cubicBezTo>
                  <a:cubicBezTo>
                    <a:pt x="208" y="1215"/>
                    <a:pt x="165" y="1155"/>
                    <a:pt x="162" y="1117"/>
                  </a:cubicBezTo>
                  <a:cubicBezTo>
                    <a:pt x="157" y="1070"/>
                    <a:pt x="116" y="967"/>
                    <a:pt x="77" y="868"/>
                  </a:cubicBezTo>
                  <a:cubicBezTo>
                    <a:pt x="60" y="823"/>
                    <a:pt x="43" y="781"/>
                    <a:pt x="30" y="745"/>
                  </a:cubicBezTo>
                  <a:cubicBezTo>
                    <a:pt x="0" y="662"/>
                    <a:pt x="46" y="568"/>
                    <a:pt x="162" y="475"/>
                  </a:cubicBezTo>
                  <a:cubicBezTo>
                    <a:pt x="220" y="429"/>
                    <a:pt x="310" y="297"/>
                    <a:pt x="321" y="195"/>
                  </a:cubicBezTo>
                  <a:cubicBezTo>
                    <a:pt x="330" y="100"/>
                    <a:pt x="442" y="58"/>
                    <a:pt x="510" y="33"/>
                  </a:cubicBezTo>
                  <a:cubicBezTo>
                    <a:pt x="515" y="31"/>
                    <a:pt x="521" y="29"/>
                    <a:pt x="526" y="27"/>
                  </a:cubicBezTo>
                  <a:cubicBezTo>
                    <a:pt x="594" y="0"/>
                    <a:pt x="888" y="104"/>
                    <a:pt x="957" y="179"/>
                  </a:cubicBezTo>
                  <a:cubicBezTo>
                    <a:pt x="1026" y="256"/>
                    <a:pt x="1040" y="366"/>
                    <a:pt x="1054" y="473"/>
                  </a:cubicBezTo>
                  <a:cubicBezTo>
                    <a:pt x="1068" y="582"/>
                    <a:pt x="964" y="810"/>
                    <a:pt x="863" y="894"/>
                  </a:cubicBezTo>
                  <a:cubicBezTo>
                    <a:pt x="835" y="917"/>
                    <a:pt x="800" y="948"/>
                    <a:pt x="760" y="984"/>
                  </a:cubicBezTo>
                  <a:cubicBezTo>
                    <a:pt x="657" y="1076"/>
                    <a:pt x="529" y="1190"/>
                    <a:pt x="434" y="1245"/>
                  </a:cubicBezTo>
                  <a:cubicBezTo>
                    <a:pt x="405" y="1262"/>
                    <a:pt x="377" y="1268"/>
                    <a:pt x="352" y="1268"/>
                  </a:cubicBezTo>
                  <a:close/>
                  <a:moveTo>
                    <a:pt x="555" y="27"/>
                  </a:moveTo>
                  <a:cubicBezTo>
                    <a:pt x="543" y="27"/>
                    <a:pt x="534" y="28"/>
                    <a:pt x="527" y="31"/>
                  </a:cubicBezTo>
                  <a:cubicBezTo>
                    <a:pt x="522" y="33"/>
                    <a:pt x="517" y="35"/>
                    <a:pt x="511" y="37"/>
                  </a:cubicBezTo>
                  <a:cubicBezTo>
                    <a:pt x="445" y="62"/>
                    <a:pt x="334" y="103"/>
                    <a:pt x="325" y="195"/>
                  </a:cubicBezTo>
                  <a:cubicBezTo>
                    <a:pt x="314" y="299"/>
                    <a:pt x="223" y="432"/>
                    <a:pt x="165" y="479"/>
                  </a:cubicBezTo>
                  <a:cubicBezTo>
                    <a:pt x="50" y="570"/>
                    <a:pt x="5" y="662"/>
                    <a:pt x="34" y="744"/>
                  </a:cubicBezTo>
                  <a:cubicBezTo>
                    <a:pt x="47" y="779"/>
                    <a:pt x="64" y="821"/>
                    <a:pt x="81" y="866"/>
                  </a:cubicBezTo>
                  <a:cubicBezTo>
                    <a:pt x="120" y="966"/>
                    <a:pt x="161" y="1069"/>
                    <a:pt x="166" y="1116"/>
                  </a:cubicBezTo>
                  <a:cubicBezTo>
                    <a:pt x="169" y="1153"/>
                    <a:pt x="211" y="1212"/>
                    <a:pt x="272" y="1243"/>
                  </a:cubicBezTo>
                  <a:cubicBezTo>
                    <a:pt x="310" y="1263"/>
                    <a:pt x="368" y="1278"/>
                    <a:pt x="432" y="1241"/>
                  </a:cubicBezTo>
                  <a:cubicBezTo>
                    <a:pt x="527" y="1187"/>
                    <a:pt x="654" y="1073"/>
                    <a:pt x="757" y="981"/>
                  </a:cubicBezTo>
                  <a:cubicBezTo>
                    <a:pt x="798" y="945"/>
                    <a:pt x="832" y="914"/>
                    <a:pt x="860" y="891"/>
                  </a:cubicBezTo>
                  <a:cubicBezTo>
                    <a:pt x="961" y="808"/>
                    <a:pt x="1064" y="581"/>
                    <a:pt x="1050" y="474"/>
                  </a:cubicBezTo>
                  <a:cubicBezTo>
                    <a:pt x="1036" y="367"/>
                    <a:pt x="1022" y="257"/>
                    <a:pt x="954" y="182"/>
                  </a:cubicBezTo>
                  <a:cubicBezTo>
                    <a:pt x="916" y="141"/>
                    <a:pt x="818" y="96"/>
                    <a:pt x="739" y="69"/>
                  </a:cubicBezTo>
                  <a:cubicBezTo>
                    <a:pt x="662" y="42"/>
                    <a:pt x="595" y="27"/>
                    <a:pt x="555" y="2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8"/>
            <p:cNvSpPr/>
            <p:nvPr/>
          </p:nvSpPr>
          <p:spPr>
            <a:xfrm flipH="1" rot="-3111477">
              <a:off x="7734744" y="2450512"/>
              <a:ext cx="1189049" cy="1093797"/>
            </a:xfrm>
            <a:custGeom>
              <a:rect b="b" l="l" r="r" t="t"/>
              <a:pathLst>
                <a:path extrusionOk="0" h="1091" w="1189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8"/>
            <p:cNvSpPr/>
            <p:nvPr/>
          </p:nvSpPr>
          <p:spPr>
            <a:xfrm flipH="1" rot="-3111481">
              <a:off x="6830599" y="3470480"/>
              <a:ext cx="2516210" cy="2386036"/>
            </a:xfrm>
            <a:custGeom>
              <a:rect b="b" l="l" r="r" t="t"/>
              <a:pathLst>
                <a:path extrusionOk="0" h="2383" w="2514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8"/>
            <p:cNvSpPr/>
            <p:nvPr/>
          </p:nvSpPr>
          <p:spPr>
            <a:xfrm flipH="1" rot="-3111480">
              <a:off x="6921045" y="3587204"/>
              <a:ext cx="2297131" cy="2070117"/>
            </a:xfrm>
            <a:custGeom>
              <a:rect b="b" l="l" r="r" t="t"/>
              <a:pathLst>
                <a:path extrusionOk="0" h="2067" w="2295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8"/>
            <p:cNvSpPr/>
            <p:nvPr/>
          </p:nvSpPr>
          <p:spPr>
            <a:xfrm flipH="1" rot="-3111475">
              <a:off x="8194861" y="3702773"/>
              <a:ext cx="368303" cy="187327"/>
            </a:xfrm>
            <a:custGeom>
              <a:rect b="b" l="l" r="r" t="t"/>
              <a:pathLst>
                <a:path extrusionOk="0" h="187" w="368">
                  <a:moveTo>
                    <a:pt x="130" y="185"/>
                  </a:moveTo>
                  <a:cubicBezTo>
                    <a:pt x="93" y="185"/>
                    <a:pt x="53" y="178"/>
                    <a:pt x="28" y="155"/>
                  </a:cubicBezTo>
                  <a:cubicBezTo>
                    <a:pt x="9" y="137"/>
                    <a:pt x="0" y="113"/>
                    <a:pt x="3" y="82"/>
                  </a:cubicBezTo>
                  <a:cubicBezTo>
                    <a:pt x="8" y="11"/>
                    <a:pt x="82" y="11"/>
                    <a:pt x="147" y="11"/>
                  </a:cubicBezTo>
                  <a:cubicBezTo>
                    <a:pt x="173" y="10"/>
                    <a:pt x="198" y="10"/>
                    <a:pt x="218" y="6"/>
                  </a:cubicBezTo>
                  <a:cubicBezTo>
                    <a:pt x="218" y="6"/>
                    <a:pt x="218" y="6"/>
                    <a:pt x="218" y="6"/>
                  </a:cubicBezTo>
                  <a:cubicBezTo>
                    <a:pt x="249" y="0"/>
                    <a:pt x="282" y="9"/>
                    <a:pt x="311" y="31"/>
                  </a:cubicBezTo>
                  <a:cubicBezTo>
                    <a:pt x="341" y="53"/>
                    <a:pt x="363" y="87"/>
                    <a:pt x="365" y="115"/>
                  </a:cubicBezTo>
                  <a:cubicBezTo>
                    <a:pt x="368" y="156"/>
                    <a:pt x="312" y="164"/>
                    <a:pt x="240" y="173"/>
                  </a:cubicBezTo>
                  <a:cubicBezTo>
                    <a:pt x="224" y="175"/>
                    <a:pt x="207" y="177"/>
                    <a:pt x="190" y="180"/>
                  </a:cubicBezTo>
                  <a:cubicBezTo>
                    <a:pt x="174" y="183"/>
                    <a:pt x="153" y="185"/>
                    <a:pt x="130" y="185"/>
                  </a:cubicBezTo>
                  <a:close/>
                  <a:moveTo>
                    <a:pt x="219" y="10"/>
                  </a:moveTo>
                  <a:cubicBezTo>
                    <a:pt x="198" y="15"/>
                    <a:pt x="173" y="15"/>
                    <a:pt x="147" y="15"/>
                  </a:cubicBezTo>
                  <a:cubicBezTo>
                    <a:pt x="81" y="15"/>
                    <a:pt x="12" y="15"/>
                    <a:pt x="7" y="82"/>
                  </a:cubicBezTo>
                  <a:cubicBezTo>
                    <a:pt x="5" y="112"/>
                    <a:pt x="12" y="135"/>
                    <a:pt x="30" y="152"/>
                  </a:cubicBezTo>
                  <a:cubicBezTo>
                    <a:pt x="60" y="179"/>
                    <a:pt x="117" y="187"/>
                    <a:pt x="189" y="176"/>
                  </a:cubicBezTo>
                  <a:cubicBezTo>
                    <a:pt x="206" y="173"/>
                    <a:pt x="223" y="171"/>
                    <a:pt x="240" y="169"/>
                  </a:cubicBezTo>
                  <a:cubicBezTo>
                    <a:pt x="309" y="160"/>
                    <a:pt x="364" y="153"/>
                    <a:pt x="361" y="116"/>
                  </a:cubicBezTo>
                  <a:cubicBezTo>
                    <a:pt x="359" y="89"/>
                    <a:pt x="337" y="56"/>
                    <a:pt x="309" y="34"/>
                  </a:cubicBezTo>
                  <a:cubicBezTo>
                    <a:pt x="281" y="13"/>
                    <a:pt x="249" y="4"/>
                    <a:pt x="219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8"/>
            <p:cNvSpPr/>
            <p:nvPr/>
          </p:nvSpPr>
          <p:spPr>
            <a:xfrm flipH="1" rot="-3111477">
              <a:off x="7314606" y="4535356"/>
              <a:ext cx="944571" cy="820745"/>
            </a:xfrm>
            <a:custGeom>
              <a:rect b="b" l="l" r="r" t="t"/>
              <a:pathLst>
                <a:path extrusionOk="0" h="819" w="943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8"/>
            <p:cNvSpPr/>
            <p:nvPr/>
          </p:nvSpPr>
          <p:spPr>
            <a:xfrm flipH="1" rot="-3111478">
              <a:off x="8339853" y="4853481"/>
              <a:ext cx="401641" cy="301627"/>
            </a:xfrm>
            <a:custGeom>
              <a:rect b="b" l="l" r="r" t="t"/>
              <a:pathLst>
                <a:path extrusionOk="0" h="302" w="401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8"/>
            <p:cNvSpPr/>
            <p:nvPr/>
          </p:nvSpPr>
          <p:spPr>
            <a:xfrm flipH="1" rot="-3111480">
              <a:off x="7465418" y="4776850"/>
              <a:ext cx="642943" cy="401641"/>
            </a:xfrm>
            <a:custGeom>
              <a:rect b="b" l="l" r="r" t="t"/>
              <a:pathLst>
                <a:path extrusionOk="0" h="401" w="643">
                  <a:moveTo>
                    <a:pt x="308" y="393"/>
                  </a:moveTo>
                  <a:cubicBezTo>
                    <a:pt x="234" y="393"/>
                    <a:pt x="125" y="338"/>
                    <a:pt x="63" y="302"/>
                  </a:cubicBezTo>
                  <a:cubicBezTo>
                    <a:pt x="8" y="271"/>
                    <a:pt x="0" y="169"/>
                    <a:pt x="32" y="111"/>
                  </a:cubicBezTo>
                  <a:cubicBezTo>
                    <a:pt x="64" y="55"/>
                    <a:pt x="137" y="67"/>
                    <a:pt x="186" y="75"/>
                  </a:cubicBezTo>
                  <a:cubicBezTo>
                    <a:pt x="190" y="76"/>
                    <a:pt x="193" y="76"/>
                    <a:pt x="197" y="77"/>
                  </a:cubicBezTo>
                  <a:cubicBezTo>
                    <a:pt x="242" y="84"/>
                    <a:pt x="338" y="75"/>
                    <a:pt x="395" y="40"/>
                  </a:cubicBezTo>
                  <a:cubicBezTo>
                    <a:pt x="462" y="0"/>
                    <a:pt x="558" y="101"/>
                    <a:pt x="586" y="133"/>
                  </a:cubicBezTo>
                  <a:cubicBezTo>
                    <a:pt x="643" y="199"/>
                    <a:pt x="612" y="259"/>
                    <a:pt x="579" y="305"/>
                  </a:cubicBezTo>
                  <a:cubicBezTo>
                    <a:pt x="543" y="354"/>
                    <a:pt x="444" y="371"/>
                    <a:pt x="365" y="385"/>
                  </a:cubicBezTo>
                  <a:cubicBezTo>
                    <a:pt x="352" y="387"/>
                    <a:pt x="341" y="389"/>
                    <a:pt x="330" y="391"/>
                  </a:cubicBezTo>
                  <a:cubicBezTo>
                    <a:pt x="323" y="392"/>
                    <a:pt x="316" y="393"/>
                    <a:pt x="308" y="393"/>
                  </a:cubicBezTo>
                  <a:close/>
                  <a:moveTo>
                    <a:pt x="121" y="72"/>
                  </a:moveTo>
                  <a:cubicBezTo>
                    <a:pt x="87" y="72"/>
                    <a:pt x="54" y="81"/>
                    <a:pt x="36" y="113"/>
                  </a:cubicBezTo>
                  <a:cubicBezTo>
                    <a:pt x="5" y="169"/>
                    <a:pt x="13" y="269"/>
                    <a:pt x="65" y="299"/>
                  </a:cubicBezTo>
                  <a:cubicBezTo>
                    <a:pt x="133" y="337"/>
                    <a:pt x="258" y="401"/>
                    <a:pt x="329" y="387"/>
                  </a:cubicBezTo>
                  <a:cubicBezTo>
                    <a:pt x="340" y="385"/>
                    <a:pt x="352" y="383"/>
                    <a:pt x="364" y="381"/>
                  </a:cubicBezTo>
                  <a:cubicBezTo>
                    <a:pt x="439" y="368"/>
                    <a:pt x="541" y="350"/>
                    <a:pt x="575" y="303"/>
                  </a:cubicBezTo>
                  <a:cubicBezTo>
                    <a:pt x="624" y="236"/>
                    <a:pt x="627" y="186"/>
                    <a:pt x="583" y="136"/>
                  </a:cubicBezTo>
                  <a:cubicBezTo>
                    <a:pt x="555" y="104"/>
                    <a:pt x="461" y="5"/>
                    <a:pt x="397" y="44"/>
                  </a:cubicBezTo>
                  <a:cubicBezTo>
                    <a:pt x="339" y="79"/>
                    <a:pt x="242" y="88"/>
                    <a:pt x="196" y="81"/>
                  </a:cubicBezTo>
                  <a:cubicBezTo>
                    <a:pt x="193" y="80"/>
                    <a:pt x="189" y="80"/>
                    <a:pt x="185" y="79"/>
                  </a:cubicBezTo>
                  <a:cubicBezTo>
                    <a:pt x="166" y="76"/>
                    <a:pt x="144" y="72"/>
                    <a:pt x="121" y="7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8"/>
            <p:cNvSpPr/>
            <p:nvPr/>
          </p:nvSpPr>
          <p:spPr>
            <a:xfrm flipH="1" rot="-3111477">
              <a:off x="8959024" y="3657882"/>
              <a:ext cx="768357" cy="762006"/>
            </a:xfrm>
            <a:custGeom>
              <a:rect b="b" l="l" r="r" t="t"/>
              <a:pathLst>
                <a:path extrusionOk="0" h="762" w="768">
                  <a:moveTo>
                    <a:pt x="304" y="728"/>
                  </a:moveTo>
                  <a:cubicBezTo>
                    <a:pt x="252" y="728"/>
                    <a:pt x="198" y="698"/>
                    <a:pt x="139" y="653"/>
                  </a:cubicBezTo>
                  <a:cubicBezTo>
                    <a:pt x="39" y="576"/>
                    <a:pt x="0" y="418"/>
                    <a:pt x="58" y="328"/>
                  </a:cubicBezTo>
                  <a:cubicBezTo>
                    <a:pt x="80" y="295"/>
                    <a:pt x="99" y="270"/>
                    <a:pt x="115" y="248"/>
                  </a:cubicBezTo>
                  <a:cubicBezTo>
                    <a:pt x="145" y="209"/>
                    <a:pt x="168" y="178"/>
                    <a:pt x="189" y="128"/>
                  </a:cubicBezTo>
                  <a:cubicBezTo>
                    <a:pt x="226" y="39"/>
                    <a:pt x="306" y="3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78" y="1"/>
                    <a:pt x="592" y="19"/>
                    <a:pt x="652" y="82"/>
                  </a:cubicBezTo>
                  <a:cubicBezTo>
                    <a:pt x="713" y="145"/>
                    <a:pt x="768" y="289"/>
                    <a:pt x="713" y="393"/>
                  </a:cubicBezTo>
                  <a:cubicBezTo>
                    <a:pt x="682" y="451"/>
                    <a:pt x="628" y="493"/>
                    <a:pt x="571" y="538"/>
                  </a:cubicBezTo>
                  <a:cubicBezTo>
                    <a:pt x="527" y="573"/>
                    <a:pt x="481" y="609"/>
                    <a:pt x="438" y="657"/>
                  </a:cubicBezTo>
                  <a:cubicBezTo>
                    <a:pt x="392" y="707"/>
                    <a:pt x="349" y="728"/>
                    <a:pt x="304" y="728"/>
                  </a:cubicBezTo>
                  <a:close/>
                  <a:moveTo>
                    <a:pt x="369" y="4"/>
                  </a:moveTo>
                  <a:cubicBezTo>
                    <a:pt x="308" y="7"/>
                    <a:pt x="229" y="42"/>
                    <a:pt x="193" y="129"/>
                  </a:cubicBezTo>
                  <a:cubicBezTo>
                    <a:pt x="172" y="181"/>
                    <a:pt x="148" y="211"/>
                    <a:pt x="119" y="250"/>
                  </a:cubicBezTo>
                  <a:cubicBezTo>
                    <a:pt x="102" y="272"/>
                    <a:pt x="83" y="297"/>
                    <a:pt x="62" y="330"/>
                  </a:cubicBezTo>
                  <a:cubicBezTo>
                    <a:pt x="4" y="419"/>
                    <a:pt x="43" y="574"/>
                    <a:pt x="142" y="650"/>
                  </a:cubicBezTo>
                  <a:cubicBezTo>
                    <a:pt x="247" y="731"/>
                    <a:pt x="337" y="762"/>
                    <a:pt x="435" y="654"/>
                  </a:cubicBezTo>
                  <a:cubicBezTo>
                    <a:pt x="478" y="605"/>
                    <a:pt x="524" y="569"/>
                    <a:pt x="569" y="535"/>
                  </a:cubicBezTo>
                  <a:cubicBezTo>
                    <a:pt x="628" y="489"/>
                    <a:pt x="679" y="449"/>
                    <a:pt x="710" y="391"/>
                  </a:cubicBezTo>
                  <a:cubicBezTo>
                    <a:pt x="763" y="290"/>
                    <a:pt x="708" y="146"/>
                    <a:pt x="649" y="84"/>
                  </a:cubicBezTo>
                  <a:cubicBezTo>
                    <a:pt x="591" y="23"/>
                    <a:pt x="375" y="5"/>
                    <a:pt x="369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8"/>
            <p:cNvSpPr/>
            <p:nvPr/>
          </p:nvSpPr>
          <p:spPr>
            <a:xfrm flipH="1" rot="-3111475">
              <a:off x="9314507" y="3909721"/>
              <a:ext cx="263527" cy="214315"/>
            </a:xfrm>
            <a:custGeom>
              <a:rect b="b" l="l" r="r" t="t"/>
              <a:pathLst>
                <a:path extrusionOk="0" h="213" w="263">
                  <a:moveTo>
                    <a:pt x="128" y="211"/>
                  </a:moveTo>
                  <a:cubicBezTo>
                    <a:pt x="125" y="211"/>
                    <a:pt x="122" y="210"/>
                    <a:pt x="119" y="210"/>
                  </a:cubicBezTo>
                  <a:cubicBezTo>
                    <a:pt x="82" y="203"/>
                    <a:pt x="20" y="190"/>
                    <a:pt x="10" y="130"/>
                  </a:cubicBezTo>
                  <a:cubicBezTo>
                    <a:pt x="0" y="68"/>
                    <a:pt x="71" y="30"/>
                    <a:pt x="114" y="13"/>
                  </a:cubicBezTo>
                  <a:cubicBezTo>
                    <a:pt x="114" y="13"/>
                    <a:pt x="114" y="13"/>
                    <a:pt x="114" y="13"/>
                  </a:cubicBezTo>
                  <a:cubicBezTo>
                    <a:pt x="147" y="0"/>
                    <a:pt x="201" y="25"/>
                    <a:pt x="233" y="57"/>
                  </a:cubicBezTo>
                  <a:cubicBezTo>
                    <a:pt x="254" y="79"/>
                    <a:pt x="263" y="101"/>
                    <a:pt x="256" y="118"/>
                  </a:cubicBezTo>
                  <a:cubicBezTo>
                    <a:pt x="238" y="162"/>
                    <a:pt x="169" y="211"/>
                    <a:pt x="128" y="211"/>
                  </a:cubicBezTo>
                  <a:close/>
                  <a:moveTo>
                    <a:pt x="134" y="14"/>
                  </a:moveTo>
                  <a:cubicBezTo>
                    <a:pt x="127" y="14"/>
                    <a:pt x="121" y="15"/>
                    <a:pt x="116" y="17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74" y="34"/>
                    <a:pt x="4" y="71"/>
                    <a:pt x="14" y="130"/>
                  </a:cubicBezTo>
                  <a:cubicBezTo>
                    <a:pt x="23" y="187"/>
                    <a:pt x="84" y="199"/>
                    <a:pt x="120" y="206"/>
                  </a:cubicBezTo>
                  <a:cubicBezTo>
                    <a:pt x="159" y="213"/>
                    <a:pt x="234" y="163"/>
                    <a:pt x="252" y="117"/>
                  </a:cubicBezTo>
                  <a:cubicBezTo>
                    <a:pt x="259" y="101"/>
                    <a:pt x="250" y="80"/>
                    <a:pt x="230" y="60"/>
                  </a:cubicBezTo>
                  <a:cubicBezTo>
                    <a:pt x="205" y="35"/>
                    <a:pt x="165" y="14"/>
                    <a:pt x="134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8"/>
            <p:cNvSpPr/>
            <p:nvPr/>
          </p:nvSpPr>
          <p:spPr>
            <a:xfrm flipH="1" rot="-3111471">
              <a:off x="9074408" y="3751193"/>
              <a:ext cx="534993" cy="534992"/>
            </a:xfrm>
            <a:custGeom>
              <a:rect b="b" l="l" r="r" t="t"/>
              <a:pathLst>
                <a:path extrusionOk="0" h="534" w="535">
                  <a:moveTo>
                    <a:pt x="183" y="533"/>
                  </a:moveTo>
                  <a:cubicBezTo>
                    <a:pt x="179" y="533"/>
                    <a:pt x="175" y="532"/>
                    <a:pt x="171" y="532"/>
                  </a:cubicBezTo>
                  <a:cubicBezTo>
                    <a:pt x="116" y="525"/>
                    <a:pt x="0" y="417"/>
                    <a:pt x="7" y="351"/>
                  </a:cubicBezTo>
                  <a:cubicBezTo>
                    <a:pt x="17" y="262"/>
                    <a:pt x="64" y="213"/>
                    <a:pt x="95" y="181"/>
                  </a:cubicBezTo>
                  <a:cubicBezTo>
                    <a:pt x="136" y="138"/>
                    <a:pt x="160" y="109"/>
                    <a:pt x="207" y="41"/>
                  </a:cubicBezTo>
                  <a:cubicBezTo>
                    <a:pt x="221" y="20"/>
                    <a:pt x="246" y="8"/>
                    <a:pt x="281" y="5"/>
                  </a:cubicBezTo>
                  <a:cubicBezTo>
                    <a:pt x="344" y="0"/>
                    <a:pt x="432" y="29"/>
                    <a:pt x="468" y="67"/>
                  </a:cubicBezTo>
                  <a:cubicBezTo>
                    <a:pt x="516" y="117"/>
                    <a:pt x="535" y="230"/>
                    <a:pt x="502" y="271"/>
                  </a:cubicBezTo>
                  <a:cubicBezTo>
                    <a:pt x="486" y="291"/>
                    <a:pt x="456" y="324"/>
                    <a:pt x="424" y="360"/>
                  </a:cubicBezTo>
                  <a:cubicBezTo>
                    <a:pt x="394" y="392"/>
                    <a:pt x="363" y="426"/>
                    <a:pt x="344" y="450"/>
                  </a:cubicBezTo>
                  <a:cubicBezTo>
                    <a:pt x="305" y="497"/>
                    <a:pt x="234" y="533"/>
                    <a:pt x="183" y="533"/>
                  </a:cubicBezTo>
                  <a:close/>
                  <a:moveTo>
                    <a:pt x="297" y="9"/>
                  </a:moveTo>
                  <a:cubicBezTo>
                    <a:pt x="292" y="9"/>
                    <a:pt x="286" y="9"/>
                    <a:pt x="281" y="9"/>
                  </a:cubicBezTo>
                  <a:cubicBezTo>
                    <a:pt x="248" y="12"/>
                    <a:pt x="224" y="24"/>
                    <a:pt x="210" y="43"/>
                  </a:cubicBezTo>
                  <a:cubicBezTo>
                    <a:pt x="163" y="112"/>
                    <a:pt x="139" y="141"/>
                    <a:pt x="98" y="183"/>
                  </a:cubicBezTo>
                  <a:cubicBezTo>
                    <a:pt x="67" y="216"/>
                    <a:pt x="21" y="264"/>
                    <a:pt x="12" y="351"/>
                  </a:cubicBezTo>
                  <a:cubicBezTo>
                    <a:pt x="5" y="415"/>
                    <a:pt x="119" y="521"/>
                    <a:pt x="171" y="528"/>
                  </a:cubicBezTo>
                  <a:cubicBezTo>
                    <a:pt x="222" y="534"/>
                    <a:pt x="299" y="497"/>
                    <a:pt x="341" y="447"/>
                  </a:cubicBezTo>
                  <a:cubicBezTo>
                    <a:pt x="360" y="424"/>
                    <a:pt x="391" y="390"/>
                    <a:pt x="421" y="357"/>
                  </a:cubicBezTo>
                  <a:cubicBezTo>
                    <a:pt x="453" y="322"/>
                    <a:pt x="483" y="288"/>
                    <a:pt x="499" y="268"/>
                  </a:cubicBezTo>
                  <a:cubicBezTo>
                    <a:pt x="529" y="232"/>
                    <a:pt x="516" y="123"/>
                    <a:pt x="465" y="70"/>
                  </a:cubicBezTo>
                  <a:cubicBezTo>
                    <a:pt x="436" y="39"/>
                    <a:pt x="363" y="9"/>
                    <a:pt x="297" y="9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8"/>
            <p:cNvSpPr/>
            <p:nvPr/>
          </p:nvSpPr>
          <p:spPr>
            <a:xfrm flipH="1" rot="-3111475">
              <a:off x="8907485" y="3389869"/>
              <a:ext cx="1068396" cy="1281125"/>
            </a:xfrm>
            <a:custGeom>
              <a:rect b="b" l="l" r="r" t="t"/>
              <a:pathLst>
                <a:path extrusionOk="0" h="1278" w="1068">
                  <a:moveTo>
                    <a:pt x="352" y="1268"/>
                  </a:moveTo>
                  <a:cubicBezTo>
                    <a:pt x="320" y="1268"/>
                    <a:pt x="292" y="1258"/>
                    <a:pt x="270" y="1247"/>
                  </a:cubicBezTo>
                  <a:cubicBezTo>
                    <a:pt x="208" y="1215"/>
                    <a:pt x="165" y="1155"/>
                    <a:pt x="162" y="1117"/>
                  </a:cubicBezTo>
                  <a:cubicBezTo>
                    <a:pt x="157" y="1070"/>
                    <a:pt x="116" y="967"/>
                    <a:pt x="77" y="868"/>
                  </a:cubicBezTo>
                  <a:cubicBezTo>
                    <a:pt x="60" y="823"/>
                    <a:pt x="43" y="781"/>
                    <a:pt x="30" y="745"/>
                  </a:cubicBezTo>
                  <a:cubicBezTo>
                    <a:pt x="0" y="662"/>
                    <a:pt x="46" y="568"/>
                    <a:pt x="162" y="475"/>
                  </a:cubicBezTo>
                  <a:cubicBezTo>
                    <a:pt x="220" y="429"/>
                    <a:pt x="310" y="297"/>
                    <a:pt x="321" y="195"/>
                  </a:cubicBezTo>
                  <a:cubicBezTo>
                    <a:pt x="330" y="100"/>
                    <a:pt x="442" y="58"/>
                    <a:pt x="510" y="33"/>
                  </a:cubicBezTo>
                  <a:cubicBezTo>
                    <a:pt x="515" y="31"/>
                    <a:pt x="521" y="29"/>
                    <a:pt x="526" y="27"/>
                  </a:cubicBezTo>
                  <a:cubicBezTo>
                    <a:pt x="594" y="0"/>
                    <a:pt x="888" y="104"/>
                    <a:pt x="957" y="179"/>
                  </a:cubicBezTo>
                  <a:cubicBezTo>
                    <a:pt x="1026" y="256"/>
                    <a:pt x="1040" y="366"/>
                    <a:pt x="1054" y="473"/>
                  </a:cubicBezTo>
                  <a:cubicBezTo>
                    <a:pt x="1068" y="582"/>
                    <a:pt x="964" y="810"/>
                    <a:pt x="863" y="894"/>
                  </a:cubicBezTo>
                  <a:cubicBezTo>
                    <a:pt x="835" y="917"/>
                    <a:pt x="800" y="948"/>
                    <a:pt x="760" y="984"/>
                  </a:cubicBezTo>
                  <a:cubicBezTo>
                    <a:pt x="657" y="1076"/>
                    <a:pt x="529" y="1190"/>
                    <a:pt x="434" y="1245"/>
                  </a:cubicBezTo>
                  <a:cubicBezTo>
                    <a:pt x="405" y="1262"/>
                    <a:pt x="377" y="1268"/>
                    <a:pt x="352" y="1268"/>
                  </a:cubicBezTo>
                  <a:close/>
                  <a:moveTo>
                    <a:pt x="555" y="27"/>
                  </a:moveTo>
                  <a:cubicBezTo>
                    <a:pt x="543" y="27"/>
                    <a:pt x="534" y="28"/>
                    <a:pt x="527" y="31"/>
                  </a:cubicBezTo>
                  <a:cubicBezTo>
                    <a:pt x="522" y="33"/>
                    <a:pt x="517" y="35"/>
                    <a:pt x="511" y="37"/>
                  </a:cubicBezTo>
                  <a:cubicBezTo>
                    <a:pt x="445" y="62"/>
                    <a:pt x="334" y="103"/>
                    <a:pt x="325" y="195"/>
                  </a:cubicBezTo>
                  <a:cubicBezTo>
                    <a:pt x="314" y="299"/>
                    <a:pt x="223" y="432"/>
                    <a:pt x="165" y="479"/>
                  </a:cubicBezTo>
                  <a:cubicBezTo>
                    <a:pt x="50" y="570"/>
                    <a:pt x="5" y="662"/>
                    <a:pt x="34" y="744"/>
                  </a:cubicBezTo>
                  <a:cubicBezTo>
                    <a:pt x="47" y="779"/>
                    <a:pt x="64" y="821"/>
                    <a:pt x="81" y="866"/>
                  </a:cubicBezTo>
                  <a:cubicBezTo>
                    <a:pt x="120" y="966"/>
                    <a:pt x="161" y="1069"/>
                    <a:pt x="166" y="1116"/>
                  </a:cubicBezTo>
                  <a:cubicBezTo>
                    <a:pt x="169" y="1153"/>
                    <a:pt x="211" y="1212"/>
                    <a:pt x="272" y="1243"/>
                  </a:cubicBezTo>
                  <a:cubicBezTo>
                    <a:pt x="310" y="1263"/>
                    <a:pt x="368" y="1278"/>
                    <a:pt x="432" y="1241"/>
                  </a:cubicBezTo>
                  <a:cubicBezTo>
                    <a:pt x="527" y="1187"/>
                    <a:pt x="654" y="1073"/>
                    <a:pt x="757" y="981"/>
                  </a:cubicBezTo>
                  <a:cubicBezTo>
                    <a:pt x="798" y="945"/>
                    <a:pt x="832" y="914"/>
                    <a:pt x="860" y="891"/>
                  </a:cubicBezTo>
                  <a:cubicBezTo>
                    <a:pt x="961" y="808"/>
                    <a:pt x="1064" y="581"/>
                    <a:pt x="1050" y="474"/>
                  </a:cubicBezTo>
                  <a:cubicBezTo>
                    <a:pt x="1036" y="367"/>
                    <a:pt x="1022" y="257"/>
                    <a:pt x="954" y="182"/>
                  </a:cubicBezTo>
                  <a:cubicBezTo>
                    <a:pt x="916" y="141"/>
                    <a:pt x="818" y="96"/>
                    <a:pt x="739" y="69"/>
                  </a:cubicBezTo>
                  <a:cubicBezTo>
                    <a:pt x="662" y="42"/>
                    <a:pt x="595" y="27"/>
                    <a:pt x="555" y="2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8"/>
          <p:cNvGrpSpPr/>
          <p:nvPr/>
        </p:nvGrpSpPr>
        <p:grpSpPr>
          <a:xfrm>
            <a:off x="-161777" y="37660"/>
            <a:ext cx="8968388" cy="4459227"/>
            <a:chOff x="-161777" y="37660"/>
            <a:chExt cx="8968388" cy="4459227"/>
          </a:xfrm>
        </p:grpSpPr>
        <p:pic>
          <p:nvPicPr>
            <p:cNvPr id="327" name="Google Shape;32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336414">
              <a:off x="1013638" y="1065854"/>
              <a:ext cx="954475" cy="11412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8"/>
            <p:cNvPicPr preferRelativeResize="0"/>
            <p:nvPr/>
          </p:nvPicPr>
          <p:blipFill rotWithShape="1">
            <a:blip r:embed="rId3">
              <a:alphaModFix/>
            </a:blip>
            <a:srcRect b="0" l="0" r="2553" t="0"/>
            <a:stretch/>
          </p:blipFill>
          <p:spPr>
            <a:xfrm>
              <a:off x="7541310" y="3743162"/>
              <a:ext cx="776405" cy="753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4804509">
              <a:off x="-66504" y="36589"/>
              <a:ext cx="545374" cy="65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9897965">
              <a:off x="7943613" y="2591793"/>
              <a:ext cx="771293" cy="80885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"/>
          <p:cNvSpPr txBox="1"/>
          <p:nvPr>
            <p:ph type="title"/>
          </p:nvPr>
        </p:nvSpPr>
        <p:spPr>
          <a:xfrm>
            <a:off x="3557875" y="2569450"/>
            <a:ext cx="4872900" cy="13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3" name="Google Shape;333;p9"/>
          <p:cNvSpPr txBox="1"/>
          <p:nvPr>
            <p:ph idx="1" type="subTitle"/>
          </p:nvPr>
        </p:nvSpPr>
        <p:spPr>
          <a:xfrm>
            <a:off x="3557875" y="39329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34" name="Google Shape;334;p9"/>
          <p:cNvGrpSpPr/>
          <p:nvPr/>
        </p:nvGrpSpPr>
        <p:grpSpPr>
          <a:xfrm>
            <a:off x="-5498125" y="-550347"/>
            <a:ext cx="9449768" cy="4560356"/>
            <a:chOff x="0" y="2771776"/>
            <a:chExt cx="5156200" cy="3062286"/>
          </a:xfrm>
        </p:grpSpPr>
        <p:sp>
          <p:nvSpPr>
            <p:cNvPr id="335" name="Google Shape;335;p9"/>
            <p:cNvSpPr/>
            <p:nvPr/>
          </p:nvSpPr>
          <p:spPr>
            <a:xfrm>
              <a:off x="1962150" y="3011488"/>
              <a:ext cx="2797178" cy="2262189"/>
            </a:xfrm>
            <a:custGeom>
              <a:rect b="b" l="l" r="r" t="t"/>
              <a:pathLst>
                <a:path extrusionOk="0" h="2258" w="2794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2160588" y="3625851"/>
              <a:ext cx="111125" cy="190500"/>
            </a:xfrm>
            <a:custGeom>
              <a:rect b="b" l="l" r="r" t="t"/>
              <a:pathLst>
                <a:path extrusionOk="0" h="191" w="111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2101850" y="3700463"/>
              <a:ext cx="69850" cy="96838"/>
            </a:xfrm>
            <a:custGeom>
              <a:rect b="b" l="l" r="r" t="t"/>
              <a:pathLst>
                <a:path extrusionOk="0" h="98" w="7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1924050" y="3424238"/>
              <a:ext cx="144463" cy="90488"/>
            </a:xfrm>
            <a:custGeom>
              <a:rect b="b" l="l" r="r" t="t"/>
              <a:pathLst>
                <a:path extrusionOk="0" h="91" w="145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3424238" y="4486276"/>
              <a:ext cx="38100" cy="53975"/>
            </a:xfrm>
            <a:custGeom>
              <a:rect b="b" l="l" r="r" t="t"/>
              <a:pathLst>
                <a:path extrusionOk="0" h="54" w="37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3665538" y="4548188"/>
              <a:ext cx="200025" cy="190500"/>
            </a:xfrm>
            <a:custGeom>
              <a:rect b="b" l="l" r="r" t="t"/>
              <a:pathLst>
                <a:path extrusionOk="0" h="191" w="20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3856038" y="4725988"/>
              <a:ext cx="165100" cy="50800"/>
            </a:xfrm>
            <a:custGeom>
              <a:rect b="b" l="l" r="r" t="t"/>
              <a:pathLst>
                <a:path extrusionOk="0" h="52" w="165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3878263" y="4530726"/>
              <a:ext cx="171450" cy="168275"/>
            </a:xfrm>
            <a:custGeom>
              <a:rect b="b" l="l" r="r" t="t"/>
              <a:pathLst>
                <a:path extrusionOk="0" h="169" w="171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4044950" y="4600576"/>
              <a:ext cx="96838" cy="133350"/>
            </a:xfrm>
            <a:custGeom>
              <a:rect b="b" l="l" r="r" t="t"/>
              <a:pathLst>
                <a:path extrusionOk="0" h="133" w="96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4024313" y="4760913"/>
              <a:ext cx="57150" cy="22225"/>
            </a:xfrm>
            <a:custGeom>
              <a:rect b="b" l="l" r="r" t="t"/>
              <a:pathLst>
                <a:path extrusionOk="0" h="22" w="57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4071938" y="4783138"/>
              <a:ext cx="39688" cy="25400"/>
            </a:xfrm>
            <a:custGeom>
              <a:rect b="b" l="l" r="r" t="t"/>
              <a:pathLst>
                <a:path extrusionOk="0" h="26" w="39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4141788" y="4770438"/>
              <a:ext cx="57150" cy="44450"/>
            </a:xfrm>
            <a:custGeom>
              <a:rect b="b" l="l" r="r" t="t"/>
              <a:pathLst>
                <a:path extrusionOk="0" h="45" w="57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4202113" y="4643438"/>
              <a:ext cx="393700" cy="173038"/>
            </a:xfrm>
            <a:custGeom>
              <a:rect b="b" l="l" r="r" t="t"/>
              <a:pathLst>
                <a:path extrusionOk="0" h="173" w="392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4078288" y="4764088"/>
              <a:ext cx="79375" cy="19050"/>
            </a:xfrm>
            <a:custGeom>
              <a:rect b="b" l="l" r="r" t="t"/>
              <a:pathLst>
                <a:path extrusionOk="0" h="18" w="79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4162425" y="4684713"/>
              <a:ext cx="17463" cy="14288"/>
            </a:xfrm>
            <a:custGeom>
              <a:rect b="b" l="l" r="r" t="t"/>
              <a:pathLst>
                <a:path extrusionOk="0" h="14" w="18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4191000" y="4681538"/>
              <a:ext cx="53975" cy="19050"/>
            </a:xfrm>
            <a:custGeom>
              <a:rect b="b" l="l" r="r" t="t"/>
              <a:pathLst>
                <a:path extrusionOk="0" h="19" w="53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4159250" y="4595813"/>
              <a:ext cx="38100" cy="65088"/>
            </a:xfrm>
            <a:custGeom>
              <a:rect b="b" l="l" r="r" t="t"/>
              <a:pathLst>
                <a:path extrusionOk="0" h="66" w="37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4281488" y="4719638"/>
              <a:ext cx="31750" cy="36513"/>
            </a:xfrm>
            <a:custGeom>
              <a:rect b="b" l="l" r="r" t="t"/>
              <a:pathLst>
                <a:path extrusionOk="0" h="36" w="32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4246563" y="4738688"/>
              <a:ext cx="26988" cy="31750"/>
            </a:xfrm>
            <a:custGeom>
              <a:rect b="b" l="l" r="r" t="t"/>
              <a:pathLst>
                <a:path extrusionOk="0" h="31" w="27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4021138" y="4803776"/>
              <a:ext cx="687388" cy="560388"/>
            </a:xfrm>
            <a:custGeom>
              <a:rect b="b" l="l" r="r" t="t"/>
              <a:pathLst>
                <a:path extrusionOk="0" h="560" w="688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4619625" y="5403851"/>
              <a:ext cx="76200" cy="77788"/>
            </a:xfrm>
            <a:custGeom>
              <a:rect b="b" l="l" r="r" t="t"/>
              <a:pathLst>
                <a:path extrusionOk="0" h="77" w="76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4094163" y="4102101"/>
              <a:ext cx="49213" cy="57150"/>
            </a:xfrm>
            <a:custGeom>
              <a:rect b="b" l="l" r="r" t="t"/>
              <a:pathLst>
                <a:path extrusionOk="0" h="57" w="49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4108450" y="3983038"/>
              <a:ext cx="149225" cy="142875"/>
            </a:xfrm>
            <a:custGeom>
              <a:rect b="b" l="l" r="r" t="t"/>
              <a:pathLst>
                <a:path extrusionOk="0" h="144" w="149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4197350" y="3900488"/>
              <a:ext cx="87313" cy="74613"/>
            </a:xfrm>
            <a:custGeom>
              <a:rect b="b" l="l" r="r" t="t"/>
              <a:pathLst>
                <a:path extrusionOk="0" h="74" w="87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4183063" y="3716338"/>
              <a:ext cx="63500" cy="174625"/>
            </a:xfrm>
            <a:custGeom>
              <a:rect b="b" l="l" r="r" t="t"/>
              <a:pathLst>
                <a:path extrusionOk="0" h="174" w="63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4319588" y="3883026"/>
              <a:ext cx="22225" cy="19050"/>
            </a:xfrm>
            <a:custGeom>
              <a:rect b="b" l="l" r="r" t="t"/>
              <a:pathLst>
                <a:path extrusionOk="0" h="19" w="22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4291013" y="3892551"/>
              <a:ext cx="28575" cy="26988"/>
            </a:xfrm>
            <a:custGeom>
              <a:rect b="b" l="l" r="r" t="t"/>
              <a:pathLst>
                <a:path extrusionOk="0" h="28" w="28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4132263" y="4097338"/>
              <a:ext cx="34925" cy="39688"/>
            </a:xfrm>
            <a:custGeom>
              <a:rect b="b" l="l" r="r" t="t"/>
              <a:pathLst>
                <a:path extrusionOk="0" h="39" w="35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3986213" y="4237038"/>
              <a:ext cx="31750" cy="60325"/>
            </a:xfrm>
            <a:custGeom>
              <a:rect b="b" l="l" r="r" t="t"/>
              <a:pathLst>
                <a:path extrusionOk="0" h="60" w="31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3833813" y="4316413"/>
              <a:ext cx="34925" cy="44450"/>
            </a:xfrm>
            <a:custGeom>
              <a:rect b="b" l="l" r="r" t="t"/>
              <a:pathLst>
                <a:path extrusionOk="0" h="45" w="36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4513263" y="4676776"/>
              <a:ext cx="77788" cy="69850"/>
            </a:xfrm>
            <a:custGeom>
              <a:rect b="b" l="l" r="r" t="t"/>
              <a:pathLst>
                <a:path extrusionOk="0" h="69" w="77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2903538" y="4829176"/>
              <a:ext cx="106363" cy="254000"/>
            </a:xfrm>
            <a:custGeom>
              <a:rect b="b" l="l" r="r" t="t"/>
              <a:pathLst>
                <a:path extrusionOk="0" h="253" w="106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2903538" y="3051176"/>
              <a:ext cx="215900" cy="244475"/>
            </a:xfrm>
            <a:custGeom>
              <a:rect b="b" l="l" r="r" t="t"/>
              <a:pathLst>
                <a:path extrusionOk="0" h="245" w="215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4065588" y="4494213"/>
              <a:ext cx="74613" cy="63500"/>
            </a:xfrm>
            <a:custGeom>
              <a:rect b="b" l="l" r="r" t="t"/>
              <a:pathLst>
                <a:path extrusionOk="0" h="63" w="74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4000500" y="4348163"/>
              <a:ext cx="47625" cy="87313"/>
            </a:xfrm>
            <a:custGeom>
              <a:rect b="b" l="l" r="r" t="t"/>
              <a:pathLst>
                <a:path extrusionOk="0" h="88" w="47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4048125" y="4421188"/>
              <a:ext cx="69850" cy="84138"/>
            </a:xfrm>
            <a:custGeom>
              <a:rect b="b" l="l" r="r" t="t"/>
              <a:pathLst>
                <a:path extrusionOk="0" h="83" w="7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4019550" y="4427538"/>
              <a:ext cx="25400" cy="31750"/>
            </a:xfrm>
            <a:custGeom>
              <a:rect b="b" l="l" r="r" t="t"/>
              <a:pathLst>
                <a:path extrusionOk="0" h="32" w="26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3979863" y="4452938"/>
              <a:ext cx="39688" cy="55563"/>
            </a:xfrm>
            <a:custGeom>
              <a:rect b="b" l="l" r="r" t="t"/>
              <a:pathLst>
                <a:path extrusionOk="0" h="56" w="39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0" y="3252788"/>
              <a:ext cx="1682748" cy="2581274"/>
            </a:xfrm>
            <a:custGeom>
              <a:rect b="b" l="l" r="r" t="t"/>
              <a:pathLst>
                <a:path extrusionOk="0" h="2578" w="1681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1341438" y="2771776"/>
              <a:ext cx="746125" cy="828675"/>
            </a:xfrm>
            <a:custGeom>
              <a:rect b="b" l="l" r="r" t="t"/>
              <a:pathLst>
                <a:path extrusionOk="0" h="827" w="745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5035550" y="5357813"/>
              <a:ext cx="120650" cy="219075"/>
            </a:xfrm>
            <a:custGeom>
              <a:rect b="b" l="l" r="r" t="t"/>
              <a:pathLst>
                <a:path extrusionOk="0" h="219" w="12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9"/>
          <p:cNvGrpSpPr/>
          <p:nvPr/>
        </p:nvGrpSpPr>
        <p:grpSpPr>
          <a:xfrm>
            <a:off x="-930560" y="-1063473"/>
            <a:ext cx="11064027" cy="7335828"/>
            <a:chOff x="-930560" y="-1063473"/>
            <a:chExt cx="11064027" cy="7335828"/>
          </a:xfrm>
        </p:grpSpPr>
        <p:grpSp>
          <p:nvGrpSpPr>
            <p:cNvPr id="378" name="Google Shape;378;p9"/>
            <p:cNvGrpSpPr/>
            <p:nvPr/>
          </p:nvGrpSpPr>
          <p:grpSpPr>
            <a:xfrm rot="-8492560">
              <a:off x="6602031" y="-351381"/>
              <a:ext cx="3125503" cy="2395565"/>
              <a:chOff x="4576688" y="270038"/>
              <a:chExt cx="2773362" cy="2125664"/>
            </a:xfrm>
          </p:grpSpPr>
          <p:sp>
            <p:nvSpPr>
              <p:cNvPr id="379" name="Google Shape;379;p9"/>
              <p:cNvSpPr/>
              <p:nvPr/>
            </p:nvSpPr>
            <p:spPr>
              <a:xfrm>
                <a:off x="4576688" y="1368588"/>
                <a:ext cx="1165225" cy="869949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4792588" y="1489238"/>
                <a:ext cx="796925" cy="617538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5102150" y="1722601"/>
                <a:ext cx="357188" cy="288925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5741913" y="1346363"/>
                <a:ext cx="1608137" cy="1049339"/>
              </a:xfrm>
              <a:custGeom>
                <a:rect b="b" l="l" r="r" t="t"/>
                <a:pathLst>
                  <a:path extrusionOk="0" h="1048" w="1607">
                    <a:moveTo>
                      <a:pt x="1183" y="1023"/>
                    </a:moveTo>
                    <a:cubicBezTo>
                      <a:pt x="1083" y="1023"/>
                      <a:pt x="996" y="1006"/>
                      <a:pt x="968" y="992"/>
                    </a:cubicBezTo>
                    <a:cubicBezTo>
                      <a:pt x="897" y="957"/>
                      <a:pt x="674" y="923"/>
                      <a:pt x="551" y="915"/>
                    </a:cubicBezTo>
                    <a:cubicBezTo>
                      <a:pt x="440" y="908"/>
                      <a:pt x="227" y="836"/>
                      <a:pt x="177" y="778"/>
                    </a:cubicBezTo>
                    <a:cubicBezTo>
                      <a:pt x="140" y="734"/>
                      <a:pt x="129" y="673"/>
                      <a:pt x="119" y="614"/>
                    </a:cubicBezTo>
                    <a:cubicBezTo>
                      <a:pt x="114" y="587"/>
                      <a:pt x="110" y="561"/>
                      <a:pt x="103" y="537"/>
                    </a:cubicBezTo>
                    <a:cubicBezTo>
                      <a:pt x="94" y="505"/>
                      <a:pt x="79" y="468"/>
                      <a:pt x="64" y="429"/>
                    </a:cubicBezTo>
                    <a:cubicBezTo>
                      <a:pt x="42" y="373"/>
                      <a:pt x="19" y="315"/>
                      <a:pt x="11" y="267"/>
                    </a:cubicBezTo>
                    <a:cubicBezTo>
                      <a:pt x="2" y="218"/>
                      <a:pt x="68" y="154"/>
                      <a:pt x="108" y="120"/>
                    </a:cubicBezTo>
                    <a:cubicBezTo>
                      <a:pt x="165" y="73"/>
                      <a:pt x="238" y="29"/>
                      <a:pt x="285" y="14"/>
                    </a:cubicBezTo>
                    <a:cubicBezTo>
                      <a:pt x="328" y="0"/>
                      <a:pt x="401" y="29"/>
                      <a:pt x="485" y="62"/>
                    </a:cubicBezTo>
                    <a:cubicBezTo>
                      <a:pt x="581" y="99"/>
                      <a:pt x="690" y="142"/>
                      <a:pt x="776" y="128"/>
                    </a:cubicBezTo>
                    <a:cubicBezTo>
                      <a:pt x="983" y="95"/>
                      <a:pt x="1272" y="57"/>
                      <a:pt x="1401" y="106"/>
                    </a:cubicBezTo>
                    <a:cubicBezTo>
                      <a:pt x="1466" y="131"/>
                      <a:pt x="1530" y="239"/>
                      <a:pt x="1566" y="390"/>
                    </a:cubicBezTo>
                    <a:cubicBezTo>
                      <a:pt x="1604" y="544"/>
                      <a:pt x="1607" y="707"/>
                      <a:pt x="1572" y="825"/>
                    </a:cubicBezTo>
                    <a:cubicBezTo>
                      <a:pt x="1552" y="894"/>
                      <a:pt x="1503" y="946"/>
                      <a:pt x="1426" y="980"/>
                    </a:cubicBezTo>
                    <a:cubicBezTo>
                      <a:pt x="1352" y="1012"/>
                      <a:pt x="1263" y="1023"/>
                      <a:pt x="1183" y="1023"/>
                    </a:cubicBezTo>
                    <a:close/>
                    <a:moveTo>
                      <a:pt x="311" y="14"/>
                    </a:moveTo>
                    <a:cubicBezTo>
                      <a:pt x="302" y="14"/>
                      <a:pt x="294" y="15"/>
                      <a:pt x="286" y="18"/>
                    </a:cubicBezTo>
                    <a:cubicBezTo>
                      <a:pt x="193" y="48"/>
                      <a:pt x="0" y="188"/>
                      <a:pt x="15" y="266"/>
                    </a:cubicBezTo>
                    <a:cubicBezTo>
                      <a:pt x="23" y="314"/>
                      <a:pt x="46" y="372"/>
                      <a:pt x="68" y="428"/>
                    </a:cubicBezTo>
                    <a:cubicBezTo>
                      <a:pt x="83" y="467"/>
                      <a:pt x="98" y="504"/>
                      <a:pt x="107" y="536"/>
                    </a:cubicBezTo>
                    <a:cubicBezTo>
                      <a:pt x="114" y="560"/>
                      <a:pt x="118" y="586"/>
                      <a:pt x="123" y="613"/>
                    </a:cubicBezTo>
                    <a:cubicBezTo>
                      <a:pt x="133" y="672"/>
                      <a:pt x="143" y="732"/>
                      <a:pt x="180" y="775"/>
                    </a:cubicBezTo>
                    <a:cubicBezTo>
                      <a:pt x="229" y="831"/>
                      <a:pt x="443" y="904"/>
                      <a:pt x="552" y="911"/>
                    </a:cubicBezTo>
                    <a:cubicBezTo>
                      <a:pt x="657" y="918"/>
                      <a:pt x="893" y="950"/>
                      <a:pt x="970" y="989"/>
                    </a:cubicBezTo>
                    <a:cubicBezTo>
                      <a:pt x="1019" y="1013"/>
                      <a:pt x="1259" y="1048"/>
                      <a:pt x="1424" y="976"/>
                    </a:cubicBezTo>
                    <a:cubicBezTo>
                      <a:pt x="1500" y="943"/>
                      <a:pt x="1549" y="892"/>
                      <a:pt x="1568" y="824"/>
                    </a:cubicBezTo>
                    <a:cubicBezTo>
                      <a:pt x="1603" y="706"/>
                      <a:pt x="1600" y="544"/>
                      <a:pt x="1562" y="391"/>
                    </a:cubicBezTo>
                    <a:cubicBezTo>
                      <a:pt x="1526" y="242"/>
                      <a:pt x="1464" y="134"/>
                      <a:pt x="1400" y="110"/>
                    </a:cubicBezTo>
                    <a:cubicBezTo>
                      <a:pt x="1272" y="62"/>
                      <a:pt x="983" y="100"/>
                      <a:pt x="777" y="132"/>
                    </a:cubicBezTo>
                    <a:cubicBezTo>
                      <a:pt x="689" y="146"/>
                      <a:pt x="580" y="103"/>
                      <a:pt x="483" y="65"/>
                    </a:cubicBezTo>
                    <a:cubicBezTo>
                      <a:pt x="415" y="38"/>
                      <a:pt x="354" y="14"/>
                      <a:pt x="311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5913363" y="1505113"/>
                <a:ext cx="1244600" cy="749300"/>
              </a:xfrm>
              <a:custGeom>
                <a:rect b="b" l="l" r="r" t="t"/>
                <a:pathLst>
                  <a:path extrusionOk="0" h="748" w="1243">
                    <a:moveTo>
                      <a:pt x="977" y="725"/>
                    </a:moveTo>
                    <a:cubicBezTo>
                      <a:pt x="857" y="725"/>
                      <a:pt x="711" y="705"/>
                      <a:pt x="655" y="690"/>
                    </a:cubicBezTo>
                    <a:cubicBezTo>
                      <a:pt x="613" y="678"/>
                      <a:pt x="527" y="663"/>
                      <a:pt x="436" y="648"/>
                    </a:cubicBezTo>
                    <a:cubicBezTo>
                      <a:pt x="320" y="628"/>
                      <a:pt x="200" y="607"/>
                      <a:pt x="154" y="590"/>
                    </a:cubicBezTo>
                    <a:cubicBezTo>
                      <a:pt x="84" y="566"/>
                      <a:pt x="55" y="453"/>
                      <a:pt x="34" y="371"/>
                    </a:cubicBezTo>
                    <a:cubicBezTo>
                      <a:pt x="30" y="355"/>
                      <a:pt x="27" y="340"/>
                      <a:pt x="23" y="328"/>
                    </a:cubicBezTo>
                    <a:cubicBezTo>
                      <a:pt x="0" y="249"/>
                      <a:pt x="4" y="134"/>
                      <a:pt x="92" y="69"/>
                    </a:cubicBezTo>
                    <a:cubicBezTo>
                      <a:pt x="186" y="0"/>
                      <a:pt x="356" y="49"/>
                      <a:pt x="386" y="61"/>
                    </a:cubicBezTo>
                    <a:cubicBezTo>
                      <a:pt x="448" y="88"/>
                      <a:pt x="645" y="90"/>
                      <a:pt x="741" y="72"/>
                    </a:cubicBezTo>
                    <a:cubicBezTo>
                      <a:pt x="839" y="55"/>
                      <a:pt x="1076" y="84"/>
                      <a:pt x="1161" y="202"/>
                    </a:cubicBezTo>
                    <a:cubicBezTo>
                      <a:pt x="1243" y="314"/>
                      <a:pt x="1218" y="639"/>
                      <a:pt x="1143" y="697"/>
                    </a:cubicBezTo>
                    <a:cubicBezTo>
                      <a:pt x="1115" y="718"/>
                      <a:pt x="1051" y="725"/>
                      <a:pt x="977" y="725"/>
                    </a:cubicBezTo>
                    <a:close/>
                    <a:moveTo>
                      <a:pt x="226" y="37"/>
                    </a:moveTo>
                    <a:cubicBezTo>
                      <a:pt x="179" y="37"/>
                      <a:pt x="131" y="46"/>
                      <a:pt x="95" y="72"/>
                    </a:cubicBezTo>
                    <a:cubicBezTo>
                      <a:pt x="8" y="136"/>
                      <a:pt x="4" y="249"/>
                      <a:pt x="27" y="327"/>
                    </a:cubicBezTo>
                    <a:cubicBezTo>
                      <a:pt x="31" y="339"/>
                      <a:pt x="34" y="354"/>
                      <a:pt x="38" y="370"/>
                    </a:cubicBezTo>
                    <a:cubicBezTo>
                      <a:pt x="59" y="451"/>
                      <a:pt x="87" y="562"/>
                      <a:pt x="155" y="587"/>
                    </a:cubicBezTo>
                    <a:cubicBezTo>
                      <a:pt x="201" y="603"/>
                      <a:pt x="321" y="623"/>
                      <a:pt x="437" y="643"/>
                    </a:cubicBezTo>
                    <a:cubicBezTo>
                      <a:pt x="528" y="659"/>
                      <a:pt x="614" y="674"/>
                      <a:pt x="656" y="686"/>
                    </a:cubicBezTo>
                    <a:cubicBezTo>
                      <a:pt x="747" y="711"/>
                      <a:pt x="1069" y="748"/>
                      <a:pt x="1140" y="693"/>
                    </a:cubicBezTo>
                    <a:cubicBezTo>
                      <a:pt x="1174" y="668"/>
                      <a:pt x="1201" y="578"/>
                      <a:pt x="1207" y="471"/>
                    </a:cubicBezTo>
                    <a:cubicBezTo>
                      <a:pt x="1213" y="355"/>
                      <a:pt x="1195" y="255"/>
                      <a:pt x="1158" y="204"/>
                    </a:cubicBezTo>
                    <a:cubicBezTo>
                      <a:pt x="1077" y="93"/>
                      <a:pt x="843" y="58"/>
                      <a:pt x="742" y="76"/>
                    </a:cubicBezTo>
                    <a:cubicBezTo>
                      <a:pt x="643" y="94"/>
                      <a:pt x="448" y="92"/>
                      <a:pt x="384" y="65"/>
                    </a:cubicBezTo>
                    <a:cubicBezTo>
                      <a:pt x="384" y="65"/>
                      <a:pt x="384" y="65"/>
                      <a:pt x="384" y="65"/>
                    </a:cubicBezTo>
                    <a:cubicBezTo>
                      <a:pt x="367" y="58"/>
                      <a:pt x="298" y="37"/>
                      <a:pt x="226" y="3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6014963" y="1659101"/>
                <a:ext cx="917576" cy="461963"/>
              </a:xfrm>
              <a:custGeom>
                <a:rect b="b" l="l" r="r" t="t"/>
                <a:pathLst>
                  <a:path extrusionOk="0" h="461" w="916">
                    <a:moveTo>
                      <a:pt x="682" y="453"/>
                    </a:moveTo>
                    <a:cubicBezTo>
                      <a:pt x="659" y="453"/>
                      <a:pt x="635" y="451"/>
                      <a:pt x="612" y="447"/>
                    </a:cubicBezTo>
                    <a:cubicBezTo>
                      <a:pt x="588" y="443"/>
                      <a:pt x="559" y="438"/>
                      <a:pt x="528" y="432"/>
                    </a:cubicBezTo>
                    <a:cubicBezTo>
                      <a:pt x="423" y="412"/>
                      <a:pt x="291" y="388"/>
                      <a:pt x="196" y="385"/>
                    </a:cubicBezTo>
                    <a:cubicBezTo>
                      <a:pt x="88" y="382"/>
                      <a:pt x="54" y="299"/>
                      <a:pt x="29" y="238"/>
                    </a:cubicBezTo>
                    <a:cubicBezTo>
                      <a:pt x="25" y="228"/>
                      <a:pt x="21" y="219"/>
                      <a:pt x="18" y="211"/>
                    </a:cubicBezTo>
                    <a:cubicBezTo>
                      <a:pt x="0" y="172"/>
                      <a:pt x="0" y="117"/>
                      <a:pt x="16" y="74"/>
                    </a:cubicBezTo>
                    <a:cubicBezTo>
                      <a:pt x="27" y="46"/>
                      <a:pt x="44" y="27"/>
                      <a:pt x="65" y="18"/>
                    </a:cubicBezTo>
                    <a:cubicBezTo>
                      <a:pt x="106" y="0"/>
                      <a:pt x="181" y="21"/>
                      <a:pt x="240" y="37"/>
                    </a:cubicBezTo>
                    <a:cubicBezTo>
                      <a:pt x="264" y="43"/>
                      <a:pt x="286" y="49"/>
                      <a:pt x="302" y="52"/>
                    </a:cubicBezTo>
                    <a:cubicBezTo>
                      <a:pt x="361" y="63"/>
                      <a:pt x="568" y="29"/>
                      <a:pt x="570" y="28"/>
                    </a:cubicBezTo>
                    <a:cubicBezTo>
                      <a:pt x="631" y="25"/>
                      <a:pt x="786" y="31"/>
                      <a:pt x="850" y="73"/>
                    </a:cubicBezTo>
                    <a:cubicBezTo>
                      <a:pt x="916" y="116"/>
                      <a:pt x="899" y="281"/>
                      <a:pt x="876" y="359"/>
                    </a:cubicBezTo>
                    <a:cubicBezTo>
                      <a:pt x="857" y="424"/>
                      <a:pt x="771" y="453"/>
                      <a:pt x="682" y="453"/>
                    </a:cubicBezTo>
                    <a:close/>
                    <a:moveTo>
                      <a:pt x="105" y="15"/>
                    </a:moveTo>
                    <a:cubicBezTo>
                      <a:pt x="90" y="15"/>
                      <a:pt x="77" y="17"/>
                      <a:pt x="66" y="22"/>
                    </a:cubicBezTo>
                    <a:cubicBezTo>
                      <a:pt x="47" y="30"/>
                      <a:pt x="31" y="49"/>
                      <a:pt x="20" y="76"/>
                    </a:cubicBezTo>
                    <a:cubicBezTo>
                      <a:pt x="4" y="118"/>
                      <a:pt x="4" y="172"/>
                      <a:pt x="21" y="209"/>
                    </a:cubicBezTo>
                    <a:cubicBezTo>
                      <a:pt x="25" y="218"/>
                      <a:pt x="29" y="227"/>
                      <a:pt x="33" y="236"/>
                    </a:cubicBezTo>
                    <a:cubicBezTo>
                      <a:pt x="59" y="299"/>
                      <a:pt x="91" y="378"/>
                      <a:pt x="196" y="381"/>
                    </a:cubicBezTo>
                    <a:cubicBezTo>
                      <a:pt x="291" y="384"/>
                      <a:pt x="423" y="408"/>
                      <a:pt x="529" y="428"/>
                    </a:cubicBezTo>
                    <a:cubicBezTo>
                      <a:pt x="560" y="434"/>
                      <a:pt x="589" y="439"/>
                      <a:pt x="613" y="443"/>
                    </a:cubicBezTo>
                    <a:cubicBezTo>
                      <a:pt x="721" y="461"/>
                      <a:pt x="848" y="438"/>
                      <a:pt x="872" y="358"/>
                    </a:cubicBezTo>
                    <a:cubicBezTo>
                      <a:pt x="895" y="281"/>
                      <a:pt x="912" y="118"/>
                      <a:pt x="848" y="77"/>
                    </a:cubicBezTo>
                    <a:cubicBezTo>
                      <a:pt x="788" y="38"/>
                      <a:pt x="637" y="28"/>
                      <a:pt x="570" y="32"/>
                    </a:cubicBezTo>
                    <a:cubicBezTo>
                      <a:pt x="562" y="34"/>
                      <a:pt x="361" y="67"/>
                      <a:pt x="302" y="56"/>
                    </a:cubicBezTo>
                    <a:cubicBezTo>
                      <a:pt x="285" y="54"/>
                      <a:pt x="263" y="48"/>
                      <a:pt x="239" y="41"/>
                    </a:cubicBezTo>
                    <a:cubicBezTo>
                      <a:pt x="196" y="29"/>
                      <a:pt x="145" y="15"/>
                      <a:pt x="105" y="1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6151488" y="1792451"/>
                <a:ext cx="423863" cy="192088"/>
              </a:xfrm>
              <a:custGeom>
                <a:rect b="b" l="l" r="r" t="t"/>
                <a:pathLst>
                  <a:path extrusionOk="0" h="192" w="423">
                    <a:moveTo>
                      <a:pt x="322" y="189"/>
                    </a:moveTo>
                    <a:cubicBezTo>
                      <a:pt x="293" y="189"/>
                      <a:pt x="260" y="186"/>
                      <a:pt x="227" y="183"/>
                    </a:cubicBezTo>
                    <a:cubicBezTo>
                      <a:pt x="193" y="180"/>
                      <a:pt x="159" y="177"/>
                      <a:pt x="128" y="177"/>
                    </a:cubicBezTo>
                    <a:cubicBezTo>
                      <a:pt x="68" y="177"/>
                      <a:pt x="38" y="155"/>
                      <a:pt x="23" y="136"/>
                    </a:cubicBezTo>
                    <a:cubicBezTo>
                      <a:pt x="5" y="113"/>
                      <a:pt x="0" y="84"/>
                      <a:pt x="8" y="53"/>
                    </a:cubicBezTo>
                    <a:cubicBezTo>
                      <a:pt x="19" y="9"/>
                      <a:pt x="87" y="0"/>
                      <a:pt x="143" y="0"/>
                    </a:cubicBezTo>
                    <a:cubicBezTo>
                      <a:pt x="250" y="0"/>
                      <a:pt x="321" y="10"/>
                      <a:pt x="354" y="29"/>
                    </a:cubicBezTo>
                    <a:cubicBezTo>
                      <a:pt x="354" y="29"/>
                      <a:pt x="354" y="29"/>
                      <a:pt x="354" y="29"/>
                    </a:cubicBezTo>
                    <a:cubicBezTo>
                      <a:pt x="382" y="46"/>
                      <a:pt x="422" y="95"/>
                      <a:pt x="423" y="135"/>
                    </a:cubicBezTo>
                    <a:cubicBezTo>
                      <a:pt x="423" y="151"/>
                      <a:pt x="416" y="164"/>
                      <a:pt x="402" y="173"/>
                    </a:cubicBezTo>
                    <a:cubicBezTo>
                      <a:pt x="383" y="186"/>
                      <a:pt x="355" y="189"/>
                      <a:pt x="322" y="189"/>
                    </a:cubicBezTo>
                    <a:close/>
                    <a:moveTo>
                      <a:pt x="143" y="4"/>
                    </a:moveTo>
                    <a:cubicBezTo>
                      <a:pt x="89" y="4"/>
                      <a:pt x="22" y="13"/>
                      <a:pt x="12" y="54"/>
                    </a:cubicBezTo>
                    <a:cubicBezTo>
                      <a:pt x="4" y="83"/>
                      <a:pt x="10" y="112"/>
                      <a:pt x="26" y="133"/>
                    </a:cubicBezTo>
                    <a:cubicBezTo>
                      <a:pt x="41" y="151"/>
                      <a:pt x="70" y="173"/>
                      <a:pt x="128" y="173"/>
                    </a:cubicBezTo>
                    <a:cubicBezTo>
                      <a:pt x="159" y="173"/>
                      <a:pt x="194" y="176"/>
                      <a:pt x="227" y="179"/>
                    </a:cubicBezTo>
                    <a:cubicBezTo>
                      <a:pt x="298" y="186"/>
                      <a:pt x="366" y="192"/>
                      <a:pt x="400" y="170"/>
                    </a:cubicBezTo>
                    <a:cubicBezTo>
                      <a:pt x="413" y="162"/>
                      <a:pt x="419" y="150"/>
                      <a:pt x="419" y="135"/>
                    </a:cubicBezTo>
                    <a:cubicBezTo>
                      <a:pt x="418" y="97"/>
                      <a:pt x="378" y="49"/>
                      <a:pt x="352" y="33"/>
                    </a:cubicBezTo>
                    <a:cubicBezTo>
                      <a:pt x="320" y="14"/>
                      <a:pt x="249" y="4"/>
                      <a:pt x="14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4945000" y="270038"/>
                <a:ext cx="1258887" cy="1219200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5389500" y="924088"/>
                <a:ext cx="311150" cy="344488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5121213" y="422438"/>
                <a:ext cx="847724" cy="97155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9" name="Google Shape;389;p9"/>
            <p:cNvGrpSpPr/>
            <p:nvPr/>
          </p:nvGrpSpPr>
          <p:grpSpPr>
            <a:xfrm rot="-1546425">
              <a:off x="-565229" y="3316607"/>
              <a:ext cx="3125321" cy="2395425"/>
              <a:chOff x="4576688" y="270038"/>
              <a:chExt cx="2773362" cy="2125664"/>
            </a:xfrm>
          </p:grpSpPr>
          <p:sp>
            <p:nvSpPr>
              <p:cNvPr id="390" name="Google Shape;390;p9"/>
              <p:cNvSpPr/>
              <p:nvPr/>
            </p:nvSpPr>
            <p:spPr>
              <a:xfrm>
                <a:off x="4576688" y="1368588"/>
                <a:ext cx="1165225" cy="869949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4792588" y="1489238"/>
                <a:ext cx="796925" cy="617538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5102150" y="1722601"/>
                <a:ext cx="357188" cy="288925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5741913" y="1346363"/>
                <a:ext cx="1608137" cy="1049339"/>
              </a:xfrm>
              <a:custGeom>
                <a:rect b="b" l="l" r="r" t="t"/>
                <a:pathLst>
                  <a:path extrusionOk="0" h="1048" w="1607">
                    <a:moveTo>
                      <a:pt x="1183" y="1023"/>
                    </a:moveTo>
                    <a:cubicBezTo>
                      <a:pt x="1083" y="1023"/>
                      <a:pt x="996" y="1006"/>
                      <a:pt x="968" y="992"/>
                    </a:cubicBezTo>
                    <a:cubicBezTo>
                      <a:pt x="897" y="957"/>
                      <a:pt x="674" y="923"/>
                      <a:pt x="551" y="915"/>
                    </a:cubicBezTo>
                    <a:cubicBezTo>
                      <a:pt x="440" y="908"/>
                      <a:pt x="227" y="836"/>
                      <a:pt x="177" y="778"/>
                    </a:cubicBezTo>
                    <a:cubicBezTo>
                      <a:pt x="140" y="734"/>
                      <a:pt x="129" y="673"/>
                      <a:pt x="119" y="614"/>
                    </a:cubicBezTo>
                    <a:cubicBezTo>
                      <a:pt x="114" y="587"/>
                      <a:pt x="110" y="561"/>
                      <a:pt x="103" y="537"/>
                    </a:cubicBezTo>
                    <a:cubicBezTo>
                      <a:pt x="94" y="505"/>
                      <a:pt x="79" y="468"/>
                      <a:pt x="64" y="429"/>
                    </a:cubicBezTo>
                    <a:cubicBezTo>
                      <a:pt x="42" y="373"/>
                      <a:pt x="19" y="315"/>
                      <a:pt x="11" y="267"/>
                    </a:cubicBezTo>
                    <a:cubicBezTo>
                      <a:pt x="2" y="218"/>
                      <a:pt x="68" y="154"/>
                      <a:pt x="108" y="120"/>
                    </a:cubicBezTo>
                    <a:cubicBezTo>
                      <a:pt x="165" y="73"/>
                      <a:pt x="238" y="29"/>
                      <a:pt x="285" y="14"/>
                    </a:cubicBezTo>
                    <a:cubicBezTo>
                      <a:pt x="328" y="0"/>
                      <a:pt x="401" y="29"/>
                      <a:pt x="485" y="62"/>
                    </a:cubicBezTo>
                    <a:cubicBezTo>
                      <a:pt x="581" y="99"/>
                      <a:pt x="690" y="142"/>
                      <a:pt x="776" y="128"/>
                    </a:cubicBezTo>
                    <a:cubicBezTo>
                      <a:pt x="983" y="95"/>
                      <a:pt x="1272" y="57"/>
                      <a:pt x="1401" y="106"/>
                    </a:cubicBezTo>
                    <a:cubicBezTo>
                      <a:pt x="1466" y="131"/>
                      <a:pt x="1530" y="239"/>
                      <a:pt x="1566" y="390"/>
                    </a:cubicBezTo>
                    <a:cubicBezTo>
                      <a:pt x="1604" y="544"/>
                      <a:pt x="1607" y="707"/>
                      <a:pt x="1572" y="825"/>
                    </a:cubicBezTo>
                    <a:cubicBezTo>
                      <a:pt x="1552" y="894"/>
                      <a:pt x="1503" y="946"/>
                      <a:pt x="1426" y="980"/>
                    </a:cubicBezTo>
                    <a:cubicBezTo>
                      <a:pt x="1352" y="1012"/>
                      <a:pt x="1263" y="1023"/>
                      <a:pt x="1183" y="1023"/>
                    </a:cubicBezTo>
                    <a:close/>
                    <a:moveTo>
                      <a:pt x="311" y="14"/>
                    </a:moveTo>
                    <a:cubicBezTo>
                      <a:pt x="302" y="14"/>
                      <a:pt x="294" y="15"/>
                      <a:pt x="286" y="18"/>
                    </a:cubicBezTo>
                    <a:cubicBezTo>
                      <a:pt x="193" y="48"/>
                      <a:pt x="0" y="188"/>
                      <a:pt x="15" y="266"/>
                    </a:cubicBezTo>
                    <a:cubicBezTo>
                      <a:pt x="23" y="314"/>
                      <a:pt x="46" y="372"/>
                      <a:pt x="68" y="428"/>
                    </a:cubicBezTo>
                    <a:cubicBezTo>
                      <a:pt x="83" y="467"/>
                      <a:pt x="98" y="504"/>
                      <a:pt x="107" y="536"/>
                    </a:cubicBezTo>
                    <a:cubicBezTo>
                      <a:pt x="114" y="560"/>
                      <a:pt x="118" y="586"/>
                      <a:pt x="123" y="613"/>
                    </a:cubicBezTo>
                    <a:cubicBezTo>
                      <a:pt x="133" y="672"/>
                      <a:pt x="143" y="732"/>
                      <a:pt x="180" y="775"/>
                    </a:cubicBezTo>
                    <a:cubicBezTo>
                      <a:pt x="229" y="831"/>
                      <a:pt x="443" y="904"/>
                      <a:pt x="552" y="911"/>
                    </a:cubicBezTo>
                    <a:cubicBezTo>
                      <a:pt x="657" y="918"/>
                      <a:pt x="893" y="950"/>
                      <a:pt x="970" y="989"/>
                    </a:cubicBezTo>
                    <a:cubicBezTo>
                      <a:pt x="1019" y="1013"/>
                      <a:pt x="1259" y="1048"/>
                      <a:pt x="1424" y="976"/>
                    </a:cubicBezTo>
                    <a:cubicBezTo>
                      <a:pt x="1500" y="943"/>
                      <a:pt x="1549" y="892"/>
                      <a:pt x="1568" y="824"/>
                    </a:cubicBezTo>
                    <a:cubicBezTo>
                      <a:pt x="1603" y="706"/>
                      <a:pt x="1600" y="544"/>
                      <a:pt x="1562" y="391"/>
                    </a:cubicBezTo>
                    <a:cubicBezTo>
                      <a:pt x="1526" y="242"/>
                      <a:pt x="1464" y="134"/>
                      <a:pt x="1400" y="110"/>
                    </a:cubicBezTo>
                    <a:cubicBezTo>
                      <a:pt x="1272" y="62"/>
                      <a:pt x="983" y="100"/>
                      <a:pt x="777" y="132"/>
                    </a:cubicBezTo>
                    <a:cubicBezTo>
                      <a:pt x="689" y="146"/>
                      <a:pt x="580" y="103"/>
                      <a:pt x="483" y="65"/>
                    </a:cubicBezTo>
                    <a:cubicBezTo>
                      <a:pt x="415" y="38"/>
                      <a:pt x="354" y="14"/>
                      <a:pt x="311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5913363" y="1505113"/>
                <a:ext cx="1244600" cy="749300"/>
              </a:xfrm>
              <a:custGeom>
                <a:rect b="b" l="l" r="r" t="t"/>
                <a:pathLst>
                  <a:path extrusionOk="0" h="748" w="1243">
                    <a:moveTo>
                      <a:pt x="977" y="725"/>
                    </a:moveTo>
                    <a:cubicBezTo>
                      <a:pt x="857" y="725"/>
                      <a:pt x="711" y="705"/>
                      <a:pt x="655" y="690"/>
                    </a:cubicBezTo>
                    <a:cubicBezTo>
                      <a:pt x="613" y="678"/>
                      <a:pt x="527" y="663"/>
                      <a:pt x="436" y="648"/>
                    </a:cubicBezTo>
                    <a:cubicBezTo>
                      <a:pt x="320" y="628"/>
                      <a:pt x="200" y="607"/>
                      <a:pt x="154" y="590"/>
                    </a:cubicBezTo>
                    <a:cubicBezTo>
                      <a:pt x="84" y="566"/>
                      <a:pt x="55" y="453"/>
                      <a:pt x="34" y="371"/>
                    </a:cubicBezTo>
                    <a:cubicBezTo>
                      <a:pt x="30" y="355"/>
                      <a:pt x="27" y="340"/>
                      <a:pt x="23" y="328"/>
                    </a:cubicBezTo>
                    <a:cubicBezTo>
                      <a:pt x="0" y="249"/>
                      <a:pt x="4" y="134"/>
                      <a:pt x="92" y="69"/>
                    </a:cubicBezTo>
                    <a:cubicBezTo>
                      <a:pt x="186" y="0"/>
                      <a:pt x="356" y="49"/>
                      <a:pt x="386" y="61"/>
                    </a:cubicBezTo>
                    <a:cubicBezTo>
                      <a:pt x="448" y="88"/>
                      <a:pt x="645" y="90"/>
                      <a:pt x="741" y="72"/>
                    </a:cubicBezTo>
                    <a:cubicBezTo>
                      <a:pt x="839" y="55"/>
                      <a:pt x="1076" y="84"/>
                      <a:pt x="1161" y="202"/>
                    </a:cubicBezTo>
                    <a:cubicBezTo>
                      <a:pt x="1243" y="314"/>
                      <a:pt x="1218" y="639"/>
                      <a:pt x="1143" y="697"/>
                    </a:cubicBezTo>
                    <a:cubicBezTo>
                      <a:pt x="1115" y="718"/>
                      <a:pt x="1051" y="725"/>
                      <a:pt x="977" y="725"/>
                    </a:cubicBezTo>
                    <a:close/>
                    <a:moveTo>
                      <a:pt x="226" y="37"/>
                    </a:moveTo>
                    <a:cubicBezTo>
                      <a:pt x="179" y="37"/>
                      <a:pt x="131" y="46"/>
                      <a:pt x="95" y="72"/>
                    </a:cubicBezTo>
                    <a:cubicBezTo>
                      <a:pt x="8" y="136"/>
                      <a:pt x="4" y="249"/>
                      <a:pt x="27" y="327"/>
                    </a:cubicBezTo>
                    <a:cubicBezTo>
                      <a:pt x="31" y="339"/>
                      <a:pt x="34" y="354"/>
                      <a:pt x="38" y="370"/>
                    </a:cubicBezTo>
                    <a:cubicBezTo>
                      <a:pt x="59" y="451"/>
                      <a:pt x="87" y="562"/>
                      <a:pt x="155" y="587"/>
                    </a:cubicBezTo>
                    <a:cubicBezTo>
                      <a:pt x="201" y="603"/>
                      <a:pt x="321" y="623"/>
                      <a:pt x="437" y="643"/>
                    </a:cubicBezTo>
                    <a:cubicBezTo>
                      <a:pt x="528" y="659"/>
                      <a:pt x="614" y="674"/>
                      <a:pt x="656" y="686"/>
                    </a:cubicBezTo>
                    <a:cubicBezTo>
                      <a:pt x="747" y="711"/>
                      <a:pt x="1069" y="748"/>
                      <a:pt x="1140" y="693"/>
                    </a:cubicBezTo>
                    <a:cubicBezTo>
                      <a:pt x="1174" y="668"/>
                      <a:pt x="1201" y="578"/>
                      <a:pt x="1207" y="471"/>
                    </a:cubicBezTo>
                    <a:cubicBezTo>
                      <a:pt x="1213" y="355"/>
                      <a:pt x="1195" y="255"/>
                      <a:pt x="1158" y="204"/>
                    </a:cubicBezTo>
                    <a:cubicBezTo>
                      <a:pt x="1077" y="93"/>
                      <a:pt x="843" y="58"/>
                      <a:pt x="742" y="76"/>
                    </a:cubicBezTo>
                    <a:cubicBezTo>
                      <a:pt x="643" y="94"/>
                      <a:pt x="448" y="92"/>
                      <a:pt x="384" y="65"/>
                    </a:cubicBezTo>
                    <a:cubicBezTo>
                      <a:pt x="384" y="65"/>
                      <a:pt x="384" y="65"/>
                      <a:pt x="384" y="65"/>
                    </a:cubicBezTo>
                    <a:cubicBezTo>
                      <a:pt x="367" y="58"/>
                      <a:pt x="298" y="37"/>
                      <a:pt x="226" y="3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6014963" y="1659101"/>
                <a:ext cx="917576" cy="461963"/>
              </a:xfrm>
              <a:custGeom>
                <a:rect b="b" l="l" r="r" t="t"/>
                <a:pathLst>
                  <a:path extrusionOk="0" h="461" w="916">
                    <a:moveTo>
                      <a:pt x="682" y="453"/>
                    </a:moveTo>
                    <a:cubicBezTo>
                      <a:pt x="659" y="453"/>
                      <a:pt x="635" y="451"/>
                      <a:pt x="612" y="447"/>
                    </a:cubicBezTo>
                    <a:cubicBezTo>
                      <a:pt x="588" y="443"/>
                      <a:pt x="559" y="438"/>
                      <a:pt x="528" y="432"/>
                    </a:cubicBezTo>
                    <a:cubicBezTo>
                      <a:pt x="423" y="412"/>
                      <a:pt x="291" y="388"/>
                      <a:pt x="196" y="385"/>
                    </a:cubicBezTo>
                    <a:cubicBezTo>
                      <a:pt x="88" y="382"/>
                      <a:pt x="54" y="299"/>
                      <a:pt x="29" y="238"/>
                    </a:cubicBezTo>
                    <a:cubicBezTo>
                      <a:pt x="25" y="228"/>
                      <a:pt x="21" y="219"/>
                      <a:pt x="18" y="211"/>
                    </a:cubicBezTo>
                    <a:cubicBezTo>
                      <a:pt x="0" y="172"/>
                      <a:pt x="0" y="117"/>
                      <a:pt x="16" y="74"/>
                    </a:cubicBezTo>
                    <a:cubicBezTo>
                      <a:pt x="27" y="46"/>
                      <a:pt x="44" y="27"/>
                      <a:pt x="65" y="18"/>
                    </a:cubicBezTo>
                    <a:cubicBezTo>
                      <a:pt x="106" y="0"/>
                      <a:pt x="181" y="21"/>
                      <a:pt x="240" y="37"/>
                    </a:cubicBezTo>
                    <a:cubicBezTo>
                      <a:pt x="264" y="43"/>
                      <a:pt x="286" y="49"/>
                      <a:pt x="302" y="52"/>
                    </a:cubicBezTo>
                    <a:cubicBezTo>
                      <a:pt x="361" y="63"/>
                      <a:pt x="568" y="29"/>
                      <a:pt x="570" y="28"/>
                    </a:cubicBezTo>
                    <a:cubicBezTo>
                      <a:pt x="631" y="25"/>
                      <a:pt x="786" y="31"/>
                      <a:pt x="850" y="73"/>
                    </a:cubicBezTo>
                    <a:cubicBezTo>
                      <a:pt x="916" y="116"/>
                      <a:pt x="899" y="281"/>
                      <a:pt x="876" y="359"/>
                    </a:cubicBezTo>
                    <a:cubicBezTo>
                      <a:pt x="857" y="424"/>
                      <a:pt x="771" y="453"/>
                      <a:pt x="682" y="453"/>
                    </a:cubicBezTo>
                    <a:close/>
                    <a:moveTo>
                      <a:pt x="105" y="15"/>
                    </a:moveTo>
                    <a:cubicBezTo>
                      <a:pt x="90" y="15"/>
                      <a:pt x="77" y="17"/>
                      <a:pt x="66" y="22"/>
                    </a:cubicBezTo>
                    <a:cubicBezTo>
                      <a:pt x="47" y="30"/>
                      <a:pt x="31" y="49"/>
                      <a:pt x="20" y="76"/>
                    </a:cubicBezTo>
                    <a:cubicBezTo>
                      <a:pt x="4" y="118"/>
                      <a:pt x="4" y="172"/>
                      <a:pt x="21" y="209"/>
                    </a:cubicBezTo>
                    <a:cubicBezTo>
                      <a:pt x="25" y="218"/>
                      <a:pt x="29" y="227"/>
                      <a:pt x="33" y="236"/>
                    </a:cubicBezTo>
                    <a:cubicBezTo>
                      <a:pt x="59" y="299"/>
                      <a:pt x="91" y="378"/>
                      <a:pt x="196" y="381"/>
                    </a:cubicBezTo>
                    <a:cubicBezTo>
                      <a:pt x="291" y="384"/>
                      <a:pt x="423" y="408"/>
                      <a:pt x="529" y="428"/>
                    </a:cubicBezTo>
                    <a:cubicBezTo>
                      <a:pt x="560" y="434"/>
                      <a:pt x="589" y="439"/>
                      <a:pt x="613" y="443"/>
                    </a:cubicBezTo>
                    <a:cubicBezTo>
                      <a:pt x="721" y="461"/>
                      <a:pt x="848" y="438"/>
                      <a:pt x="872" y="358"/>
                    </a:cubicBezTo>
                    <a:cubicBezTo>
                      <a:pt x="895" y="281"/>
                      <a:pt x="912" y="118"/>
                      <a:pt x="848" y="77"/>
                    </a:cubicBezTo>
                    <a:cubicBezTo>
                      <a:pt x="788" y="38"/>
                      <a:pt x="637" y="28"/>
                      <a:pt x="570" y="32"/>
                    </a:cubicBezTo>
                    <a:cubicBezTo>
                      <a:pt x="562" y="34"/>
                      <a:pt x="361" y="67"/>
                      <a:pt x="302" y="56"/>
                    </a:cubicBezTo>
                    <a:cubicBezTo>
                      <a:pt x="285" y="54"/>
                      <a:pt x="263" y="48"/>
                      <a:pt x="239" y="41"/>
                    </a:cubicBezTo>
                    <a:cubicBezTo>
                      <a:pt x="196" y="29"/>
                      <a:pt x="145" y="15"/>
                      <a:pt x="105" y="1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6151488" y="1792451"/>
                <a:ext cx="423863" cy="192088"/>
              </a:xfrm>
              <a:custGeom>
                <a:rect b="b" l="l" r="r" t="t"/>
                <a:pathLst>
                  <a:path extrusionOk="0" h="192" w="423">
                    <a:moveTo>
                      <a:pt x="322" y="189"/>
                    </a:moveTo>
                    <a:cubicBezTo>
                      <a:pt x="293" y="189"/>
                      <a:pt x="260" y="186"/>
                      <a:pt x="227" y="183"/>
                    </a:cubicBezTo>
                    <a:cubicBezTo>
                      <a:pt x="193" y="180"/>
                      <a:pt x="159" y="177"/>
                      <a:pt x="128" y="177"/>
                    </a:cubicBezTo>
                    <a:cubicBezTo>
                      <a:pt x="68" y="177"/>
                      <a:pt x="38" y="155"/>
                      <a:pt x="23" y="136"/>
                    </a:cubicBezTo>
                    <a:cubicBezTo>
                      <a:pt x="5" y="113"/>
                      <a:pt x="0" y="84"/>
                      <a:pt x="8" y="53"/>
                    </a:cubicBezTo>
                    <a:cubicBezTo>
                      <a:pt x="19" y="9"/>
                      <a:pt x="87" y="0"/>
                      <a:pt x="143" y="0"/>
                    </a:cubicBezTo>
                    <a:cubicBezTo>
                      <a:pt x="250" y="0"/>
                      <a:pt x="321" y="10"/>
                      <a:pt x="354" y="29"/>
                    </a:cubicBezTo>
                    <a:cubicBezTo>
                      <a:pt x="354" y="29"/>
                      <a:pt x="354" y="29"/>
                      <a:pt x="354" y="29"/>
                    </a:cubicBezTo>
                    <a:cubicBezTo>
                      <a:pt x="382" y="46"/>
                      <a:pt x="422" y="95"/>
                      <a:pt x="423" y="135"/>
                    </a:cubicBezTo>
                    <a:cubicBezTo>
                      <a:pt x="423" y="151"/>
                      <a:pt x="416" y="164"/>
                      <a:pt x="402" y="173"/>
                    </a:cubicBezTo>
                    <a:cubicBezTo>
                      <a:pt x="383" y="186"/>
                      <a:pt x="355" y="189"/>
                      <a:pt x="322" y="189"/>
                    </a:cubicBezTo>
                    <a:close/>
                    <a:moveTo>
                      <a:pt x="143" y="4"/>
                    </a:moveTo>
                    <a:cubicBezTo>
                      <a:pt x="89" y="4"/>
                      <a:pt x="22" y="13"/>
                      <a:pt x="12" y="54"/>
                    </a:cubicBezTo>
                    <a:cubicBezTo>
                      <a:pt x="4" y="83"/>
                      <a:pt x="10" y="112"/>
                      <a:pt x="26" y="133"/>
                    </a:cubicBezTo>
                    <a:cubicBezTo>
                      <a:pt x="41" y="151"/>
                      <a:pt x="70" y="173"/>
                      <a:pt x="128" y="173"/>
                    </a:cubicBezTo>
                    <a:cubicBezTo>
                      <a:pt x="159" y="173"/>
                      <a:pt x="194" y="176"/>
                      <a:pt x="227" y="179"/>
                    </a:cubicBezTo>
                    <a:cubicBezTo>
                      <a:pt x="298" y="186"/>
                      <a:pt x="366" y="192"/>
                      <a:pt x="400" y="170"/>
                    </a:cubicBezTo>
                    <a:cubicBezTo>
                      <a:pt x="413" y="162"/>
                      <a:pt x="419" y="150"/>
                      <a:pt x="419" y="135"/>
                    </a:cubicBezTo>
                    <a:cubicBezTo>
                      <a:pt x="418" y="97"/>
                      <a:pt x="378" y="49"/>
                      <a:pt x="352" y="33"/>
                    </a:cubicBezTo>
                    <a:cubicBezTo>
                      <a:pt x="320" y="14"/>
                      <a:pt x="249" y="4"/>
                      <a:pt x="14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4945000" y="270038"/>
                <a:ext cx="1258887" cy="1219200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5389500" y="924088"/>
                <a:ext cx="311150" cy="344488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5121213" y="422438"/>
                <a:ext cx="847724" cy="97155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9"/>
          <p:cNvGrpSpPr/>
          <p:nvPr/>
        </p:nvGrpSpPr>
        <p:grpSpPr>
          <a:xfrm>
            <a:off x="-177511" y="1104300"/>
            <a:ext cx="8973811" cy="4631979"/>
            <a:chOff x="-177511" y="1104300"/>
            <a:chExt cx="8973811" cy="4631979"/>
          </a:xfrm>
        </p:grpSpPr>
        <p:pic>
          <p:nvPicPr>
            <p:cNvPr id="401" name="Google Shape;401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2530450">
              <a:off x="1268865" y="4265485"/>
              <a:ext cx="1068472" cy="1277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53176" y="1104300"/>
              <a:ext cx="1043125" cy="98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439959">
              <a:off x="-11925" y="3875348"/>
              <a:ext cx="750220" cy="7862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0"/>
          <p:cNvSpPr/>
          <p:nvPr>
            <p:ph idx="2" type="pic"/>
          </p:nvPr>
        </p:nvSpPr>
        <p:spPr>
          <a:xfrm>
            <a:off x="-57725" y="-57725"/>
            <a:ext cx="9265200" cy="5201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"/>
          <p:cNvSpPr txBox="1"/>
          <p:nvPr>
            <p:ph hasCustomPrompt="1" type="title"/>
          </p:nvPr>
        </p:nvSpPr>
        <p:spPr>
          <a:xfrm>
            <a:off x="1284000" y="1754225"/>
            <a:ext cx="6576000" cy="7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4000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9" name="Google Shape;409;p11"/>
          <p:cNvSpPr txBox="1"/>
          <p:nvPr>
            <p:ph idx="1" type="subTitle"/>
          </p:nvPr>
        </p:nvSpPr>
        <p:spPr>
          <a:xfrm>
            <a:off x="1284000" y="25324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10" name="Google Shape;410;p11"/>
          <p:cNvGrpSpPr/>
          <p:nvPr/>
        </p:nvGrpSpPr>
        <p:grpSpPr>
          <a:xfrm>
            <a:off x="5683976" y="1157442"/>
            <a:ext cx="4584147" cy="5143479"/>
            <a:chOff x="4292525" y="1346363"/>
            <a:chExt cx="3057525" cy="3430587"/>
          </a:xfrm>
        </p:grpSpPr>
        <p:sp>
          <p:nvSpPr>
            <p:cNvPr id="411" name="Google Shape;411;p11"/>
            <p:cNvSpPr/>
            <p:nvPr/>
          </p:nvSpPr>
          <p:spPr>
            <a:xfrm>
              <a:off x="5686350" y="2848138"/>
              <a:ext cx="1428750" cy="1441450"/>
            </a:xfrm>
            <a:custGeom>
              <a:rect b="b" l="l" r="r" t="t"/>
              <a:pathLst>
                <a:path extrusionOk="0" h="1439" w="1428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1"/>
            <p:cNvSpPr/>
            <p:nvPr/>
          </p:nvSpPr>
          <p:spPr>
            <a:xfrm>
              <a:off x="5978450" y="3008476"/>
              <a:ext cx="944563" cy="820738"/>
            </a:xfrm>
            <a:custGeom>
              <a:rect b="b" l="l" r="r" t="t"/>
              <a:pathLst>
                <a:path extrusionOk="0" h="819" w="943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5948288" y="3878426"/>
              <a:ext cx="401638" cy="301625"/>
            </a:xfrm>
            <a:custGeom>
              <a:rect b="b" l="l" r="r" t="t"/>
              <a:pathLst>
                <a:path extrusionOk="0" h="302" w="401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5741913" y="1346363"/>
              <a:ext cx="1608137" cy="1049339"/>
            </a:xfrm>
            <a:custGeom>
              <a:rect b="b" l="l" r="r" t="t"/>
              <a:pathLst>
                <a:path extrusionOk="0" h="1048" w="1607">
                  <a:moveTo>
                    <a:pt x="1183" y="1023"/>
                  </a:moveTo>
                  <a:cubicBezTo>
                    <a:pt x="1083" y="1023"/>
                    <a:pt x="996" y="1006"/>
                    <a:pt x="968" y="992"/>
                  </a:cubicBezTo>
                  <a:cubicBezTo>
                    <a:pt x="897" y="957"/>
                    <a:pt x="674" y="923"/>
                    <a:pt x="551" y="915"/>
                  </a:cubicBezTo>
                  <a:cubicBezTo>
                    <a:pt x="440" y="908"/>
                    <a:pt x="227" y="836"/>
                    <a:pt x="177" y="778"/>
                  </a:cubicBezTo>
                  <a:cubicBezTo>
                    <a:pt x="140" y="734"/>
                    <a:pt x="129" y="673"/>
                    <a:pt x="119" y="614"/>
                  </a:cubicBezTo>
                  <a:cubicBezTo>
                    <a:pt x="114" y="587"/>
                    <a:pt x="110" y="561"/>
                    <a:pt x="103" y="537"/>
                  </a:cubicBezTo>
                  <a:cubicBezTo>
                    <a:pt x="94" y="505"/>
                    <a:pt x="79" y="468"/>
                    <a:pt x="64" y="429"/>
                  </a:cubicBezTo>
                  <a:cubicBezTo>
                    <a:pt x="42" y="373"/>
                    <a:pt x="19" y="315"/>
                    <a:pt x="11" y="267"/>
                  </a:cubicBezTo>
                  <a:cubicBezTo>
                    <a:pt x="2" y="218"/>
                    <a:pt x="68" y="154"/>
                    <a:pt x="108" y="120"/>
                  </a:cubicBezTo>
                  <a:cubicBezTo>
                    <a:pt x="165" y="73"/>
                    <a:pt x="238" y="29"/>
                    <a:pt x="285" y="14"/>
                  </a:cubicBezTo>
                  <a:cubicBezTo>
                    <a:pt x="328" y="0"/>
                    <a:pt x="401" y="29"/>
                    <a:pt x="485" y="62"/>
                  </a:cubicBezTo>
                  <a:cubicBezTo>
                    <a:pt x="581" y="99"/>
                    <a:pt x="690" y="142"/>
                    <a:pt x="776" y="128"/>
                  </a:cubicBezTo>
                  <a:cubicBezTo>
                    <a:pt x="983" y="95"/>
                    <a:pt x="1272" y="57"/>
                    <a:pt x="1401" y="106"/>
                  </a:cubicBezTo>
                  <a:cubicBezTo>
                    <a:pt x="1466" y="131"/>
                    <a:pt x="1530" y="239"/>
                    <a:pt x="1566" y="390"/>
                  </a:cubicBezTo>
                  <a:cubicBezTo>
                    <a:pt x="1604" y="544"/>
                    <a:pt x="1607" y="707"/>
                    <a:pt x="1572" y="825"/>
                  </a:cubicBezTo>
                  <a:cubicBezTo>
                    <a:pt x="1552" y="894"/>
                    <a:pt x="1503" y="946"/>
                    <a:pt x="1426" y="980"/>
                  </a:cubicBezTo>
                  <a:cubicBezTo>
                    <a:pt x="1352" y="1012"/>
                    <a:pt x="1263" y="1023"/>
                    <a:pt x="1183" y="1023"/>
                  </a:cubicBezTo>
                  <a:close/>
                  <a:moveTo>
                    <a:pt x="311" y="14"/>
                  </a:moveTo>
                  <a:cubicBezTo>
                    <a:pt x="302" y="14"/>
                    <a:pt x="294" y="15"/>
                    <a:pt x="286" y="18"/>
                  </a:cubicBezTo>
                  <a:cubicBezTo>
                    <a:pt x="193" y="48"/>
                    <a:pt x="0" y="188"/>
                    <a:pt x="15" y="266"/>
                  </a:cubicBezTo>
                  <a:cubicBezTo>
                    <a:pt x="23" y="314"/>
                    <a:pt x="46" y="372"/>
                    <a:pt x="68" y="428"/>
                  </a:cubicBezTo>
                  <a:cubicBezTo>
                    <a:pt x="83" y="467"/>
                    <a:pt x="98" y="504"/>
                    <a:pt x="107" y="536"/>
                  </a:cubicBezTo>
                  <a:cubicBezTo>
                    <a:pt x="114" y="560"/>
                    <a:pt x="118" y="586"/>
                    <a:pt x="123" y="613"/>
                  </a:cubicBezTo>
                  <a:cubicBezTo>
                    <a:pt x="133" y="672"/>
                    <a:pt x="143" y="732"/>
                    <a:pt x="180" y="775"/>
                  </a:cubicBezTo>
                  <a:cubicBezTo>
                    <a:pt x="229" y="831"/>
                    <a:pt x="443" y="904"/>
                    <a:pt x="552" y="911"/>
                  </a:cubicBezTo>
                  <a:cubicBezTo>
                    <a:pt x="657" y="918"/>
                    <a:pt x="893" y="950"/>
                    <a:pt x="970" y="989"/>
                  </a:cubicBezTo>
                  <a:cubicBezTo>
                    <a:pt x="1019" y="1013"/>
                    <a:pt x="1259" y="1048"/>
                    <a:pt x="1424" y="976"/>
                  </a:cubicBezTo>
                  <a:cubicBezTo>
                    <a:pt x="1500" y="943"/>
                    <a:pt x="1549" y="892"/>
                    <a:pt x="1568" y="824"/>
                  </a:cubicBezTo>
                  <a:cubicBezTo>
                    <a:pt x="1603" y="706"/>
                    <a:pt x="1600" y="544"/>
                    <a:pt x="1562" y="391"/>
                  </a:cubicBezTo>
                  <a:cubicBezTo>
                    <a:pt x="1526" y="242"/>
                    <a:pt x="1464" y="134"/>
                    <a:pt x="1400" y="110"/>
                  </a:cubicBezTo>
                  <a:cubicBezTo>
                    <a:pt x="1272" y="62"/>
                    <a:pt x="983" y="100"/>
                    <a:pt x="777" y="132"/>
                  </a:cubicBezTo>
                  <a:cubicBezTo>
                    <a:pt x="689" y="146"/>
                    <a:pt x="580" y="103"/>
                    <a:pt x="483" y="65"/>
                  </a:cubicBezTo>
                  <a:cubicBezTo>
                    <a:pt x="415" y="38"/>
                    <a:pt x="354" y="14"/>
                    <a:pt x="311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5913363" y="1505113"/>
              <a:ext cx="1244600" cy="749300"/>
            </a:xfrm>
            <a:custGeom>
              <a:rect b="b" l="l" r="r" t="t"/>
              <a:pathLst>
                <a:path extrusionOk="0" h="748" w="1243">
                  <a:moveTo>
                    <a:pt x="977" y="725"/>
                  </a:moveTo>
                  <a:cubicBezTo>
                    <a:pt x="857" y="725"/>
                    <a:pt x="711" y="705"/>
                    <a:pt x="655" y="690"/>
                  </a:cubicBezTo>
                  <a:cubicBezTo>
                    <a:pt x="613" y="678"/>
                    <a:pt x="527" y="663"/>
                    <a:pt x="436" y="648"/>
                  </a:cubicBezTo>
                  <a:cubicBezTo>
                    <a:pt x="320" y="628"/>
                    <a:pt x="200" y="607"/>
                    <a:pt x="154" y="590"/>
                  </a:cubicBezTo>
                  <a:cubicBezTo>
                    <a:pt x="84" y="566"/>
                    <a:pt x="55" y="453"/>
                    <a:pt x="34" y="371"/>
                  </a:cubicBezTo>
                  <a:cubicBezTo>
                    <a:pt x="30" y="355"/>
                    <a:pt x="27" y="340"/>
                    <a:pt x="23" y="328"/>
                  </a:cubicBezTo>
                  <a:cubicBezTo>
                    <a:pt x="0" y="249"/>
                    <a:pt x="4" y="134"/>
                    <a:pt x="92" y="69"/>
                  </a:cubicBezTo>
                  <a:cubicBezTo>
                    <a:pt x="186" y="0"/>
                    <a:pt x="356" y="49"/>
                    <a:pt x="386" y="61"/>
                  </a:cubicBezTo>
                  <a:cubicBezTo>
                    <a:pt x="448" y="88"/>
                    <a:pt x="645" y="90"/>
                    <a:pt x="741" y="72"/>
                  </a:cubicBezTo>
                  <a:cubicBezTo>
                    <a:pt x="839" y="55"/>
                    <a:pt x="1076" y="84"/>
                    <a:pt x="1161" y="202"/>
                  </a:cubicBezTo>
                  <a:cubicBezTo>
                    <a:pt x="1243" y="314"/>
                    <a:pt x="1218" y="639"/>
                    <a:pt x="1143" y="697"/>
                  </a:cubicBezTo>
                  <a:cubicBezTo>
                    <a:pt x="1115" y="718"/>
                    <a:pt x="1051" y="725"/>
                    <a:pt x="977" y="725"/>
                  </a:cubicBezTo>
                  <a:close/>
                  <a:moveTo>
                    <a:pt x="226" y="37"/>
                  </a:moveTo>
                  <a:cubicBezTo>
                    <a:pt x="179" y="37"/>
                    <a:pt x="131" y="46"/>
                    <a:pt x="95" y="72"/>
                  </a:cubicBezTo>
                  <a:cubicBezTo>
                    <a:pt x="8" y="136"/>
                    <a:pt x="4" y="249"/>
                    <a:pt x="27" y="327"/>
                  </a:cubicBezTo>
                  <a:cubicBezTo>
                    <a:pt x="31" y="339"/>
                    <a:pt x="34" y="354"/>
                    <a:pt x="38" y="370"/>
                  </a:cubicBezTo>
                  <a:cubicBezTo>
                    <a:pt x="59" y="451"/>
                    <a:pt x="87" y="562"/>
                    <a:pt x="155" y="587"/>
                  </a:cubicBezTo>
                  <a:cubicBezTo>
                    <a:pt x="201" y="603"/>
                    <a:pt x="321" y="623"/>
                    <a:pt x="437" y="643"/>
                  </a:cubicBezTo>
                  <a:cubicBezTo>
                    <a:pt x="528" y="659"/>
                    <a:pt x="614" y="674"/>
                    <a:pt x="656" y="686"/>
                  </a:cubicBezTo>
                  <a:cubicBezTo>
                    <a:pt x="747" y="711"/>
                    <a:pt x="1069" y="748"/>
                    <a:pt x="1140" y="693"/>
                  </a:cubicBezTo>
                  <a:cubicBezTo>
                    <a:pt x="1174" y="668"/>
                    <a:pt x="1201" y="578"/>
                    <a:pt x="1207" y="471"/>
                  </a:cubicBezTo>
                  <a:cubicBezTo>
                    <a:pt x="1213" y="355"/>
                    <a:pt x="1195" y="255"/>
                    <a:pt x="1158" y="204"/>
                  </a:cubicBezTo>
                  <a:cubicBezTo>
                    <a:pt x="1077" y="93"/>
                    <a:pt x="843" y="58"/>
                    <a:pt x="742" y="76"/>
                  </a:cubicBezTo>
                  <a:cubicBezTo>
                    <a:pt x="643" y="94"/>
                    <a:pt x="448" y="92"/>
                    <a:pt x="384" y="65"/>
                  </a:cubicBezTo>
                  <a:cubicBezTo>
                    <a:pt x="384" y="65"/>
                    <a:pt x="384" y="65"/>
                    <a:pt x="384" y="65"/>
                  </a:cubicBezTo>
                  <a:cubicBezTo>
                    <a:pt x="367" y="58"/>
                    <a:pt x="298" y="37"/>
                    <a:pt x="226" y="3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6014963" y="1659101"/>
              <a:ext cx="917576" cy="461963"/>
            </a:xfrm>
            <a:custGeom>
              <a:rect b="b" l="l" r="r" t="t"/>
              <a:pathLst>
                <a:path extrusionOk="0" h="461" w="916">
                  <a:moveTo>
                    <a:pt x="682" y="453"/>
                  </a:moveTo>
                  <a:cubicBezTo>
                    <a:pt x="659" y="453"/>
                    <a:pt x="635" y="451"/>
                    <a:pt x="612" y="447"/>
                  </a:cubicBezTo>
                  <a:cubicBezTo>
                    <a:pt x="588" y="443"/>
                    <a:pt x="559" y="438"/>
                    <a:pt x="528" y="432"/>
                  </a:cubicBezTo>
                  <a:cubicBezTo>
                    <a:pt x="423" y="412"/>
                    <a:pt x="291" y="388"/>
                    <a:pt x="196" y="385"/>
                  </a:cubicBezTo>
                  <a:cubicBezTo>
                    <a:pt x="88" y="382"/>
                    <a:pt x="54" y="299"/>
                    <a:pt x="29" y="238"/>
                  </a:cubicBezTo>
                  <a:cubicBezTo>
                    <a:pt x="25" y="228"/>
                    <a:pt x="21" y="219"/>
                    <a:pt x="18" y="211"/>
                  </a:cubicBezTo>
                  <a:cubicBezTo>
                    <a:pt x="0" y="172"/>
                    <a:pt x="0" y="117"/>
                    <a:pt x="16" y="74"/>
                  </a:cubicBezTo>
                  <a:cubicBezTo>
                    <a:pt x="27" y="46"/>
                    <a:pt x="44" y="27"/>
                    <a:pt x="65" y="18"/>
                  </a:cubicBezTo>
                  <a:cubicBezTo>
                    <a:pt x="106" y="0"/>
                    <a:pt x="181" y="21"/>
                    <a:pt x="240" y="37"/>
                  </a:cubicBezTo>
                  <a:cubicBezTo>
                    <a:pt x="264" y="43"/>
                    <a:pt x="286" y="49"/>
                    <a:pt x="302" y="52"/>
                  </a:cubicBezTo>
                  <a:cubicBezTo>
                    <a:pt x="361" y="63"/>
                    <a:pt x="568" y="29"/>
                    <a:pt x="570" y="28"/>
                  </a:cubicBezTo>
                  <a:cubicBezTo>
                    <a:pt x="631" y="25"/>
                    <a:pt x="786" y="31"/>
                    <a:pt x="850" y="73"/>
                  </a:cubicBezTo>
                  <a:cubicBezTo>
                    <a:pt x="916" y="116"/>
                    <a:pt x="899" y="281"/>
                    <a:pt x="876" y="359"/>
                  </a:cubicBezTo>
                  <a:cubicBezTo>
                    <a:pt x="857" y="424"/>
                    <a:pt x="771" y="453"/>
                    <a:pt x="682" y="453"/>
                  </a:cubicBezTo>
                  <a:close/>
                  <a:moveTo>
                    <a:pt x="105" y="15"/>
                  </a:moveTo>
                  <a:cubicBezTo>
                    <a:pt x="90" y="15"/>
                    <a:pt x="77" y="17"/>
                    <a:pt x="66" y="22"/>
                  </a:cubicBezTo>
                  <a:cubicBezTo>
                    <a:pt x="47" y="30"/>
                    <a:pt x="31" y="49"/>
                    <a:pt x="20" y="76"/>
                  </a:cubicBezTo>
                  <a:cubicBezTo>
                    <a:pt x="4" y="118"/>
                    <a:pt x="4" y="172"/>
                    <a:pt x="21" y="209"/>
                  </a:cubicBezTo>
                  <a:cubicBezTo>
                    <a:pt x="25" y="218"/>
                    <a:pt x="29" y="227"/>
                    <a:pt x="33" y="236"/>
                  </a:cubicBezTo>
                  <a:cubicBezTo>
                    <a:pt x="59" y="299"/>
                    <a:pt x="91" y="378"/>
                    <a:pt x="196" y="381"/>
                  </a:cubicBezTo>
                  <a:cubicBezTo>
                    <a:pt x="291" y="384"/>
                    <a:pt x="423" y="408"/>
                    <a:pt x="529" y="428"/>
                  </a:cubicBezTo>
                  <a:cubicBezTo>
                    <a:pt x="560" y="434"/>
                    <a:pt x="589" y="439"/>
                    <a:pt x="613" y="443"/>
                  </a:cubicBezTo>
                  <a:cubicBezTo>
                    <a:pt x="721" y="461"/>
                    <a:pt x="848" y="438"/>
                    <a:pt x="872" y="358"/>
                  </a:cubicBezTo>
                  <a:cubicBezTo>
                    <a:pt x="895" y="281"/>
                    <a:pt x="912" y="118"/>
                    <a:pt x="848" y="77"/>
                  </a:cubicBezTo>
                  <a:cubicBezTo>
                    <a:pt x="788" y="38"/>
                    <a:pt x="637" y="28"/>
                    <a:pt x="570" y="32"/>
                  </a:cubicBezTo>
                  <a:cubicBezTo>
                    <a:pt x="562" y="34"/>
                    <a:pt x="361" y="67"/>
                    <a:pt x="302" y="56"/>
                  </a:cubicBezTo>
                  <a:cubicBezTo>
                    <a:pt x="285" y="54"/>
                    <a:pt x="263" y="48"/>
                    <a:pt x="239" y="41"/>
                  </a:cubicBezTo>
                  <a:cubicBezTo>
                    <a:pt x="196" y="29"/>
                    <a:pt x="145" y="15"/>
                    <a:pt x="105" y="1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6151488" y="1792451"/>
              <a:ext cx="423863" cy="192088"/>
            </a:xfrm>
            <a:custGeom>
              <a:rect b="b" l="l" r="r" t="t"/>
              <a:pathLst>
                <a:path extrusionOk="0" h="192" w="423">
                  <a:moveTo>
                    <a:pt x="322" y="189"/>
                  </a:moveTo>
                  <a:cubicBezTo>
                    <a:pt x="293" y="189"/>
                    <a:pt x="260" y="186"/>
                    <a:pt x="227" y="183"/>
                  </a:cubicBezTo>
                  <a:cubicBezTo>
                    <a:pt x="193" y="180"/>
                    <a:pt x="159" y="177"/>
                    <a:pt x="128" y="177"/>
                  </a:cubicBezTo>
                  <a:cubicBezTo>
                    <a:pt x="68" y="177"/>
                    <a:pt x="38" y="155"/>
                    <a:pt x="23" y="136"/>
                  </a:cubicBezTo>
                  <a:cubicBezTo>
                    <a:pt x="5" y="113"/>
                    <a:pt x="0" y="84"/>
                    <a:pt x="8" y="53"/>
                  </a:cubicBezTo>
                  <a:cubicBezTo>
                    <a:pt x="19" y="9"/>
                    <a:pt x="87" y="0"/>
                    <a:pt x="143" y="0"/>
                  </a:cubicBezTo>
                  <a:cubicBezTo>
                    <a:pt x="250" y="0"/>
                    <a:pt x="321" y="10"/>
                    <a:pt x="354" y="29"/>
                  </a:cubicBezTo>
                  <a:cubicBezTo>
                    <a:pt x="354" y="29"/>
                    <a:pt x="354" y="29"/>
                    <a:pt x="354" y="29"/>
                  </a:cubicBezTo>
                  <a:cubicBezTo>
                    <a:pt x="382" y="46"/>
                    <a:pt x="422" y="95"/>
                    <a:pt x="423" y="135"/>
                  </a:cubicBezTo>
                  <a:cubicBezTo>
                    <a:pt x="423" y="151"/>
                    <a:pt x="416" y="164"/>
                    <a:pt x="402" y="173"/>
                  </a:cubicBezTo>
                  <a:cubicBezTo>
                    <a:pt x="383" y="186"/>
                    <a:pt x="355" y="189"/>
                    <a:pt x="322" y="189"/>
                  </a:cubicBezTo>
                  <a:close/>
                  <a:moveTo>
                    <a:pt x="143" y="4"/>
                  </a:moveTo>
                  <a:cubicBezTo>
                    <a:pt x="89" y="4"/>
                    <a:pt x="22" y="13"/>
                    <a:pt x="12" y="54"/>
                  </a:cubicBezTo>
                  <a:cubicBezTo>
                    <a:pt x="4" y="83"/>
                    <a:pt x="10" y="112"/>
                    <a:pt x="26" y="133"/>
                  </a:cubicBezTo>
                  <a:cubicBezTo>
                    <a:pt x="41" y="151"/>
                    <a:pt x="70" y="173"/>
                    <a:pt x="128" y="173"/>
                  </a:cubicBezTo>
                  <a:cubicBezTo>
                    <a:pt x="159" y="173"/>
                    <a:pt x="194" y="176"/>
                    <a:pt x="227" y="179"/>
                  </a:cubicBezTo>
                  <a:cubicBezTo>
                    <a:pt x="298" y="186"/>
                    <a:pt x="366" y="192"/>
                    <a:pt x="400" y="170"/>
                  </a:cubicBezTo>
                  <a:cubicBezTo>
                    <a:pt x="413" y="162"/>
                    <a:pt x="419" y="150"/>
                    <a:pt x="419" y="135"/>
                  </a:cubicBezTo>
                  <a:cubicBezTo>
                    <a:pt x="418" y="97"/>
                    <a:pt x="378" y="49"/>
                    <a:pt x="352" y="33"/>
                  </a:cubicBezTo>
                  <a:cubicBezTo>
                    <a:pt x="320" y="14"/>
                    <a:pt x="249" y="4"/>
                    <a:pt x="143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4510013" y="3683163"/>
              <a:ext cx="768349" cy="762000"/>
            </a:xfrm>
            <a:custGeom>
              <a:rect b="b" l="l" r="r" t="t"/>
              <a:pathLst>
                <a:path extrusionOk="0" h="762" w="768">
                  <a:moveTo>
                    <a:pt x="304" y="728"/>
                  </a:moveTo>
                  <a:cubicBezTo>
                    <a:pt x="252" y="728"/>
                    <a:pt x="198" y="698"/>
                    <a:pt x="139" y="653"/>
                  </a:cubicBezTo>
                  <a:cubicBezTo>
                    <a:pt x="39" y="576"/>
                    <a:pt x="0" y="418"/>
                    <a:pt x="58" y="328"/>
                  </a:cubicBezTo>
                  <a:cubicBezTo>
                    <a:pt x="80" y="295"/>
                    <a:pt x="99" y="270"/>
                    <a:pt x="115" y="248"/>
                  </a:cubicBezTo>
                  <a:cubicBezTo>
                    <a:pt x="145" y="209"/>
                    <a:pt x="168" y="178"/>
                    <a:pt x="189" y="128"/>
                  </a:cubicBezTo>
                  <a:cubicBezTo>
                    <a:pt x="226" y="39"/>
                    <a:pt x="306" y="3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78" y="1"/>
                    <a:pt x="592" y="19"/>
                    <a:pt x="652" y="82"/>
                  </a:cubicBezTo>
                  <a:cubicBezTo>
                    <a:pt x="713" y="145"/>
                    <a:pt x="768" y="289"/>
                    <a:pt x="713" y="393"/>
                  </a:cubicBezTo>
                  <a:cubicBezTo>
                    <a:pt x="682" y="451"/>
                    <a:pt x="628" y="493"/>
                    <a:pt x="571" y="538"/>
                  </a:cubicBezTo>
                  <a:cubicBezTo>
                    <a:pt x="527" y="573"/>
                    <a:pt x="481" y="609"/>
                    <a:pt x="438" y="657"/>
                  </a:cubicBezTo>
                  <a:cubicBezTo>
                    <a:pt x="392" y="707"/>
                    <a:pt x="349" y="728"/>
                    <a:pt x="304" y="728"/>
                  </a:cubicBezTo>
                  <a:close/>
                  <a:moveTo>
                    <a:pt x="369" y="4"/>
                  </a:moveTo>
                  <a:cubicBezTo>
                    <a:pt x="308" y="7"/>
                    <a:pt x="229" y="42"/>
                    <a:pt x="193" y="129"/>
                  </a:cubicBezTo>
                  <a:cubicBezTo>
                    <a:pt x="172" y="181"/>
                    <a:pt x="148" y="211"/>
                    <a:pt x="119" y="250"/>
                  </a:cubicBezTo>
                  <a:cubicBezTo>
                    <a:pt x="102" y="272"/>
                    <a:pt x="83" y="297"/>
                    <a:pt x="62" y="330"/>
                  </a:cubicBezTo>
                  <a:cubicBezTo>
                    <a:pt x="4" y="419"/>
                    <a:pt x="43" y="574"/>
                    <a:pt x="142" y="650"/>
                  </a:cubicBezTo>
                  <a:cubicBezTo>
                    <a:pt x="247" y="731"/>
                    <a:pt x="337" y="762"/>
                    <a:pt x="435" y="654"/>
                  </a:cubicBezTo>
                  <a:cubicBezTo>
                    <a:pt x="478" y="605"/>
                    <a:pt x="524" y="569"/>
                    <a:pt x="569" y="535"/>
                  </a:cubicBezTo>
                  <a:cubicBezTo>
                    <a:pt x="628" y="489"/>
                    <a:pt x="679" y="449"/>
                    <a:pt x="710" y="391"/>
                  </a:cubicBezTo>
                  <a:cubicBezTo>
                    <a:pt x="763" y="290"/>
                    <a:pt x="708" y="146"/>
                    <a:pt x="649" y="84"/>
                  </a:cubicBezTo>
                  <a:cubicBezTo>
                    <a:pt x="591" y="23"/>
                    <a:pt x="375" y="5"/>
                    <a:pt x="369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1"/>
            <p:cNvSpPr/>
            <p:nvPr/>
          </p:nvSpPr>
          <p:spPr>
            <a:xfrm>
              <a:off x="4681463" y="4024476"/>
              <a:ext cx="263525" cy="214313"/>
            </a:xfrm>
            <a:custGeom>
              <a:rect b="b" l="l" r="r" t="t"/>
              <a:pathLst>
                <a:path extrusionOk="0" h="213" w="263">
                  <a:moveTo>
                    <a:pt x="128" y="211"/>
                  </a:moveTo>
                  <a:cubicBezTo>
                    <a:pt x="125" y="211"/>
                    <a:pt x="122" y="210"/>
                    <a:pt x="119" y="210"/>
                  </a:cubicBezTo>
                  <a:cubicBezTo>
                    <a:pt x="82" y="203"/>
                    <a:pt x="20" y="190"/>
                    <a:pt x="10" y="130"/>
                  </a:cubicBezTo>
                  <a:cubicBezTo>
                    <a:pt x="0" y="68"/>
                    <a:pt x="71" y="30"/>
                    <a:pt x="114" y="13"/>
                  </a:cubicBezTo>
                  <a:cubicBezTo>
                    <a:pt x="114" y="13"/>
                    <a:pt x="114" y="13"/>
                    <a:pt x="114" y="13"/>
                  </a:cubicBezTo>
                  <a:cubicBezTo>
                    <a:pt x="147" y="0"/>
                    <a:pt x="201" y="25"/>
                    <a:pt x="233" y="57"/>
                  </a:cubicBezTo>
                  <a:cubicBezTo>
                    <a:pt x="254" y="79"/>
                    <a:pt x="263" y="101"/>
                    <a:pt x="256" y="118"/>
                  </a:cubicBezTo>
                  <a:cubicBezTo>
                    <a:pt x="238" y="162"/>
                    <a:pt x="169" y="211"/>
                    <a:pt x="128" y="211"/>
                  </a:cubicBezTo>
                  <a:close/>
                  <a:moveTo>
                    <a:pt x="134" y="14"/>
                  </a:moveTo>
                  <a:cubicBezTo>
                    <a:pt x="127" y="14"/>
                    <a:pt x="121" y="15"/>
                    <a:pt x="116" y="17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74" y="34"/>
                    <a:pt x="4" y="71"/>
                    <a:pt x="14" y="130"/>
                  </a:cubicBezTo>
                  <a:cubicBezTo>
                    <a:pt x="23" y="187"/>
                    <a:pt x="84" y="199"/>
                    <a:pt x="120" y="206"/>
                  </a:cubicBezTo>
                  <a:cubicBezTo>
                    <a:pt x="159" y="213"/>
                    <a:pt x="234" y="163"/>
                    <a:pt x="252" y="117"/>
                  </a:cubicBezTo>
                  <a:cubicBezTo>
                    <a:pt x="259" y="101"/>
                    <a:pt x="250" y="80"/>
                    <a:pt x="230" y="60"/>
                  </a:cubicBezTo>
                  <a:cubicBezTo>
                    <a:pt x="205" y="35"/>
                    <a:pt x="165" y="14"/>
                    <a:pt x="134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1"/>
            <p:cNvSpPr/>
            <p:nvPr/>
          </p:nvSpPr>
          <p:spPr>
            <a:xfrm>
              <a:off x="4611613" y="3783176"/>
              <a:ext cx="534988" cy="534988"/>
            </a:xfrm>
            <a:custGeom>
              <a:rect b="b" l="l" r="r" t="t"/>
              <a:pathLst>
                <a:path extrusionOk="0" h="534" w="535">
                  <a:moveTo>
                    <a:pt x="183" y="533"/>
                  </a:moveTo>
                  <a:cubicBezTo>
                    <a:pt x="179" y="533"/>
                    <a:pt x="175" y="532"/>
                    <a:pt x="171" y="532"/>
                  </a:cubicBezTo>
                  <a:cubicBezTo>
                    <a:pt x="116" y="525"/>
                    <a:pt x="0" y="417"/>
                    <a:pt x="7" y="351"/>
                  </a:cubicBezTo>
                  <a:cubicBezTo>
                    <a:pt x="17" y="262"/>
                    <a:pt x="64" y="213"/>
                    <a:pt x="95" y="181"/>
                  </a:cubicBezTo>
                  <a:cubicBezTo>
                    <a:pt x="136" y="138"/>
                    <a:pt x="160" y="109"/>
                    <a:pt x="207" y="41"/>
                  </a:cubicBezTo>
                  <a:cubicBezTo>
                    <a:pt x="221" y="20"/>
                    <a:pt x="246" y="8"/>
                    <a:pt x="281" y="5"/>
                  </a:cubicBezTo>
                  <a:cubicBezTo>
                    <a:pt x="344" y="0"/>
                    <a:pt x="432" y="29"/>
                    <a:pt x="468" y="67"/>
                  </a:cubicBezTo>
                  <a:cubicBezTo>
                    <a:pt x="516" y="117"/>
                    <a:pt x="535" y="230"/>
                    <a:pt x="502" y="271"/>
                  </a:cubicBezTo>
                  <a:cubicBezTo>
                    <a:pt x="486" y="291"/>
                    <a:pt x="456" y="324"/>
                    <a:pt x="424" y="360"/>
                  </a:cubicBezTo>
                  <a:cubicBezTo>
                    <a:pt x="394" y="392"/>
                    <a:pt x="363" y="426"/>
                    <a:pt x="344" y="450"/>
                  </a:cubicBezTo>
                  <a:cubicBezTo>
                    <a:pt x="305" y="497"/>
                    <a:pt x="234" y="533"/>
                    <a:pt x="183" y="533"/>
                  </a:cubicBezTo>
                  <a:close/>
                  <a:moveTo>
                    <a:pt x="297" y="9"/>
                  </a:moveTo>
                  <a:cubicBezTo>
                    <a:pt x="292" y="9"/>
                    <a:pt x="286" y="9"/>
                    <a:pt x="281" y="9"/>
                  </a:cubicBezTo>
                  <a:cubicBezTo>
                    <a:pt x="248" y="12"/>
                    <a:pt x="224" y="24"/>
                    <a:pt x="210" y="43"/>
                  </a:cubicBezTo>
                  <a:cubicBezTo>
                    <a:pt x="163" y="112"/>
                    <a:pt x="139" y="141"/>
                    <a:pt x="98" y="183"/>
                  </a:cubicBezTo>
                  <a:cubicBezTo>
                    <a:pt x="67" y="216"/>
                    <a:pt x="21" y="264"/>
                    <a:pt x="12" y="351"/>
                  </a:cubicBezTo>
                  <a:cubicBezTo>
                    <a:pt x="5" y="415"/>
                    <a:pt x="119" y="521"/>
                    <a:pt x="171" y="528"/>
                  </a:cubicBezTo>
                  <a:cubicBezTo>
                    <a:pt x="222" y="534"/>
                    <a:pt x="299" y="497"/>
                    <a:pt x="341" y="447"/>
                  </a:cubicBezTo>
                  <a:cubicBezTo>
                    <a:pt x="360" y="424"/>
                    <a:pt x="391" y="390"/>
                    <a:pt x="421" y="357"/>
                  </a:cubicBezTo>
                  <a:cubicBezTo>
                    <a:pt x="453" y="322"/>
                    <a:pt x="483" y="288"/>
                    <a:pt x="499" y="268"/>
                  </a:cubicBezTo>
                  <a:cubicBezTo>
                    <a:pt x="529" y="232"/>
                    <a:pt x="516" y="123"/>
                    <a:pt x="465" y="70"/>
                  </a:cubicBezTo>
                  <a:cubicBezTo>
                    <a:pt x="436" y="39"/>
                    <a:pt x="363" y="9"/>
                    <a:pt x="297" y="9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1"/>
            <p:cNvSpPr/>
            <p:nvPr/>
          </p:nvSpPr>
          <p:spPr>
            <a:xfrm>
              <a:off x="4292525" y="3495838"/>
              <a:ext cx="1068387" cy="1281112"/>
            </a:xfrm>
            <a:custGeom>
              <a:rect b="b" l="l" r="r" t="t"/>
              <a:pathLst>
                <a:path extrusionOk="0" h="1278" w="1068">
                  <a:moveTo>
                    <a:pt x="352" y="1268"/>
                  </a:moveTo>
                  <a:cubicBezTo>
                    <a:pt x="320" y="1268"/>
                    <a:pt x="292" y="1258"/>
                    <a:pt x="270" y="1247"/>
                  </a:cubicBezTo>
                  <a:cubicBezTo>
                    <a:pt x="208" y="1215"/>
                    <a:pt x="165" y="1155"/>
                    <a:pt x="162" y="1117"/>
                  </a:cubicBezTo>
                  <a:cubicBezTo>
                    <a:pt x="157" y="1070"/>
                    <a:pt x="116" y="967"/>
                    <a:pt x="77" y="868"/>
                  </a:cubicBezTo>
                  <a:cubicBezTo>
                    <a:pt x="60" y="823"/>
                    <a:pt x="43" y="781"/>
                    <a:pt x="30" y="745"/>
                  </a:cubicBezTo>
                  <a:cubicBezTo>
                    <a:pt x="0" y="662"/>
                    <a:pt x="46" y="568"/>
                    <a:pt x="162" y="475"/>
                  </a:cubicBezTo>
                  <a:cubicBezTo>
                    <a:pt x="220" y="429"/>
                    <a:pt x="310" y="297"/>
                    <a:pt x="321" y="195"/>
                  </a:cubicBezTo>
                  <a:cubicBezTo>
                    <a:pt x="330" y="100"/>
                    <a:pt x="442" y="58"/>
                    <a:pt x="510" y="33"/>
                  </a:cubicBezTo>
                  <a:cubicBezTo>
                    <a:pt x="515" y="31"/>
                    <a:pt x="521" y="29"/>
                    <a:pt x="526" y="27"/>
                  </a:cubicBezTo>
                  <a:cubicBezTo>
                    <a:pt x="594" y="0"/>
                    <a:pt x="888" y="104"/>
                    <a:pt x="957" y="179"/>
                  </a:cubicBezTo>
                  <a:cubicBezTo>
                    <a:pt x="1026" y="256"/>
                    <a:pt x="1040" y="366"/>
                    <a:pt x="1054" y="473"/>
                  </a:cubicBezTo>
                  <a:cubicBezTo>
                    <a:pt x="1068" y="582"/>
                    <a:pt x="964" y="810"/>
                    <a:pt x="863" y="894"/>
                  </a:cubicBezTo>
                  <a:cubicBezTo>
                    <a:pt x="835" y="917"/>
                    <a:pt x="800" y="948"/>
                    <a:pt x="760" y="984"/>
                  </a:cubicBezTo>
                  <a:cubicBezTo>
                    <a:pt x="657" y="1076"/>
                    <a:pt x="529" y="1190"/>
                    <a:pt x="434" y="1245"/>
                  </a:cubicBezTo>
                  <a:cubicBezTo>
                    <a:pt x="405" y="1262"/>
                    <a:pt x="377" y="1268"/>
                    <a:pt x="352" y="1268"/>
                  </a:cubicBezTo>
                  <a:close/>
                  <a:moveTo>
                    <a:pt x="555" y="27"/>
                  </a:moveTo>
                  <a:cubicBezTo>
                    <a:pt x="543" y="27"/>
                    <a:pt x="534" y="28"/>
                    <a:pt x="527" y="31"/>
                  </a:cubicBezTo>
                  <a:cubicBezTo>
                    <a:pt x="522" y="33"/>
                    <a:pt x="517" y="35"/>
                    <a:pt x="511" y="37"/>
                  </a:cubicBezTo>
                  <a:cubicBezTo>
                    <a:pt x="445" y="62"/>
                    <a:pt x="334" y="103"/>
                    <a:pt x="325" y="195"/>
                  </a:cubicBezTo>
                  <a:cubicBezTo>
                    <a:pt x="314" y="299"/>
                    <a:pt x="223" y="432"/>
                    <a:pt x="165" y="479"/>
                  </a:cubicBezTo>
                  <a:cubicBezTo>
                    <a:pt x="50" y="570"/>
                    <a:pt x="5" y="662"/>
                    <a:pt x="34" y="744"/>
                  </a:cubicBezTo>
                  <a:cubicBezTo>
                    <a:pt x="47" y="779"/>
                    <a:pt x="64" y="821"/>
                    <a:pt x="81" y="866"/>
                  </a:cubicBezTo>
                  <a:cubicBezTo>
                    <a:pt x="120" y="966"/>
                    <a:pt x="161" y="1069"/>
                    <a:pt x="166" y="1116"/>
                  </a:cubicBezTo>
                  <a:cubicBezTo>
                    <a:pt x="169" y="1153"/>
                    <a:pt x="211" y="1212"/>
                    <a:pt x="272" y="1243"/>
                  </a:cubicBezTo>
                  <a:cubicBezTo>
                    <a:pt x="310" y="1263"/>
                    <a:pt x="368" y="1278"/>
                    <a:pt x="432" y="1241"/>
                  </a:cubicBezTo>
                  <a:cubicBezTo>
                    <a:pt x="527" y="1187"/>
                    <a:pt x="654" y="1073"/>
                    <a:pt x="757" y="981"/>
                  </a:cubicBezTo>
                  <a:cubicBezTo>
                    <a:pt x="798" y="945"/>
                    <a:pt x="832" y="914"/>
                    <a:pt x="860" y="891"/>
                  </a:cubicBezTo>
                  <a:cubicBezTo>
                    <a:pt x="961" y="808"/>
                    <a:pt x="1064" y="581"/>
                    <a:pt x="1050" y="474"/>
                  </a:cubicBezTo>
                  <a:cubicBezTo>
                    <a:pt x="1036" y="367"/>
                    <a:pt x="1022" y="257"/>
                    <a:pt x="954" y="182"/>
                  </a:cubicBezTo>
                  <a:cubicBezTo>
                    <a:pt x="916" y="141"/>
                    <a:pt x="818" y="96"/>
                    <a:pt x="739" y="69"/>
                  </a:cubicBezTo>
                  <a:cubicBezTo>
                    <a:pt x="662" y="42"/>
                    <a:pt x="595" y="27"/>
                    <a:pt x="555" y="2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11"/>
          <p:cNvGrpSpPr/>
          <p:nvPr/>
        </p:nvGrpSpPr>
        <p:grpSpPr>
          <a:xfrm rot="-7509871">
            <a:off x="-2167302" y="-2507524"/>
            <a:ext cx="4686568" cy="5143562"/>
            <a:chOff x="4292525" y="1346363"/>
            <a:chExt cx="3125787" cy="3430587"/>
          </a:xfrm>
        </p:grpSpPr>
        <p:sp>
          <p:nvSpPr>
            <p:cNvPr id="423" name="Google Shape;423;p11"/>
            <p:cNvSpPr/>
            <p:nvPr/>
          </p:nvSpPr>
          <p:spPr>
            <a:xfrm>
              <a:off x="4902125" y="2270288"/>
              <a:ext cx="2516187" cy="2386014"/>
            </a:xfrm>
            <a:custGeom>
              <a:rect b="b" l="l" r="r" t="t"/>
              <a:pathLst>
                <a:path extrusionOk="0" h="2383" w="2514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1"/>
            <p:cNvSpPr/>
            <p:nvPr/>
          </p:nvSpPr>
          <p:spPr>
            <a:xfrm>
              <a:off x="4991025" y="2387763"/>
              <a:ext cx="2297111" cy="2070101"/>
            </a:xfrm>
            <a:custGeom>
              <a:rect b="b" l="l" r="r" t="t"/>
              <a:pathLst>
                <a:path extrusionOk="0" h="2067" w="2295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1"/>
            <p:cNvSpPr/>
            <p:nvPr/>
          </p:nvSpPr>
          <p:spPr>
            <a:xfrm>
              <a:off x="5686350" y="2848138"/>
              <a:ext cx="1428750" cy="1441450"/>
            </a:xfrm>
            <a:custGeom>
              <a:rect b="b" l="l" r="r" t="t"/>
              <a:pathLst>
                <a:path extrusionOk="0" h="1439" w="1428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1"/>
            <p:cNvSpPr/>
            <p:nvPr/>
          </p:nvSpPr>
          <p:spPr>
            <a:xfrm>
              <a:off x="5978450" y="3008476"/>
              <a:ext cx="944563" cy="820738"/>
            </a:xfrm>
            <a:custGeom>
              <a:rect b="b" l="l" r="r" t="t"/>
              <a:pathLst>
                <a:path extrusionOk="0" h="819" w="943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1"/>
            <p:cNvSpPr/>
            <p:nvPr/>
          </p:nvSpPr>
          <p:spPr>
            <a:xfrm>
              <a:off x="5948288" y="3878426"/>
              <a:ext cx="401638" cy="301625"/>
            </a:xfrm>
            <a:custGeom>
              <a:rect b="b" l="l" r="r" t="t"/>
              <a:pathLst>
                <a:path extrusionOk="0" h="302" w="401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5741913" y="1346363"/>
              <a:ext cx="1608137" cy="1049339"/>
            </a:xfrm>
            <a:custGeom>
              <a:rect b="b" l="l" r="r" t="t"/>
              <a:pathLst>
                <a:path extrusionOk="0" h="1048" w="1607">
                  <a:moveTo>
                    <a:pt x="1183" y="1023"/>
                  </a:moveTo>
                  <a:cubicBezTo>
                    <a:pt x="1083" y="1023"/>
                    <a:pt x="996" y="1006"/>
                    <a:pt x="968" y="992"/>
                  </a:cubicBezTo>
                  <a:cubicBezTo>
                    <a:pt x="897" y="957"/>
                    <a:pt x="674" y="923"/>
                    <a:pt x="551" y="915"/>
                  </a:cubicBezTo>
                  <a:cubicBezTo>
                    <a:pt x="440" y="908"/>
                    <a:pt x="227" y="836"/>
                    <a:pt x="177" y="778"/>
                  </a:cubicBezTo>
                  <a:cubicBezTo>
                    <a:pt x="140" y="734"/>
                    <a:pt x="129" y="673"/>
                    <a:pt x="119" y="614"/>
                  </a:cubicBezTo>
                  <a:cubicBezTo>
                    <a:pt x="114" y="587"/>
                    <a:pt x="110" y="561"/>
                    <a:pt x="103" y="537"/>
                  </a:cubicBezTo>
                  <a:cubicBezTo>
                    <a:pt x="94" y="505"/>
                    <a:pt x="79" y="468"/>
                    <a:pt x="64" y="429"/>
                  </a:cubicBezTo>
                  <a:cubicBezTo>
                    <a:pt x="42" y="373"/>
                    <a:pt x="19" y="315"/>
                    <a:pt x="11" y="267"/>
                  </a:cubicBezTo>
                  <a:cubicBezTo>
                    <a:pt x="2" y="218"/>
                    <a:pt x="68" y="154"/>
                    <a:pt x="108" y="120"/>
                  </a:cubicBezTo>
                  <a:cubicBezTo>
                    <a:pt x="165" y="73"/>
                    <a:pt x="238" y="29"/>
                    <a:pt x="285" y="14"/>
                  </a:cubicBezTo>
                  <a:cubicBezTo>
                    <a:pt x="328" y="0"/>
                    <a:pt x="401" y="29"/>
                    <a:pt x="485" y="62"/>
                  </a:cubicBezTo>
                  <a:cubicBezTo>
                    <a:pt x="581" y="99"/>
                    <a:pt x="690" y="142"/>
                    <a:pt x="776" y="128"/>
                  </a:cubicBezTo>
                  <a:cubicBezTo>
                    <a:pt x="983" y="95"/>
                    <a:pt x="1272" y="57"/>
                    <a:pt x="1401" y="106"/>
                  </a:cubicBezTo>
                  <a:cubicBezTo>
                    <a:pt x="1466" y="131"/>
                    <a:pt x="1530" y="239"/>
                    <a:pt x="1566" y="390"/>
                  </a:cubicBezTo>
                  <a:cubicBezTo>
                    <a:pt x="1604" y="544"/>
                    <a:pt x="1607" y="707"/>
                    <a:pt x="1572" y="825"/>
                  </a:cubicBezTo>
                  <a:cubicBezTo>
                    <a:pt x="1552" y="894"/>
                    <a:pt x="1503" y="946"/>
                    <a:pt x="1426" y="980"/>
                  </a:cubicBezTo>
                  <a:cubicBezTo>
                    <a:pt x="1352" y="1012"/>
                    <a:pt x="1263" y="1023"/>
                    <a:pt x="1183" y="1023"/>
                  </a:cubicBezTo>
                  <a:close/>
                  <a:moveTo>
                    <a:pt x="311" y="14"/>
                  </a:moveTo>
                  <a:cubicBezTo>
                    <a:pt x="302" y="14"/>
                    <a:pt x="294" y="15"/>
                    <a:pt x="286" y="18"/>
                  </a:cubicBezTo>
                  <a:cubicBezTo>
                    <a:pt x="193" y="48"/>
                    <a:pt x="0" y="188"/>
                    <a:pt x="15" y="266"/>
                  </a:cubicBezTo>
                  <a:cubicBezTo>
                    <a:pt x="23" y="314"/>
                    <a:pt x="46" y="372"/>
                    <a:pt x="68" y="428"/>
                  </a:cubicBezTo>
                  <a:cubicBezTo>
                    <a:pt x="83" y="467"/>
                    <a:pt x="98" y="504"/>
                    <a:pt x="107" y="536"/>
                  </a:cubicBezTo>
                  <a:cubicBezTo>
                    <a:pt x="114" y="560"/>
                    <a:pt x="118" y="586"/>
                    <a:pt x="123" y="613"/>
                  </a:cubicBezTo>
                  <a:cubicBezTo>
                    <a:pt x="133" y="672"/>
                    <a:pt x="143" y="732"/>
                    <a:pt x="180" y="775"/>
                  </a:cubicBezTo>
                  <a:cubicBezTo>
                    <a:pt x="229" y="831"/>
                    <a:pt x="443" y="904"/>
                    <a:pt x="552" y="911"/>
                  </a:cubicBezTo>
                  <a:cubicBezTo>
                    <a:pt x="657" y="918"/>
                    <a:pt x="893" y="950"/>
                    <a:pt x="970" y="989"/>
                  </a:cubicBezTo>
                  <a:cubicBezTo>
                    <a:pt x="1019" y="1013"/>
                    <a:pt x="1259" y="1048"/>
                    <a:pt x="1424" y="976"/>
                  </a:cubicBezTo>
                  <a:cubicBezTo>
                    <a:pt x="1500" y="943"/>
                    <a:pt x="1549" y="892"/>
                    <a:pt x="1568" y="824"/>
                  </a:cubicBezTo>
                  <a:cubicBezTo>
                    <a:pt x="1603" y="706"/>
                    <a:pt x="1600" y="544"/>
                    <a:pt x="1562" y="391"/>
                  </a:cubicBezTo>
                  <a:cubicBezTo>
                    <a:pt x="1526" y="242"/>
                    <a:pt x="1464" y="134"/>
                    <a:pt x="1400" y="110"/>
                  </a:cubicBezTo>
                  <a:cubicBezTo>
                    <a:pt x="1272" y="62"/>
                    <a:pt x="983" y="100"/>
                    <a:pt x="777" y="132"/>
                  </a:cubicBezTo>
                  <a:cubicBezTo>
                    <a:pt x="689" y="146"/>
                    <a:pt x="580" y="103"/>
                    <a:pt x="483" y="65"/>
                  </a:cubicBezTo>
                  <a:cubicBezTo>
                    <a:pt x="415" y="38"/>
                    <a:pt x="354" y="14"/>
                    <a:pt x="311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1"/>
            <p:cNvSpPr/>
            <p:nvPr/>
          </p:nvSpPr>
          <p:spPr>
            <a:xfrm>
              <a:off x="5913363" y="1505113"/>
              <a:ext cx="1244600" cy="749300"/>
            </a:xfrm>
            <a:custGeom>
              <a:rect b="b" l="l" r="r" t="t"/>
              <a:pathLst>
                <a:path extrusionOk="0" h="748" w="1243">
                  <a:moveTo>
                    <a:pt x="977" y="725"/>
                  </a:moveTo>
                  <a:cubicBezTo>
                    <a:pt x="857" y="725"/>
                    <a:pt x="711" y="705"/>
                    <a:pt x="655" y="690"/>
                  </a:cubicBezTo>
                  <a:cubicBezTo>
                    <a:pt x="613" y="678"/>
                    <a:pt x="527" y="663"/>
                    <a:pt x="436" y="648"/>
                  </a:cubicBezTo>
                  <a:cubicBezTo>
                    <a:pt x="320" y="628"/>
                    <a:pt x="200" y="607"/>
                    <a:pt x="154" y="590"/>
                  </a:cubicBezTo>
                  <a:cubicBezTo>
                    <a:pt x="84" y="566"/>
                    <a:pt x="55" y="453"/>
                    <a:pt x="34" y="371"/>
                  </a:cubicBezTo>
                  <a:cubicBezTo>
                    <a:pt x="30" y="355"/>
                    <a:pt x="27" y="340"/>
                    <a:pt x="23" y="328"/>
                  </a:cubicBezTo>
                  <a:cubicBezTo>
                    <a:pt x="0" y="249"/>
                    <a:pt x="4" y="134"/>
                    <a:pt x="92" y="69"/>
                  </a:cubicBezTo>
                  <a:cubicBezTo>
                    <a:pt x="186" y="0"/>
                    <a:pt x="356" y="49"/>
                    <a:pt x="386" y="61"/>
                  </a:cubicBezTo>
                  <a:cubicBezTo>
                    <a:pt x="448" y="88"/>
                    <a:pt x="645" y="90"/>
                    <a:pt x="741" y="72"/>
                  </a:cubicBezTo>
                  <a:cubicBezTo>
                    <a:pt x="839" y="55"/>
                    <a:pt x="1076" y="84"/>
                    <a:pt x="1161" y="202"/>
                  </a:cubicBezTo>
                  <a:cubicBezTo>
                    <a:pt x="1243" y="314"/>
                    <a:pt x="1218" y="639"/>
                    <a:pt x="1143" y="697"/>
                  </a:cubicBezTo>
                  <a:cubicBezTo>
                    <a:pt x="1115" y="718"/>
                    <a:pt x="1051" y="725"/>
                    <a:pt x="977" y="725"/>
                  </a:cubicBezTo>
                  <a:close/>
                  <a:moveTo>
                    <a:pt x="226" y="37"/>
                  </a:moveTo>
                  <a:cubicBezTo>
                    <a:pt x="179" y="37"/>
                    <a:pt x="131" y="46"/>
                    <a:pt x="95" y="72"/>
                  </a:cubicBezTo>
                  <a:cubicBezTo>
                    <a:pt x="8" y="136"/>
                    <a:pt x="4" y="249"/>
                    <a:pt x="27" y="327"/>
                  </a:cubicBezTo>
                  <a:cubicBezTo>
                    <a:pt x="31" y="339"/>
                    <a:pt x="34" y="354"/>
                    <a:pt x="38" y="370"/>
                  </a:cubicBezTo>
                  <a:cubicBezTo>
                    <a:pt x="59" y="451"/>
                    <a:pt x="87" y="562"/>
                    <a:pt x="155" y="587"/>
                  </a:cubicBezTo>
                  <a:cubicBezTo>
                    <a:pt x="201" y="603"/>
                    <a:pt x="321" y="623"/>
                    <a:pt x="437" y="643"/>
                  </a:cubicBezTo>
                  <a:cubicBezTo>
                    <a:pt x="528" y="659"/>
                    <a:pt x="614" y="674"/>
                    <a:pt x="656" y="686"/>
                  </a:cubicBezTo>
                  <a:cubicBezTo>
                    <a:pt x="747" y="711"/>
                    <a:pt x="1069" y="748"/>
                    <a:pt x="1140" y="693"/>
                  </a:cubicBezTo>
                  <a:cubicBezTo>
                    <a:pt x="1174" y="668"/>
                    <a:pt x="1201" y="578"/>
                    <a:pt x="1207" y="471"/>
                  </a:cubicBezTo>
                  <a:cubicBezTo>
                    <a:pt x="1213" y="355"/>
                    <a:pt x="1195" y="255"/>
                    <a:pt x="1158" y="204"/>
                  </a:cubicBezTo>
                  <a:cubicBezTo>
                    <a:pt x="1077" y="93"/>
                    <a:pt x="843" y="58"/>
                    <a:pt x="742" y="76"/>
                  </a:cubicBezTo>
                  <a:cubicBezTo>
                    <a:pt x="643" y="94"/>
                    <a:pt x="448" y="92"/>
                    <a:pt x="384" y="65"/>
                  </a:cubicBezTo>
                  <a:cubicBezTo>
                    <a:pt x="384" y="65"/>
                    <a:pt x="384" y="65"/>
                    <a:pt x="384" y="65"/>
                  </a:cubicBezTo>
                  <a:cubicBezTo>
                    <a:pt x="367" y="58"/>
                    <a:pt x="298" y="37"/>
                    <a:pt x="226" y="3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1"/>
            <p:cNvSpPr/>
            <p:nvPr/>
          </p:nvSpPr>
          <p:spPr>
            <a:xfrm>
              <a:off x="6014963" y="1659101"/>
              <a:ext cx="917576" cy="461963"/>
            </a:xfrm>
            <a:custGeom>
              <a:rect b="b" l="l" r="r" t="t"/>
              <a:pathLst>
                <a:path extrusionOk="0" h="461" w="916">
                  <a:moveTo>
                    <a:pt x="682" y="453"/>
                  </a:moveTo>
                  <a:cubicBezTo>
                    <a:pt x="659" y="453"/>
                    <a:pt x="635" y="451"/>
                    <a:pt x="612" y="447"/>
                  </a:cubicBezTo>
                  <a:cubicBezTo>
                    <a:pt x="588" y="443"/>
                    <a:pt x="559" y="438"/>
                    <a:pt x="528" y="432"/>
                  </a:cubicBezTo>
                  <a:cubicBezTo>
                    <a:pt x="423" y="412"/>
                    <a:pt x="291" y="388"/>
                    <a:pt x="196" y="385"/>
                  </a:cubicBezTo>
                  <a:cubicBezTo>
                    <a:pt x="88" y="382"/>
                    <a:pt x="54" y="299"/>
                    <a:pt x="29" y="238"/>
                  </a:cubicBezTo>
                  <a:cubicBezTo>
                    <a:pt x="25" y="228"/>
                    <a:pt x="21" y="219"/>
                    <a:pt x="18" y="211"/>
                  </a:cubicBezTo>
                  <a:cubicBezTo>
                    <a:pt x="0" y="172"/>
                    <a:pt x="0" y="117"/>
                    <a:pt x="16" y="74"/>
                  </a:cubicBezTo>
                  <a:cubicBezTo>
                    <a:pt x="27" y="46"/>
                    <a:pt x="44" y="27"/>
                    <a:pt x="65" y="18"/>
                  </a:cubicBezTo>
                  <a:cubicBezTo>
                    <a:pt x="106" y="0"/>
                    <a:pt x="181" y="21"/>
                    <a:pt x="240" y="37"/>
                  </a:cubicBezTo>
                  <a:cubicBezTo>
                    <a:pt x="264" y="43"/>
                    <a:pt x="286" y="49"/>
                    <a:pt x="302" y="52"/>
                  </a:cubicBezTo>
                  <a:cubicBezTo>
                    <a:pt x="361" y="63"/>
                    <a:pt x="568" y="29"/>
                    <a:pt x="570" y="28"/>
                  </a:cubicBezTo>
                  <a:cubicBezTo>
                    <a:pt x="631" y="25"/>
                    <a:pt x="786" y="31"/>
                    <a:pt x="850" y="73"/>
                  </a:cubicBezTo>
                  <a:cubicBezTo>
                    <a:pt x="916" y="116"/>
                    <a:pt x="899" y="281"/>
                    <a:pt x="876" y="359"/>
                  </a:cubicBezTo>
                  <a:cubicBezTo>
                    <a:pt x="857" y="424"/>
                    <a:pt x="771" y="453"/>
                    <a:pt x="682" y="453"/>
                  </a:cubicBezTo>
                  <a:close/>
                  <a:moveTo>
                    <a:pt x="105" y="15"/>
                  </a:moveTo>
                  <a:cubicBezTo>
                    <a:pt x="90" y="15"/>
                    <a:pt x="77" y="17"/>
                    <a:pt x="66" y="22"/>
                  </a:cubicBezTo>
                  <a:cubicBezTo>
                    <a:pt x="47" y="30"/>
                    <a:pt x="31" y="49"/>
                    <a:pt x="20" y="76"/>
                  </a:cubicBezTo>
                  <a:cubicBezTo>
                    <a:pt x="4" y="118"/>
                    <a:pt x="4" y="172"/>
                    <a:pt x="21" y="209"/>
                  </a:cubicBezTo>
                  <a:cubicBezTo>
                    <a:pt x="25" y="218"/>
                    <a:pt x="29" y="227"/>
                    <a:pt x="33" y="236"/>
                  </a:cubicBezTo>
                  <a:cubicBezTo>
                    <a:pt x="59" y="299"/>
                    <a:pt x="91" y="378"/>
                    <a:pt x="196" y="381"/>
                  </a:cubicBezTo>
                  <a:cubicBezTo>
                    <a:pt x="291" y="384"/>
                    <a:pt x="423" y="408"/>
                    <a:pt x="529" y="428"/>
                  </a:cubicBezTo>
                  <a:cubicBezTo>
                    <a:pt x="560" y="434"/>
                    <a:pt x="589" y="439"/>
                    <a:pt x="613" y="443"/>
                  </a:cubicBezTo>
                  <a:cubicBezTo>
                    <a:pt x="721" y="461"/>
                    <a:pt x="848" y="438"/>
                    <a:pt x="872" y="358"/>
                  </a:cubicBezTo>
                  <a:cubicBezTo>
                    <a:pt x="895" y="281"/>
                    <a:pt x="912" y="118"/>
                    <a:pt x="848" y="77"/>
                  </a:cubicBezTo>
                  <a:cubicBezTo>
                    <a:pt x="788" y="38"/>
                    <a:pt x="637" y="28"/>
                    <a:pt x="570" y="32"/>
                  </a:cubicBezTo>
                  <a:cubicBezTo>
                    <a:pt x="562" y="34"/>
                    <a:pt x="361" y="67"/>
                    <a:pt x="302" y="56"/>
                  </a:cubicBezTo>
                  <a:cubicBezTo>
                    <a:pt x="285" y="54"/>
                    <a:pt x="263" y="48"/>
                    <a:pt x="239" y="41"/>
                  </a:cubicBezTo>
                  <a:cubicBezTo>
                    <a:pt x="196" y="29"/>
                    <a:pt x="145" y="15"/>
                    <a:pt x="105" y="1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1"/>
            <p:cNvSpPr/>
            <p:nvPr/>
          </p:nvSpPr>
          <p:spPr>
            <a:xfrm>
              <a:off x="6151488" y="1792451"/>
              <a:ext cx="423863" cy="192088"/>
            </a:xfrm>
            <a:custGeom>
              <a:rect b="b" l="l" r="r" t="t"/>
              <a:pathLst>
                <a:path extrusionOk="0" h="192" w="423">
                  <a:moveTo>
                    <a:pt x="322" y="189"/>
                  </a:moveTo>
                  <a:cubicBezTo>
                    <a:pt x="293" y="189"/>
                    <a:pt x="260" y="186"/>
                    <a:pt x="227" y="183"/>
                  </a:cubicBezTo>
                  <a:cubicBezTo>
                    <a:pt x="193" y="180"/>
                    <a:pt x="159" y="177"/>
                    <a:pt x="128" y="177"/>
                  </a:cubicBezTo>
                  <a:cubicBezTo>
                    <a:pt x="68" y="177"/>
                    <a:pt x="38" y="155"/>
                    <a:pt x="23" y="136"/>
                  </a:cubicBezTo>
                  <a:cubicBezTo>
                    <a:pt x="5" y="113"/>
                    <a:pt x="0" y="84"/>
                    <a:pt x="8" y="53"/>
                  </a:cubicBezTo>
                  <a:cubicBezTo>
                    <a:pt x="19" y="9"/>
                    <a:pt x="87" y="0"/>
                    <a:pt x="143" y="0"/>
                  </a:cubicBezTo>
                  <a:cubicBezTo>
                    <a:pt x="250" y="0"/>
                    <a:pt x="321" y="10"/>
                    <a:pt x="354" y="29"/>
                  </a:cubicBezTo>
                  <a:cubicBezTo>
                    <a:pt x="354" y="29"/>
                    <a:pt x="354" y="29"/>
                    <a:pt x="354" y="29"/>
                  </a:cubicBezTo>
                  <a:cubicBezTo>
                    <a:pt x="382" y="46"/>
                    <a:pt x="422" y="95"/>
                    <a:pt x="423" y="135"/>
                  </a:cubicBezTo>
                  <a:cubicBezTo>
                    <a:pt x="423" y="151"/>
                    <a:pt x="416" y="164"/>
                    <a:pt x="402" y="173"/>
                  </a:cubicBezTo>
                  <a:cubicBezTo>
                    <a:pt x="383" y="186"/>
                    <a:pt x="355" y="189"/>
                    <a:pt x="322" y="189"/>
                  </a:cubicBezTo>
                  <a:close/>
                  <a:moveTo>
                    <a:pt x="143" y="4"/>
                  </a:moveTo>
                  <a:cubicBezTo>
                    <a:pt x="89" y="4"/>
                    <a:pt x="22" y="13"/>
                    <a:pt x="12" y="54"/>
                  </a:cubicBezTo>
                  <a:cubicBezTo>
                    <a:pt x="4" y="83"/>
                    <a:pt x="10" y="112"/>
                    <a:pt x="26" y="133"/>
                  </a:cubicBezTo>
                  <a:cubicBezTo>
                    <a:pt x="41" y="151"/>
                    <a:pt x="70" y="173"/>
                    <a:pt x="128" y="173"/>
                  </a:cubicBezTo>
                  <a:cubicBezTo>
                    <a:pt x="159" y="173"/>
                    <a:pt x="194" y="176"/>
                    <a:pt x="227" y="179"/>
                  </a:cubicBezTo>
                  <a:cubicBezTo>
                    <a:pt x="298" y="186"/>
                    <a:pt x="366" y="192"/>
                    <a:pt x="400" y="170"/>
                  </a:cubicBezTo>
                  <a:cubicBezTo>
                    <a:pt x="413" y="162"/>
                    <a:pt x="419" y="150"/>
                    <a:pt x="419" y="135"/>
                  </a:cubicBezTo>
                  <a:cubicBezTo>
                    <a:pt x="418" y="97"/>
                    <a:pt x="378" y="49"/>
                    <a:pt x="352" y="33"/>
                  </a:cubicBezTo>
                  <a:cubicBezTo>
                    <a:pt x="320" y="14"/>
                    <a:pt x="249" y="4"/>
                    <a:pt x="143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1"/>
            <p:cNvSpPr/>
            <p:nvPr/>
          </p:nvSpPr>
          <p:spPr>
            <a:xfrm>
              <a:off x="4510013" y="3683163"/>
              <a:ext cx="768349" cy="762000"/>
            </a:xfrm>
            <a:custGeom>
              <a:rect b="b" l="l" r="r" t="t"/>
              <a:pathLst>
                <a:path extrusionOk="0" h="762" w="768">
                  <a:moveTo>
                    <a:pt x="304" y="728"/>
                  </a:moveTo>
                  <a:cubicBezTo>
                    <a:pt x="252" y="728"/>
                    <a:pt x="198" y="698"/>
                    <a:pt x="139" y="653"/>
                  </a:cubicBezTo>
                  <a:cubicBezTo>
                    <a:pt x="39" y="576"/>
                    <a:pt x="0" y="418"/>
                    <a:pt x="58" y="328"/>
                  </a:cubicBezTo>
                  <a:cubicBezTo>
                    <a:pt x="80" y="295"/>
                    <a:pt x="99" y="270"/>
                    <a:pt x="115" y="248"/>
                  </a:cubicBezTo>
                  <a:cubicBezTo>
                    <a:pt x="145" y="209"/>
                    <a:pt x="168" y="178"/>
                    <a:pt x="189" y="128"/>
                  </a:cubicBezTo>
                  <a:cubicBezTo>
                    <a:pt x="226" y="39"/>
                    <a:pt x="306" y="3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78" y="1"/>
                    <a:pt x="592" y="19"/>
                    <a:pt x="652" y="82"/>
                  </a:cubicBezTo>
                  <a:cubicBezTo>
                    <a:pt x="713" y="145"/>
                    <a:pt x="768" y="289"/>
                    <a:pt x="713" y="393"/>
                  </a:cubicBezTo>
                  <a:cubicBezTo>
                    <a:pt x="682" y="451"/>
                    <a:pt x="628" y="493"/>
                    <a:pt x="571" y="538"/>
                  </a:cubicBezTo>
                  <a:cubicBezTo>
                    <a:pt x="527" y="573"/>
                    <a:pt x="481" y="609"/>
                    <a:pt x="438" y="657"/>
                  </a:cubicBezTo>
                  <a:cubicBezTo>
                    <a:pt x="392" y="707"/>
                    <a:pt x="349" y="728"/>
                    <a:pt x="304" y="728"/>
                  </a:cubicBezTo>
                  <a:close/>
                  <a:moveTo>
                    <a:pt x="369" y="4"/>
                  </a:moveTo>
                  <a:cubicBezTo>
                    <a:pt x="308" y="7"/>
                    <a:pt x="229" y="42"/>
                    <a:pt x="193" y="129"/>
                  </a:cubicBezTo>
                  <a:cubicBezTo>
                    <a:pt x="172" y="181"/>
                    <a:pt x="148" y="211"/>
                    <a:pt x="119" y="250"/>
                  </a:cubicBezTo>
                  <a:cubicBezTo>
                    <a:pt x="102" y="272"/>
                    <a:pt x="83" y="297"/>
                    <a:pt x="62" y="330"/>
                  </a:cubicBezTo>
                  <a:cubicBezTo>
                    <a:pt x="4" y="419"/>
                    <a:pt x="43" y="574"/>
                    <a:pt x="142" y="650"/>
                  </a:cubicBezTo>
                  <a:cubicBezTo>
                    <a:pt x="247" y="731"/>
                    <a:pt x="337" y="762"/>
                    <a:pt x="435" y="654"/>
                  </a:cubicBezTo>
                  <a:cubicBezTo>
                    <a:pt x="478" y="605"/>
                    <a:pt x="524" y="569"/>
                    <a:pt x="569" y="535"/>
                  </a:cubicBezTo>
                  <a:cubicBezTo>
                    <a:pt x="628" y="489"/>
                    <a:pt x="679" y="449"/>
                    <a:pt x="710" y="391"/>
                  </a:cubicBezTo>
                  <a:cubicBezTo>
                    <a:pt x="763" y="290"/>
                    <a:pt x="708" y="146"/>
                    <a:pt x="649" y="84"/>
                  </a:cubicBezTo>
                  <a:cubicBezTo>
                    <a:pt x="591" y="23"/>
                    <a:pt x="375" y="5"/>
                    <a:pt x="369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1"/>
            <p:cNvSpPr/>
            <p:nvPr/>
          </p:nvSpPr>
          <p:spPr>
            <a:xfrm>
              <a:off x="4681463" y="4024476"/>
              <a:ext cx="263525" cy="214313"/>
            </a:xfrm>
            <a:custGeom>
              <a:rect b="b" l="l" r="r" t="t"/>
              <a:pathLst>
                <a:path extrusionOk="0" h="213" w="263">
                  <a:moveTo>
                    <a:pt x="128" y="211"/>
                  </a:moveTo>
                  <a:cubicBezTo>
                    <a:pt x="125" y="211"/>
                    <a:pt x="122" y="210"/>
                    <a:pt x="119" y="210"/>
                  </a:cubicBezTo>
                  <a:cubicBezTo>
                    <a:pt x="82" y="203"/>
                    <a:pt x="20" y="190"/>
                    <a:pt x="10" y="130"/>
                  </a:cubicBezTo>
                  <a:cubicBezTo>
                    <a:pt x="0" y="68"/>
                    <a:pt x="71" y="30"/>
                    <a:pt x="114" y="13"/>
                  </a:cubicBezTo>
                  <a:cubicBezTo>
                    <a:pt x="114" y="13"/>
                    <a:pt x="114" y="13"/>
                    <a:pt x="114" y="13"/>
                  </a:cubicBezTo>
                  <a:cubicBezTo>
                    <a:pt x="147" y="0"/>
                    <a:pt x="201" y="25"/>
                    <a:pt x="233" y="57"/>
                  </a:cubicBezTo>
                  <a:cubicBezTo>
                    <a:pt x="254" y="79"/>
                    <a:pt x="263" y="101"/>
                    <a:pt x="256" y="118"/>
                  </a:cubicBezTo>
                  <a:cubicBezTo>
                    <a:pt x="238" y="162"/>
                    <a:pt x="169" y="211"/>
                    <a:pt x="128" y="211"/>
                  </a:cubicBezTo>
                  <a:close/>
                  <a:moveTo>
                    <a:pt x="134" y="14"/>
                  </a:moveTo>
                  <a:cubicBezTo>
                    <a:pt x="127" y="14"/>
                    <a:pt x="121" y="15"/>
                    <a:pt x="116" y="17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74" y="34"/>
                    <a:pt x="4" y="71"/>
                    <a:pt x="14" y="130"/>
                  </a:cubicBezTo>
                  <a:cubicBezTo>
                    <a:pt x="23" y="187"/>
                    <a:pt x="84" y="199"/>
                    <a:pt x="120" y="206"/>
                  </a:cubicBezTo>
                  <a:cubicBezTo>
                    <a:pt x="159" y="213"/>
                    <a:pt x="234" y="163"/>
                    <a:pt x="252" y="117"/>
                  </a:cubicBezTo>
                  <a:cubicBezTo>
                    <a:pt x="259" y="101"/>
                    <a:pt x="250" y="80"/>
                    <a:pt x="230" y="60"/>
                  </a:cubicBezTo>
                  <a:cubicBezTo>
                    <a:pt x="205" y="35"/>
                    <a:pt x="165" y="14"/>
                    <a:pt x="134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1"/>
            <p:cNvSpPr/>
            <p:nvPr/>
          </p:nvSpPr>
          <p:spPr>
            <a:xfrm>
              <a:off x="4611613" y="3783176"/>
              <a:ext cx="534988" cy="534988"/>
            </a:xfrm>
            <a:custGeom>
              <a:rect b="b" l="l" r="r" t="t"/>
              <a:pathLst>
                <a:path extrusionOk="0" h="534" w="535">
                  <a:moveTo>
                    <a:pt x="183" y="533"/>
                  </a:moveTo>
                  <a:cubicBezTo>
                    <a:pt x="179" y="533"/>
                    <a:pt x="175" y="532"/>
                    <a:pt x="171" y="532"/>
                  </a:cubicBezTo>
                  <a:cubicBezTo>
                    <a:pt x="116" y="525"/>
                    <a:pt x="0" y="417"/>
                    <a:pt x="7" y="351"/>
                  </a:cubicBezTo>
                  <a:cubicBezTo>
                    <a:pt x="17" y="262"/>
                    <a:pt x="64" y="213"/>
                    <a:pt x="95" y="181"/>
                  </a:cubicBezTo>
                  <a:cubicBezTo>
                    <a:pt x="136" y="138"/>
                    <a:pt x="160" y="109"/>
                    <a:pt x="207" y="41"/>
                  </a:cubicBezTo>
                  <a:cubicBezTo>
                    <a:pt x="221" y="20"/>
                    <a:pt x="246" y="8"/>
                    <a:pt x="281" y="5"/>
                  </a:cubicBezTo>
                  <a:cubicBezTo>
                    <a:pt x="344" y="0"/>
                    <a:pt x="432" y="29"/>
                    <a:pt x="468" y="67"/>
                  </a:cubicBezTo>
                  <a:cubicBezTo>
                    <a:pt x="516" y="117"/>
                    <a:pt x="535" y="230"/>
                    <a:pt x="502" y="271"/>
                  </a:cubicBezTo>
                  <a:cubicBezTo>
                    <a:pt x="486" y="291"/>
                    <a:pt x="456" y="324"/>
                    <a:pt x="424" y="360"/>
                  </a:cubicBezTo>
                  <a:cubicBezTo>
                    <a:pt x="394" y="392"/>
                    <a:pt x="363" y="426"/>
                    <a:pt x="344" y="450"/>
                  </a:cubicBezTo>
                  <a:cubicBezTo>
                    <a:pt x="305" y="497"/>
                    <a:pt x="234" y="533"/>
                    <a:pt x="183" y="533"/>
                  </a:cubicBezTo>
                  <a:close/>
                  <a:moveTo>
                    <a:pt x="297" y="9"/>
                  </a:moveTo>
                  <a:cubicBezTo>
                    <a:pt x="292" y="9"/>
                    <a:pt x="286" y="9"/>
                    <a:pt x="281" y="9"/>
                  </a:cubicBezTo>
                  <a:cubicBezTo>
                    <a:pt x="248" y="12"/>
                    <a:pt x="224" y="24"/>
                    <a:pt x="210" y="43"/>
                  </a:cubicBezTo>
                  <a:cubicBezTo>
                    <a:pt x="163" y="112"/>
                    <a:pt x="139" y="141"/>
                    <a:pt x="98" y="183"/>
                  </a:cubicBezTo>
                  <a:cubicBezTo>
                    <a:pt x="67" y="216"/>
                    <a:pt x="21" y="264"/>
                    <a:pt x="12" y="351"/>
                  </a:cubicBezTo>
                  <a:cubicBezTo>
                    <a:pt x="5" y="415"/>
                    <a:pt x="119" y="521"/>
                    <a:pt x="171" y="528"/>
                  </a:cubicBezTo>
                  <a:cubicBezTo>
                    <a:pt x="222" y="534"/>
                    <a:pt x="299" y="497"/>
                    <a:pt x="341" y="447"/>
                  </a:cubicBezTo>
                  <a:cubicBezTo>
                    <a:pt x="360" y="424"/>
                    <a:pt x="391" y="390"/>
                    <a:pt x="421" y="357"/>
                  </a:cubicBezTo>
                  <a:cubicBezTo>
                    <a:pt x="453" y="322"/>
                    <a:pt x="483" y="288"/>
                    <a:pt x="499" y="268"/>
                  </a:cubicBezTo>
                  <a:cubicBezTo>
                    <a:pt x="529" y="232"/>
                    <a:pt x="516" y="123"/>
                    <a:pt x="465" y="70"/>
                  </a:cubicBezTo>
                  <a:cubicBezTo>
                    <a:pt x="436" y="39"/>
                    <a:pt x="363" y="9"/>
                    <a:pt x="297" y="9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1"/>
            <p:cNvSpPr/>
            <p:nvPr/>
          </p:nvSpPr>
          <p:spPr>
            <a:xfrm>
              <a:off x="4292525" y="3495838"/>
              <a:ext cx="1068387" cy="1281112"/>
            </a:xfrm>
            <a:custGeom>
              <a:rect b="b" l="l" r="r" t="t"/>
              <a:pathLst>
                <a:path extrusionOk="0" h="1278" w="1068">
                  <a:moveTo>
                    <a:pt x="352" y="1268"/>
                  </a:moveTo>
                  <a:cubicBezTo>
                    <a:pt x="320" y="1268"/>
                    <a:pt x="292" y="1258"/>
                    <a:pt x="270" y="1247"/>
                  </a:cubicBezTo>
                  <a:cubicBezTo>
                    <a:pt x="208" y="1215"/>
                    <a:pt x="165" y="1155"/>
                    <a:pt x="162" y="1117"/>
                  </a:cubicBezTo>
                  <a:cubicBezTo>
                    <a:pt x="157" y="1070"/>
                    <a:pt x="116" y="967"/>
                    <a:pt x="77" y="868"/>
                  </a:cubicBezTo>
                  <a:cubicBezTo>
                    <a:pt x="60" y="823"/>
                    <a:pt x="43" y="781"/>
                    <a:pt x="30" y="745"/>
                  </a:cubicBezTo>
                  <a:cubicBezTo>
                    <a:pt x="0" y="662"/>
                    <a:pt x="46" y="568"/>
                    <a:pt x="162" y="475"/>
                  </a:cubicBezTo>
                  <a:cubicBezTo>
                    <a:pt x="220" y="429"/>
                    <a:pt x="310" y="297"/>
                    <a:pt x="321" y="195"/>
                  </a:cubicBezTo>
                  <a:cubicBezTo>
                    <a:pt x="330" y="100"/>
                    <a:pt x="442" y="58"/>
                    <a:pt x="510" y="33"/>
                  </a:cubicBezTo>
                  <a:cubicBezTo>
                    <a:pt x="515" y="31"/>
                    <a:pt x="521" y="29"/>
                    <a:pt x="526" y="27"/>
                  </a:cubicBezTo>
                  <a:cubicBezTo>
                    <a:pt x="594" y="0"/>
                    <a:pt x="888" y="104"/>
                    <a:pt x="957" y="179"/>
                  </a:cubicBezTo>
                  <a:cubicBezTo>
                    <a:pt x="1026" y="256"/>
                    <a:pt x="1040" y="366"/>
                    <a:pt x="1054" y="473"/>
                  </a:cubicBezTo>
                  <a:cubicBezTo>
                    <a:pt x="1068" y="582"/>
                    <a:pt x="964" y="810"/>
                    <a:pt x="863" y="894"/>
                  </a:cubicBezTo>
                  <a:cubicBezTo>
                    <a:pt x="835" y="917"/>
                    <a:pt x="800" y="948"/>
                    <a:pt x="760" y="984"/>
                  </a:cubicBezTo>
                  <a:cubicBezTo>
                    <a:pt x="657" y="1076"/>
                    <a:pt x="529" y="1190"/>
                    <a:pt x="434" y="1245"/>
                  </a:cubicBezTo>
                  <a:cubicBezTo>
                    <a:pt x="405" y="1262"/>
                    <a:pt x="377" y="1268"/>
                    <a:pt x="352" y="1268"/>
                  </a:cubicBezTo>
                  <a:close/>
                  <a:moveTo>
                    <a:pt x="555" y="27"/>
                  </a:moveTo>
                  <a:cubicBezTo>
                    <a:pt x="543" y="27"/>
                    <a:pt x="534" y="28"/>
                    <a:pt x="527" y="31"/>
                  </a:cubicBezTo>
                  <a:cubicBezTo>
                    <a:pt x="522" y="33"/>
                    <a:pt x="517" y="35"/>
                    <a:pt x="511" y="37"/>
                  </a:cubicBezTo>
                  <a:cubicBezTo>
                    <a:pt x="445" y="62"/>
                    <a:pt x="334" y="103"/>
                    <a:pt x="325" y="195"/>
                  </a:cubicBezTo>
                  <a:cubicBezTo>
                    <a:pt x="314" y="299"/>
                    <a:pt x="223" y="432"/>
                    <a:pt x="165" y="479"/>
                  </a:cubicBezTo>
                  <a:cubicBezTo>
                    <a:pt x="50" y="570"/>
                    <a:pt x="5" y="662"/>
                    <a:pt x="34" y="744"/>
                  </a:cubicBezTo>
                  <a:cubicBezTo>
                    <a:pt x="47" y="779"/>
                    <a:pt x="64" y="821"/>
                    <a:pt x="81" y="866"/>
                  </a:cubicBezTo>
                  <a:cubicBezTo>
                    <a:pt x="120" y="966"/>
                    <a:pt x="161" y="1069"/>
                    <a:pt x="166" y="1116"/>
                  </a:cubicBezTo>
                  <a:cubicBezTo>
                    <a:pt x="169" y="1153"/>
                    <a:pt x="211" y="1212"/>
                    <a:pt x="272" y="1243"/>
                  </a:cubicBezTo>
                  <a:cubicBezTo>
                    <a:pt x="310" y="1263"/>
                    <a:pt x="368" y="1278"/>
                    <a:pt x="432" y="1241"/>
                  </a:cubicBezTo>
                  <a:cubicBezTo>
                    <a:pt x="527" y="1187"/>
                    <a:pt x="654" y="1073"/>
                    <a:pt x="757" y="981"/>
                  </a:cubicBezTo>
                  <a:cubicBezTo>
                    <a:pt x="798" y="945"/>
                    <a:pt x="832" y="914"/>
                    <a:pt x="860" y="891"/>
                  </a:cubicBezTo>
                  <a:cubicBezTo>
                    <a:pt x="961" y="808"/>
                    <a:pt x="1064" y="581"/>
                    <a:pt x="1050" y="474"/>
                  </a:cubicBezTo>
                  <a:cubicBezTo>
                    <a:pt x="1036" y="367"/>
                    <a:pt x="1022" y="257"/>
                    <a:pt x="954" y="182"/>
                  </a:cubicBezTo>
                  <a:cubicBezTo>
                    <a:pt x="916" y="141"/>
                    <a:pt x="818" y="96"/>
                    <a:pt x="739" y="69"/>
                  </a:cubicBezTo>
                  <a:cubicBezTo>
                    <a:pt x="662" y="42"/>
                    <a:pt x="595" y="27"/>
                    <a:pt x="555" y="2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6" name="Google Shape;436;p11"/>
          <p:cNvGrpSpPr/>
          <p:nvPr/>
        </p:nvGrpSpPr>
        <p:grpSpPr>
          <a:xfrm>
            <a:off x="43581" y="-43583"/>
            <a:ext cx="9277211" cy="4792726"/>
            <a:chOff x="43581" y="-43583"/>
            <a:chExt cx="9277211" cy="4792726"/>
          </a:xfrm>
        </p:grpSpPr>
        <p:pic>
          <p:nvPicPr>
            <p:cNvPr id="437" name="Google Shape;437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78042">
              <a:off x="8510074" y="3905698"/>
              <a:ext cx="750220" cy="786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10024189">
              <a:off x="121099" y="60693"/>
              <a:ext cx="1023670" cy="8088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" name="Google Shape;439;p11"/>
          <p:cNvGrpSpPr/>
          <p:nvPr/>
        </p:nvGrpSpPr>
        <p:grpSpPr>
          <a:xfrm>
            <a:off x="-3761000" y="3029528"/>
            <a:ext cx="9449768" cy="4560356"/>
            <a:chOff x="0" y="2771776"/>
            <a:chExt cx="5156200" cy="3062286"/>
          </a:xfrm>
        </p:grpSpPr>
        <p:sp>
          <p:nvSpPr>
            <p:cNvPr id="440" name="Google Shape;440;p11"/>
            <p:cNvSpPr/>
            <p:nvPr/>
          </p:nvSpPr>
          <p:spPr>
            <a:xfrm>
              <a:off x="1962150" y="3011488"/>
              <a:ext cx="2797178" cy="2262189"/>
            </a:xfrm>
            <a:custGeom>
              <a:rect b="b" l="l" r="r" t="t"/>
              <a:pathLst>
                <a:path extrusionOk="0" h="2258" w="2794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1"/>
            <p:cNvSpPr/>
            <p:nvPr/>
          </p:nvSpPr>
          <p:spPr>
            <a:xfrm>
              <a:off x="2160588" y="3625851"/>
              <a:ext cx="111125" cy="190500"/>
            </a:xfrm>
            <a:custGeom>
              <a:rect b="b" l="l" r="r" t="t"/>
              <a:pathLst>
                <a:path extrusionOk="0" h="191" w="111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1"/>
            <p:cNvSpPr/>
            <p:nvPr/>
          </p:nvSpPr>
          <p:spPr>
            <a:xfrm>
              <a:off x="2101850" y="3700463"/>
              <a:ext cx="69850" cy="96838"/>
            </a:xfrm>
            <a:custGeom>
              <a:rect b="b" l="l" r="r" t="t"/>
              <a:pathLst>
                <a:path extrusionOk="0" h="98" w="7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1"/>
            <p:cNvSpPr/>
            <p:nvPr/>
          </p:nvSpPr>
          <p:spPr>
            <a:xfrm>
              <a:off x="1924050" y="3424238"/>
              <a:ext cx="144463" cy="90488"/>
            </a:xfrm>
            <a:custGeom>
              <a:rect b="b" l="l" r="r" t="t"/>
              <a:pathLst>
                <a:path extrusionOk="0" h="91" w="145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1"/>
            <p:cNvSpPr/>
            <p:nvPr/>
          </p:nvSpPr>
          <p:spPr>
            <a:xfrm>
              <a:off x="3424238" y="4486276"/>
              <a:ext cx="38100" cy="53975"/>
            </a:xfrm>
            <a:custGeom>
              <a:rect b="b" l="l" r="r" t="t"/>
              <a:pathLst>
                <a:path extrusionOk="0" h="54" w="37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1"/>
            <p:cNvSpPr/>
            <p:nvPr/>
          </p:nvSpPr>
          <p:spPr>
            <a:xfrm>
              <a:off x="3665538" y="4548188"/>
              <a:ext cx="200025" cy="190500"/>
            </a:xfrm>
            <a:custGeom>
              <a:rect b="b" l="l" r="r" t="t"/>
              <a:pathLst>
                <a:path extrusionOk="0" h="191" w="20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1"/>
            <p:cNvSpPr/>
            <p:nvPr/>
          </p:nvSpPr>
          <p:spPr>
            <a:xfrm>
              <a:off x="3856038" y="4725988"/>
              <a:ext cx="165100" cy="50800"/>
            </a:xfrm>
            <a:custGeom>
              <a:rect b="b" l="l" r="r" t="t"/>
              <a:pathLst>
                <a:path extrusionOk="0" h="52" w="165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1"/>
            <p:cNvSpPr/>
            <p:nvPr/>
          </p:nvSpPr>
          <p:spPr>
            <a:xfrm>
              <a:off x="3878263" y="4530726"/>
              <a:ext cx="171450" cy="168275"/>
            </a:xfrm>
            <a:custGeom>
              <a:rect b="b" l="l" r="r" t="t"/>
              <a:pathLst>
                <a:path extrusionOk="0" h="169" w="171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1"/>
            <p:cNvSpPr/>
            <p:nvPr/>
          </p:nvSpPr>
          <p:spPr>
            <a:xfrm>
              <a:off x="4044950" y="4600576"/>
              <a:ext cx="96838" cy="133350"/>
            </a:xfrm>
            <a:custGeom>
              <a:rect b="b" l="l" r="r" t="t"/>
              <a:pathLst>
                <a:path extrusionOk="0" h="133" w="96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1"/>
            <p:cNvSpPr/>
            <p:nvPr/>
          </p:nvSpPr>
          <p:spPr>
            <a:xfrm>
              <a:off x="4024313" y="4760913"/>
              <a:ext cx="57150" cy="22225"/>
            </a:xfrm>
            <a:custGeom>
              <a:rect b="b" l="l" r="r" t="t"/>
              <a:pathLst>
                <a:path extrusionOk="0" h="22" w="57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1"/>
            <p:cNvSpPr/>
            <p:nvPr/>
          </p:nvSpPr>
          <p:spPr>
            <a:xfrm>
              <a:off x="4071938" y="4783138"/>
              <a:ext cx="39688" cy="25400"/>
            </a:xfrm>
            <a:custGeom>
              <a:rect b="b" l="l" r="r" t="t"/>
              <a:pathLst>
                <a:path extrusionOk="0" h="26" w="39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1"/>
            <p:cNvSpPr/>
            <p:nvPr/>
          </p:nvSpPr>
          <p:spPr>
            <a:xfrm>
              <a:off x="4141788" y="4770438"/>
              <a:ext cx="57150" cy="44450"/>
            </a:xfrm>
            <a:custGeom>
              <a:rect b="b" l="l" r="r" t="t"/>
              <a:pathLst>
                <a:path extrusionOk="0" h="45" w="57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1"/>
            <p:cNvSpPr/>
            <p:nvPr/>
          </p:nvSpPr>
          <p:spPr>
            <a:xfrm>
              <a:off x="4202113" y="4643438"/>
              <a:ext cx="393700" cy="173038"/>
            </a:xfrm>
            <a:custGeom>
              <a:rect b="b" l="l" r="r" t="t"/>
              <a:pathLst>
                <a:path extrusionOk="0" h="173" w="392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1"/>
            <p:cNvSpPr/>
            <p:nvPr/>
          </p:nvSpPr>
          <p:spPr>
            <a:xfrm>
              <a:off x="4078288" y="4764088"/>
              <a:ext cx="79375" cy="19050"/>
            </a:xfrm>
            <a:custGeom>
              <a:rect b="b" l="l" r="r" t="t"/>
              <a:pathLst>
                <a:path extrusionOk="0" h="18" w="79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1"/>
            <p:cNvSpPr/>
            <p:nvPr/>
          </p:nvSpPr>
          <p:spPr>
            <a:xfrm>
              <a:off x="4162425" y="4684713"/>
              <a:ext cx="17463" cy="14288"/>
            </a:xfrm>
            <a:custGeom>
              <a:rect b="b" l="l" r="r" t="t"/>
              <a:pathLst>
                <a:path extrusionOk="0" h="14" w="18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1"/>
            <p:cNvSpPr/>
            <p:nvPr/>
          </p:nvSpPr>
          <p:spPr>
            <a:xfrm>
              <a:off x="4191000" y="4681538"/>
              <a:ext cx="53975" cy="19050"/>
            </a:xfrm>
            <a:custGeom>
              <a:rect b="b" l="l" r="r" t="t"/>
              <a:pathLst>
                <a:path extrusionOk="0" h="19" w="53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1"/>
            <p:cNvSpPr/>
            <p:nvPr/>
          </p:nvSpPr>
          <p:spPr>
            <a:xfrm>
              <a:off x="4159250" y="4595813"/>
              <a:ext cx="38100" cy="65088"/>
            </a:xfrm>
            <a:custGeom>
              <a:rect b="b" l="l" r="r" t="t"/>
              <a:pathLst>
                <a:path extrusionOk="0" h="66" w="37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1"/>
            <p:cNvSpPr/>
            <p:nvPr/>
          </p:nvSpPr>
          <p:spPr>
            <a:xfrm>
              <a:off x="4281488" y="4719638"/>
              <a:ext cx="31750" cy="36513"/>
            </a:xfrm>
            <a:custGeom>
              <a:rect b="b" l="l" r="r" t="t"/>
              <a:pathLst>
                <a:path extrusionOk="0" h="36" w="32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1"/>
            <p:cNvSpPr/>
            <p:nvPr/>
          </p:nvSpPr>
          <p:spPr>
            <a:xfrm>
              <a:off x="4246563" y="4738688"/>
              <a:ext cx="26988" cy="31750"/>
            </a:xfrm>
            <a:custGeom>
              <a:rect b="b" l="l" r="r" t="t"/>
              <a:pathLst>
                <a:path extrusionOk="0" h="31" w="27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1"/>
            <p:cNvSpPr/>
            <p:nvPr/>
          </p:nvSpPr>
          <p:spPr>
            <a:xfrm>
              <a:off x="4021138" y="4803776"/>
              <a:ext cx="687388" cy="560388"/>
            </a:xfrm>
            <a:custGeom>
              <a:rect b="b" l="l" r="r" t="t"/>
              <a:pathLst>
                <a:path extrusionOk="0" h="560" w="688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1"/>
            <p:cNvSpPr/>
            <p:nvPr/>
          </p:nvSpPr>
          <p:spPr>
            <a:xfrm>
              <a:off x="4619625" y="5403851"/>
              <a:ext cx="76200" cy="77788"/>
            </a:xfrm>
            <a:custGeom>
              <a:rect b="b" l="l" r="r" t="t"/>
              <a:pathLst>
                <a:path extrusionOk="0" h="77" w="76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1"/>
            <p:cNvSpPr/>
            <p:nvPr/>
          </p:nvSpPr>
          <p:spPr>
            <a:xfrm>
              <a:off x="4094163" y="4102101"/>
              <a:ext cx="49213" cy="57150"/>
            </a:xfrm>
            <a:custGeom>
              <a:rect b="b" l="l" r="r" t="t"/>
              <a:pathLst>
                <a:path extrusionOk="0" h="57" w="49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1"/>
            <p:cNvSpPr/>
            <p:nvPr/>
          </p:nvSpPr>
          <p:spPr>
            <a:xfrm>
              <a:off x="4108450" y="3983038"/>
              <a:ext cx="149225" cy="142875"/>
            </a:xfrm>
            <a:custGeom>
              <a:rect b="b" l="l" r="r" t="t"/>
              <a:pathLst>
                <a:path extrusionOk="0" h="144" w="149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1"/>
            <p:cNvSpPr/>
            <p:nvPr/>
          </p:nvSpPr>
          <p:spPr>
            <a:xfrm>
              <a:off x="4197350" y="3900488"/>
              <a:ext cx="87313" cy="74613"/>
            </a:xfrm>
            <a:custGeom>
              <a:rect b="b" l="l" r="r" t="t"/>
              <a:pathLst>
                <a:path extrusionOk="0" h="74" w="87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1"/>
            <p:cNvSpPr/>
            <p:nvPr/>
          </p:nvSpPr>
          <p:spPr>
            <a:xfrm>
              <a:off x="4183063" y="3716338"/>
              <a:ext cx="63500" cy="174625"/>
            </a:xfrm>
            <a:custGeom>
              <a:rect b="b" l="l" r="r" t="t"/>
              <a:pathLst>
                <a:path extrusionOk="0" h="174" w="63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1"/>
            <p:cNvSpPr/>
            <p:nvPr/>
          </p:nvSpPr>
          <p:spPr>
            <a:xfrm>
              <a:off x="4319588" y="3883026"/>
              <a:ext cx="22225" cy="19050"/>
            </a:xfrm>
            <a:custGeom>
              <a:rect b="b" l="l" r="r" t="t"/>
              <a:pathLst>
                <a:path extrusionOk="0" h="19" w="22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1"/>
            <p:cNvSpPr/>
            <p:nvPr/>
          </p:nvSpPr>
          <p:spPr>
            <a:xfrm>
              <a:off x="4291013" y="3892551"/>
              <a:ext cx="28575" cy="26988"/>
            </a:xfrm>
            <a:custGeom>
              <a:rect b="b" l="l" r="r" t="t"/>
              <a:pathLst>
                <a:path extrusionOk="0" h="28" w="28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1"/>
            <p:cNvSpPr/>
            <p:nvPr/>
          </p:nvSpPr>
          <p:spPr>
            <a:xfrm>
              <a:off x="4132263" y="4097338"/>
              <a:ext cx="34925" cy="39688"/>
            </a:xfrm>
            <a:custGeom>
              <a:rect b="b" l="l" r="r" t="t"/>
              <a:pathLst>
                <a:path extrusionOk="0" h="39" w="35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1"/>
            <p:cNvSpPr/>
            <p:nvPr/>
          </p:nvSpPr>
          <p:spPr>
            <a:xfrm>
              <a:off x="3986213" y="4237038"/>
              <a:ext cx="31750" cy="60325"/>
            </a:xfrm>
            <a:custGeom>
              <a:rect b="b" l="l" r="r" t="t"/>
              <a:pathLst>
                <a:path extrusionOk="0" h="60" w="31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1"/>
            <p:cNvSpPr/>
            <p:nvPr/>
          </p:nvSpPr>
          <p:spPr>
            <a:xfrm>
              <a:off x="3833813" y="4316413"/>
              <a:ext cx="34925" cy="44450"/>
            </a:xfrm>
            <a:custGeom>
              <a:rect b="b" l="l" r="r" t="t"/>
              <a:pathLst>
                <a:path extrusionOk="0" h="45" w="36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1"/>
            <p:cNvSpPr/>
            <p:nvPr/>
          </p:nvSpPr>
          <p:spPr>
            <a:xfrm>
              <a:off x="4513263" y="4676776"/>
              <a:ext cx="77788" cy="69850"/>
            </a:xfrm>
            <a:custGeom>
              <a:rect b="b" l="l" r="r" t="t"/>
              <a:pathLst>
                <a:path extrusionOk="0" h="69" w="77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1"/>
            <p:cNvSpPr/>
            <p:nvPr/>
          </p:nvSpPr>
          <p:spPr>
            <a:xfrm>
              <a:off x="2903538" y="4829176"/>
              <a:ext cx="106363" cy="254000"/>
            </a:xfrm>
            <a:custGeom>
              <a:rect b="b" l="l" r="r" t="t"/>
              <a:pathLst>
                <a:path extrusionOk="0" h="253" w="106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1"/>
            <p:cNvSpPr/>
            <p:nvPr/>
          </p:nvSpPr>
          <p:spPr>
            <a:xfrm>
              <a:off x="2903538" y="3051176"/>
              <a:ext cx="215900" cy="244475"/>
            </a:xfrm>
            <a:custGeom>
              <a:rect b="b" l="l" r="r" t="t"/>
              <a:pathLst>
                <a:path extrusionOk="0" h="245" w="215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1"/>
            <p:cNvSpPr/>
            <p:nvPr/>
          </p:nvSpPr>
          <p:spPr>
            <a:xfrm>
              <a:off x="4065588" y="4494213"/>
              <a:ext cx="74613" cy="63500"/>
            </a:xfrm>
            <a:custGeom>
              <a:rect b="b" l="l" r="r" t="t"/>
              <a:pathLst>
                <a:path extrusionOk="0" h="63" w="74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1"/>
            <p:cNvSpPr/>
            <p:nvPr/>
          </p:nvSpPr>
          <p:spPr>
            <a:xfrm>
              <a:off x="4000500" y="4348163"/>
              <a:ext cx="47625" cy="87313"/>
            </a:xfrm>
            <a:custGeom>
              <a:rect b="b" l="l" r="r" t="t"/>
              <a:pathLst>
                <a:path extrusionOk="0" h="88" w="47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1"/>
            <p:cNvSpPr/>
            <p:nvPr/>
          </p:nvSpPr>
          <p:spPr>
            <a:xfrm>
              <a:off x="4048125" y="4421188"/>
              <a:ext cx="69850" cy="84138"/>
            </a:xfrm>
            <a:custGeom>
              <a:rect b="b" l="l" r="r" t="t"/>
              <a:pathLst>
                <a:path extrusionOk="0" h="83" w="7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1"/>
            <p:cNvSpPr/>
            <p:nvPr/>
          </p:nvSpPr>
          <p:spPr>
            <a:xfrm>
              <a:off x="4019550" y="4427538"/>
              <a:ext cx="25400" cy="31750"/>
            </a:xfrm>
            <a:custGeom>
              <a:rect b="b" l="l" r="r" t="t"/>
              <a:pathLst>
                <a:path extrusionOk="0" h="32" w="26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1"/>
            <p:cNvSpPr/>
            <p:nvPr/>
          </p:nvSpPr>
          <p:spPr>
            <a:xfrm>
              <a:off x="3979863" y="4452938"/>
              <a:ext cx="39688" cy="55563"/>
            </a:xfrm>
            <a:custGeom>
              <a:rect b="b" l="l" r="r" t="t"/>
              <a:pathLst>
                <a:path extrusionOk="0" h="56" w="39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1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1"/>
            <p:cNvSpPr/>
            <p:nvPr/>
          </p:nvSpPr>
          <p:spPr>
            <a:xfrm>
              <a:off x="0" y="3252788"/>
              <a:ext cx="1682748" cy="2581274"/>
            </a:xfrm>
            <a:custGeom>
              <a:rect b="b" l="l" r="r" t="t"/>
              <a:pathLst>
                <a:path extrusionOk="0" h="2578" w="1681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1"/>
            <p:cNvSpPr/>
            <p:nvPr/>
          </p:nvSpPr>
          <p:spPr>
            <a:xfrm>
              <a:off x="1341438" y="2771776"/>
              <a:ext cx="746125" cy="828675"/>
            </a:xfrm>
            <a:custGeom>
              <a:rect b="b" l="l" r="r" t="t"/>
              <a:pathLst>
                <a:path extrusionOk="0" h="827" w="745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1"/>
            <p:cNvSpPr/>
            <p:nvPr/>
          </p:nvSpPr>
          <p:spPr>
            <a:xfrm>
              <a:off x="5035550" y="5357813"/>
              <a:ext cx="120650" cy="219075"/>
            </a:xfrm>
            <a:custGeom>
              <a:rect b="b" l="l" r="r" t="t"/>
              <a:pathLst>
                <a:path extrusionOk="0" h="219" w="12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5" name="Google Shape;485;p13"/>
          <p:cNvSpPr txBox="1"/>
          <p:nvPr>
            <p:ph hasCustomPrompt="1" idx="2" type="title"/>
          </p:nvPr>
        </p:nvSpPr>
        <p:spPr>
          <a:xfrm>
            <a:off x="720000" y="1517058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6" name="Google Shape;486;p13"/>
          <p:cNvSpPr txBox="1"/>
          <p:nvPr>
            <p:ph hasCustomPrompt="1" idx="3" type="title"/>
          </p:nvPr>
        </p:nvSpPr>
        <p:spPr>
          <a:xfrm>
            <a:off x="720000" y="287426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7" name="Google Shape;487;p13"/>
          <p:cNvSpPr txBox="1"/>
          <p:nvPr>
            <p:ph hasCustomPrompt="1" idx="4" type="title"/>
          </p:nvPr>
        </p:nvSpPr>
        <p:spPr>
          <a:xfrm>
            <a:off x="3419275" y="1517058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8" name="Google Shape;488;p13"/>
          <p:cNvSpPr txBox="1"/>
          <p:nvPr>
            <p:ph hasCustomPrompt="1" idx="5" type="title"/>
          </p:nvPr>
        </p:nvSpPr>
        <p:spPr>
          <a:xfrm>
            <a:off x="3419275" y="287426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9" name="Google Shape;489;p13"/>
          <p:cNvSpPr txBox="1"/>
          <p:nvPr>
            <p:ph hasCustomPrompt="1" idx="6" type="title"/>
          </p:nvPr>
        </p:nvSpPr>
        <p:spPr>
          <a:xfrm>
            <a:off x="6118550" y="1517058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0" name="Google Shape;490;p13"/>
          <p:cNvSpPr txBox="1"/>
          <p:nvPr>
            <p:ph hasCustomPrompt="1" idx="7" type="title"/>
          </p:nvPr>
        </p:nvSpPr>
        <p:spPr>
          <a:xfrm>
            <a:off x="6118550" y="287426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1" name="Google Shape;491;p13"/>
          <p:cNvSpPr txBox="1"/>
          <p:nvPr>
            <p:ph idx="1" type="subTitle"/>
          </p:nvPr>
        </p:nvSpPr>
        <p:spPr>
          <a:xfrm>
            <a:off x="720000" y="18724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492" name="Google Shape;492;p13"/>
          <p:cNvSpPr txBox="1"/>
          <p:nvPr>
            <p:ph idx="8" type="subTitle"/>
          </p:nvPr>
        </p:nvSpPr>
        <p:spPr>
          <a:xfrm>
            <a:off x="3419275" y="18724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493" name="Google Shape;493;p13"/>
          <p:cNvSpPr txBox="1"/>
          <p:nvPr>
            <p:ph idx="9" type="subTitle"/>
          </p:nvPr>
        </p:nvSpPr>
        <p:spPr>
          <a:xfrm>
            <a:off x="6118550" y="18724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494" name="Google Shape;494;p13"/>
          <p:cNvSpPr txBox="1"/>
          <p:nvPr>
            <p:ph idx="13" type="subTitle"/>
          </p:nvPr>
        </p:nvSpPr>
        <p:spPr>
          <a:xfrm>
            <a:off x="720000" y="322972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495" name="Google Shape;495;p13"/>
          <p:cNvSpPr txBox="1"/>
          <p:nvPr>
            <p:ph idx="14" type="subTitle"/>
          </p:nvPr>
        </p:nvSpPr>
        <p:spPr>
          <a:xfrm>
            <a:off x="3419275" y="322972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496" name="Google Shape;496;p13"/>
          <p:cNvSpPr txBox="1"/>
          <p:nvPr>
            <p:ph idx="15" type="subTitle"/>
          </p:nvPr>
        </p:nvSpPr>
        <p:spPr>
          <a:xfrm>
            <a:off x="6118550" y="322972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grpSp>
        <p:nvGrpSpPr>
          <p:cNvPr id="497" name="Google Shape;497;p13"/>
          <p:cNvGrpSpPr/>
          <p:nvPr/>
        </p:nvGrpSpPr>
        <p:grpSpPr>
          <a:xfrm>
            <a:off x="-467349" y="-1105490"/>
            <a:ext cx="11034776" cy="7940878"/>
            <a:chOff x="-467349" y="-1105490"/>
            <a:chExt cx="11034776" cy="7940878"/>
          </a:xfrm>
        </p:grpSpPr>
        <p:grpSp>
          <p:nvGrpSpPr>
            <p:cNvPr id="498" name="Google Shape;498;p13"/>
            <p:cNvGrpSpPr/>
            <p:nvPr/>
          </p:nvGrpSpPr>
          <p:grpSpPr>
            <a:xfrm>
              <a:off x="7219938" y="-1105490"/>
              <a:ext cx="3347489" cy="2854765"/>
              <a:chOff x="6937375" y="1462088"/>
              <a:chExt cx="2459038" cy="2097088"/>
            </a:xfrm>
          </p:grpSpPr>
          <p:sp>
            <p:nvSpPr>
              <p:cNvPr id="499" name="Google Shape;499;p13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rect b="b" l="l" r="r" t="t"/>
                <a:pathLst>
                  <a:path extrusionOk="0" h="1091" w="1189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rect b="b" l="l" r="r" t="t"/>
                <a:pathLst>
                  <a:path extrusionOk="0" h="705" w="744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8156575" y="2870201"/>
                <a:ext cx="266700" cy="263525"/>
              </a:xfrm>
              <a:custGeom>
                <a:rect b="b" l="l" r="r" t="t"/>
                <a:pathLst>
                  <a:path extrusionOk="0" h="264" w="265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8231188" y="1757363"/>
                <a:ext cx="1165225" cy="869949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8447088" y="1878013"/>
                <a:ext cx="796925" cy="617538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8756650" y="2111376"/>
                <a:ext cx="357188" cy="288925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6937375" y="1462088"/>
                <a:ext cx="1258887" cy="1219200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7381875" y="2116138"/>
                <a:ext cx="311150" cy="344488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7113588" y="1614488"/>
                <a:ext cx="847724" cy="97155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8" name="Google Shape;508;p13"/>
            <p:cNvGrpSpPr/>
            <p:nvPr/>
          </p:nvGrpSpPr>
          <p:grpSpPr>
            <a:xfrm>
              <a:off x="-467349" y="3980623"/>
              <a:ext cx="3347489" cy="2854765"/>
              <a:chOff x="6937375" y="1462088"/>
              <a:chExt cx="2459038" cy="2097088"/>
            </a:xfrm>
          </p:grpSpPr>
          <p:sp>
            <p:nvSpPr>
              <p:cNvPr id="509" name="Google Shape;509;p13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rect b="b" l="l" r="r" t="t"/>
                <a:pathLst>
                  <a:path extrusionOk="0" h="1091" w="1189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3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rect b="b" l="l" r="r" t="t"/>
                <a:pathLst>
                  <a:path extrusionOk="0" h="705" w="744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3"/>
              <p:cNvSpPr/>
              <p:nvPr/>
            </p:nvSpPr>
            <p:spPr>
              <a:xfrm>
                <a:off x="8156575" y="2870201"/>
                <a:ext cx="266700" cy="263525"/>
              </a:xfrm>
              <a:custGeom>
                <a:rect b="b" l="l" r="r" t="t"/>
                <a:pathLst>
                  <a:path extrusionOk="0" h="264" w="265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8231188" y="1757363"/>
                <a:ext cx="1165225" cy="869949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8447088" y="1878013"/>
                <a:ext cx="796925" cy="617538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8756650" y="2111376"/>
                <a:ext cx="357188" cy="288925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6937375" y="1462088"/>
                <a:ext cx="1258887" cy="1219200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7381875" y="2116138"/>
                <a:ext cx="311150" cy="344488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7113588" y="1614488"/>
                <a:ext cx="847724" cy="97155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8" name="Google Shape;518;p13"/>
          <p:cNvGrpSpPr/>
          <p:nvPr/>
        </p:nvGrpSpPr>
        <p:grpSpPr>
          <a:xfrm>
            <a:off x="-49250" y="4319475"/>
            <a:ext cx="2579200" cy="1012851"/>
            <a:chOff x="-49250" y="4319475"/>
            <a:chExt cx="2579200" cy="1012851"/>
          </a:xfrm>
        </p:grpSpPr>
        <p:pic>
          <p:nvPicPr>
            <p:cNvPr id="519" name="Google Shape;519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4091104">
              <a:off x="1951240" y="4698435"/>
              <a:ext cx="402770" cy="6516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49250" y="4319475"/>
              <a:ext cx="911450" cy="9558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3" name="Google Shape;523;p14"/>
          <p:cNvSpPr txBox="1"/>
          <p:nvPr>
            <p:ph idx="1" type="subTitle"/>
          </p:nvPr>
        </p:nvSpPr>
        <p:spPr>
          <a:xfrm>
            <a:off x="813154" y="2434599"/>
            <a:ext cx="23535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4" name="Google Shape;524;p14"/>
          <p:cNvSpPr txBox="1"/>
          <p:nvPr>
            <p:ph idx="2" type="subTitle"/>
          </p:nvPr>
        </p:nvSpPr>
        <p:spPr>
          <a:xfrm>
            <a:off x="3395247" y="2434599"/>
            <a:ext cx="23535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5" name="Google Shape;525;p14"/>
          <p:cNvSpPr txBox="1"/>
          <p:nvPr>
            <p:ph idx="3" type="subTitle"/>
          </p:nvPr>
        </p:nvSpPr>
        <p:spPr>
          <a:xfrm>
            <a:off x="5977346" y="2434599"/>
            <a:ext cx="23535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6" name="Google Shape;526;p14"/>
          <p:cNvSpPr txBox="1"/>
          <p:nvPr>
            <p:ph idx="4" type="subTitle"/>
          </p:nvPr>
        </p:nvSpPr>
        <p:spPr>
          <a:xfrm>
            <a:off x="813154" y="2055425"/>
            <a:ext cx="2353500" cy="4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527" name="Google Shape;527;p14"/>
          <p:cNvSpPr txBox="1"/>
          <p:nvPr>
            <p:ph idx="5" type="subTitle"/>
          </p:nvPr>
        </p:nvSpPr>
        <p:spPr>
          <a:xfrm>
            <a:off x="3395247" y="2055425"/>
            <a:ext cx="2353500" cy="4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528" name="Google Shape;528;p14"/>
          <p:cNvSpPr txBox="1"/>
          <p:nvPr>
            <p:ph idx="6" type="subTitle"/>
          </p:nvPr>
        </p:nvSpPr>
        <p:spPr>
          <a:xfrm>
            <a:off x="5977346" y="2055425"/>
            <a:ext cx="2353500" cy="4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grpSp>
        <p:nvGrpSpPr>
          <p:cNvPr id="529" name="Google Shape;529;p14"/>
          <p:cNvGrpSpPr/>
          <p:nvPr/>
        </p:nvGrpSpPr>
        <p:grpSpPr>
          <a:xfrm>
            <a:off x="-1857520" y="-872614"/>
            <a:ext cx="12024625" cy="7642526"/>
            <a:chOff x="-1857520" y="-872614"/>
            <a:chExt cx="12024625" cy="7642526"/>
          </a:xfrm>
        </p:grpSpPr>
        <p:grpSp>
          <p:nvGrpSpPr>
            <p:cNvPr id="530" name="Google Shape;530;p14"/>
            <p:cNvGrpSpPr/>
            <p:nvPr/>
          </p:nvGrpSpPr>
          <p:grpSpPr>
            <a:xfrm>
              <a:off x="6452693" y="2612509"/>
              <a:ext cx="3714412" cy="4136626"/>
              <a:chOff x="6452693" y="2612509"/>
              <a:chExt cx="3714412" cy="4136626"/>
            </a:xfrm>
          </p:grpSpPr>
          <p:sp>
            <p:nvSpPr>
              <p:cNvPr id="531" name="Google Shape;531;p14"/>
              <p:cNvSpPr/>
              <p:nvPr/>
            </p:nvSpPr>
            <p:spPr>
              <a:xfrm rot="-3153882">
                <a:off x="8323793" y="2921831"/>
                <a:ext cx="1427693" cy="1313327"/>
              </a:xfrm>
              <a:custGeom>
                <a:rect b="b" l="l" r="r" t="t"/>
                <a:pathLst>
                  <a:path extrusionOk="0" h="1091" w="1189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14"/>
              <p:cNvSpPr/>
              <p:nvPr/>
            </p:nvSpPr>
            <p:spPr>
              <a:xfrm rot="-3153878">
                <a:off x="8543966" y="3095589"/>
                <a:ext cx="893976" cy="846324"/>
              </a:xfrm>
              <a:custGeom>
                <a:rect b="b" l="l" r="r" t="t"/>
                <a:pathLst>
                  <a:path extrusionOk="0" h="705" w="744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14"/>
              <p:cNvSpPr/>
              <p:nvPr/>
            </p:nvSpPr>
            <p:spPr>
              <a:xfrm rot="-3153878">
                <a:off x="8819601" y="3475568"/>
                <a:ext cx="320230" cy="316418"/>
              </a:xfrm>
              <a:custGeom>
                <a:rect b="b" l="l" r="r" t="t"/>
                <a:pathLst>
                  <a:path extrusionOk="0" h="264" w="265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14"/>
              <p:cNvSpPr/>
              <p:nvPr/>
            </p:nvSpPr>
            <p:spPr>
              <a:xfrm rot="-3153878">
                <a:off x="6968935" y="3574233"/>
                <a:ext cx="2681928" cy="2624752"/>
              </a:xfrm>
              <a:custGeom>
                <a:rect b="b" l="l" r="r" t="t"/>
                <a:pathLst>
                  <a:path extrusionOk="0" h="2183" w="2232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14"/>
              <p:cNvSpPr/>
              <p:nvPr/>
            </p:nvSpPr>
            <p:spPr>
              <a:xfrm rot="-3153880">
                <a:off x="8321314" y="4203185"/>
                <a:ext cx="276390" cy="251610"/>
              </a:xfrm>
              <a:custGeom>
                <a:rect b="b" l="l" r="r" t="t"/>
                <a:pathLst>
                  <a:path extrusionOk="0" h="208" w="230">
                    <a:moveTo>
                      <a:pt x="112" y="208"/>
                    </a:moveTo>
                    <a:cubicBezTo>
                      <a:pt x="107" y="208"/>
                      <a:pt x="102" y="208"/>
                      <a:pt x="97" y="207"/>
                    </a:cubicBezTo>
                    <a:cubicBezTo>
                      <a:pt x="67" y="204"/>
                      <a:pt x="37" y="184"/>
                      <a:pt x="18" y="157"/>
                    </a:cubicBezTo>
                    <a:cubicBezTo>
                      <a:pt x="5" y="137"/>
                      <a:pt x="0" y="115"/>
                      <a:pt x="5" y="97"/>
                    </a:cubicBezTo>
                    <a:cubicBezTo>
                      <a:pt x="17" y="54"/>
                      <a:pt x="51" y="28"/>
                      <a:pt x="121" y="7"/>
                    </a:cubicBezTo>
                    <a:cubicBezTo>
                      <a:pt x="144" y="0"/>
                      <a:pt x="167" y="4"/>
                      <a:pt x="185" y="18"/>
                    </a:cubicBezTo>
                    <a:cubicBezTo>
                      <a:pt x="216" y="41"/>
                      <a:pt x="230" y="86"/>
                      <a:pt x="230" y="120"/>
                    </a:cubicBezTo>
                    <a:cubicBezTo>
                      <a:pt x="230" y="141"/>
                      <a:pt x="221" y="160"/>
                      <a:pt x="204" y="176"/>
                    </a:cubicBezTo>
                    <a:cubicBezTo>
                      <a:pt x="181" y="196"/>
                      <a:pt x="146" y="208"/>
                      <a:pt x="112" y="208"/>
                    </a:cubicBezTo>
                    <a:close/>
                    <a:moveTo>
                      <a:pt x="143" y="8"/>
                    </a:moveTo>
                    <a:cubicBezTo>
                      <a:pt x="137" y="8"/>
                      <a:pt x="129" y="9"/>
                      <a:pt x="122" y="11"/>
                    </a:cubicBezTo>
                    <a:cubicBezTo>
                      <a:pt x="54" y="31"/>
                      <a:pt x="20" y="57"/>
                      <a:pt x="9" y="98"/>
                    </a:cubicBezTo>
                    <a:cubicBezTo>
                      <a:pt x="4" y="115"/>
                      <a:pt x="9" y="135"/>
                      <a:pt x="22" y="154"/>
                    </a:cubicBezTo>
                    <a:cubicBezTo>
                      <a:pt x="40" y="181"/>
                      <a:pt x="69" y="200"/>
                      <a:pt x="98" y="203"/>
                    </a:cubicBezTo>
                    <a:cubicBezTo>
                      <a:pt x="134" y="208"/>
                      <a:pt x="175" y="195"/>
                      <a:pt x="201" y="173"/>
                    </a:cubicBezTo>
                    <a:cubicBezTo>
                      <a:pt x="217" y="158"/>
                      <a:pt x="226" y="140"/>
                      <a:pt x="226" y="120"/>
                    </a:cubicBezTo>
                    <a:cubicBezTo>
                      <a:pt x="226" y="87"/>
                      <a:pt x="213" y="44"/>
                      <a:pt x="183" y="21"/>
                    </a:cubicBezTo>
                    <a:cubicBezTo>
                      <a:pt x="171" y="12"/>
                      <a:pt x="158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14"/>
              <p:cNvSpPr/>
              <p:nvPr/>
            </p:nvSpPr>
            <p:spPr>
              <a:xfrm rot="-3153881">
                <a:off x="9059897" y="4564360"/>
                <a:ext cx="756735" cy="590902"/>
              </a:xfrm>
              <a:custGeom>
                <a:rect b="b" l="l" r="r" t="t"/>
                <a:pathLst>
                  <a:path extrusionOk="0" h="491" w="631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14"/>
              <p:cNvSpPr/>
              <p:nvPr/>
            </p:nvSpPr>
            <p:spPr>
              <a:xfrm rot="-3153883">
                <a:off x="7232204" y="4160970"/>
                <a:ext cx="1385758" cy="1942353"/>
              </a:xfrm>
              <a:custGeom>
                <a:rect b="b" l="l" r="r" t="t"/>
                <a:pathLst>
                  <a:path extrusionOk="0" h="1615" w="1154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14"/>
              <p:cNvSpPr/>
              <p:nvPr/>
            </p:nvSpPr>
            <p:spPr>
              <a:xfrm rot="-3153878">
                <a:off x="7428695" y="4433917"/>
                <a:ext cx="913039" cy="1441039"/>
              </a:xfrm>
              <a:custGeom>
                <a:rect b="b" l="l" r="r" t="t"/>
                <a:pathLst>
                  <a:path extrusionOk="0" h="1199" w="759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14"/>
              <p:cNvSpPr/>
              <p:nvPr/>
            </p:nvSpPr>
            <p:spPr>
              <a:xfrm rot="-3153879">
                <a:off x="7440314" y="4854408"/>
                <a:ext cx="348823" cy="560404"/>
              </a:xfrm>
              <a:custGeom>
                <a:rect b="b" l="l" r="r" t="t"/>
                <a:pathLst>
                  <a:path extrusionOk="0" h="465" w="291">
                    <a:moveTo>
                      <a:pt x="128" y="464"/>
                    </a:moveTo>
                    <a:cubicBezTo>
                      <a:pt x="99" y="464"/>
                      <a:pt x="73" y="455"/>
                      <a:pt x="52" y="437"/>
                    </a:cubicBezTo>
                    <a:cubicBezTo>
                      <a:pt x="18" y="408"/>
                      <a:pt x="0" y="358"/>
                      <a:pt x="1" y="302"/>
                    </a:cubicBezTo>
                    <a:cubicBezTo>
                      <a:pt x="2" y="273"/>
                      <a:pt x="13" y="22"/>
                      <a:pt x="67" y="10"/>
                    </a:cubicBezTo>
                    <a:cubicBezTo>
                      <a:pt x="110" y="0"/>
                      <a:pt x="192" y="41"/>
                      <a:pt x="216" y="125"/>
                    </a:cubicBezTo>
                    <a:cubicBezTo>
                      <a:pt x="225" y="155"/>
                      <a:pt x="230" y="184"/>
                      <a:pt x="235" y="212"/>
                    </a:cubicBezTo>
                    <a:cubicBezTo>
                      <a:pt x="244" y="260"/>
                      <a:pt x="253" y="306"/>
                      <a:pt x="276" y="343"/>
                    </a:cubicBezTo>
                    <a:cubicBezTo>
                      <a:pt x="288" y="363"/>
                      <a:pt x="291" y="381"/>
                      <a:pt x="284" y="397"/>
                    </a:cubicBezTo>
                    <a:cubicBezTo>
                      <a:pt x="272" y="425"/>
                      <a:pt x="229" y="447"/>
                      <a:pt x="158" y="461"/>
                    </a:cubicBezTo>
                    <a:cubicBezTo>
                      <a:pt x="148" y="463"/>
                      <a:pt x="138" y="464"/>
                      <a:pt x="128" y="464"/>
                    </a:cubicBezTo>
                    <a:close/>
                    <a:moveTo>
                      <a:pt x="81" y="12"/>
                    </a:moveTo>
                    <a:cubicBezTo>
                      <a:pt x="76" y="12"/>
                      <a:pt x="72" y="13"/>
                      <a:pt x="67" y="14"/>
                    </a:cubicBezTo>
                    <a:cubicBezTo>
                      <a:pt x="26" y="23"/>
                      <a:pt x="9" y="206"/>
                      <a:pt x="6" y="302"/>
                    </a:cubicBezTo>
                    <a:cubicBezTo>
                      <a:pt x="4" y="356"/>
                      <a:pt x="22" y="406"/>
                      <a:pt x="55" y="433"/>
                    </a:cubicBezTo>
                    <a:cubicBezTo>
                      <a:pt x="82" y="457"/>
                      <a:pt x="117" y="465"/>
                      <a:pt x="157" y="457"/>
                    </a:cubicBezTo>
                    <a:cubicBezTo>
                      <a:pt x="227" y="443"/>
                      <a:pt x="269" y="422"/>
                      <a:pt x="280" y="396"/>
                    </a:cubicBezTo>
                    <a:cubicBezTo>
                      <a:pt x="287" y="381"/>
                      <a:pt x="284" y="364"/>
                      <a:pt x="272" y="346"/>
                    </a:cubicBezTo>
                    <a:cubicBezTo>
                      <a:pt x="249" y="308"/>
                      <a:pt x="240" y="261"/>
                      <a:pt x="231" y="212"/>
                    </a:cubicBezTo>
                    <a:cubicBezTo>
                      <a:pt x="226" y="185"/>
                      <a:pt x="221" y="156"/>
                      <a:pt x="212" y="126"/>
                    </a:cubicBezTo>
                    <a:cubicBezTo>
                      <a:pt x="191" y="52"/>
                      <a:pt x="124" y="12"/>
                      <a:pt x="8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14"/>
              <p:cNvSpPr/>
              <p:nvPr/>
            </p:nvSpPr>
            <p:spPr>
              <a:xfrm rot="-3153880">
                <a:off x="8207583" y="5119597"/>
                <a:ext cx="251609" cy="297357"/>
              </a:xfrm>
              <a:custGeom>
                <a:rect b="b" l="l" r="r" t="t"/>
                <a:pathLst>
                  <a:path extrusionOk="0" h="247" w="210">
                    <a:moveTo>
                      <a:pt x="114" y="237"/>
                    </a:moveTo>
                    <a:cubicBezTo>
                      <a:pt x="73" y="237"/>
                      <a:pt x="32" y="180"/>
                      <a:pt x="7" y="122"/>
                    </a:cubicBezTo>
                    <a:cubicBezTo>
                      <a:pt x="0" y="107"/>
                      <a:pt x="0" y="92"/>
                      <a:pt x="7" y="78"/>
                    </a:cubicBezTo>
                    <a:cubicBezTo>
                      <a:pt x="24" y="40"/>
                      <a:pt x="78" y="14"/>
                      <a:pt x="104" y="5"/>
                    </a:cubicBezTo>
                    <a:cubicBezTo>
                      <a:pt x="117" y="0"/>
                      <a:pt x="135" y="5"/>
                      <a:pt x="154" y="17"/>
                    </a:cubicBezTo>
                    <a:cubicBezTo>
                      <a:pt x="178" y="34"/>
                      <a:pt x="204" y="64"/>
                      <a:pt x="206" y="95"/>
                    </a:cubicBezTo>
                    <a:cubicBezTo>
                      <a:pt x="210" y="146"/>
                      <a:pt x="179" y="216"/>
                      <a:pt x="131" y="234"/>
                    </a:cubicBezTo>
                    <a:cubicBezTo>
                      <a:pt x="126" y="236"/>
                      <a:pt x="120" y="237"/>
                      <a:pt x="114" y="237"/>
                    </a:cubicBezTo>
                    <a:close/>
                    <a:moveTo>
                      <a:pt x="115" y="7"/>
                    </a:moveTo>
                    <a:cubicBezTo>
                      <a:pt x="111" y="7"/>
                      <a:pt x="108" y="8"/>
                      <a:pt x="105" y="9"/>
                    </a:cubicBezTo>
                    <a:cubicBezTo>
                      <a:pt x="85" y="16"/>
                      <a:pt x="27" y="42"/>
                      <a:pt x="11" y="79"/>
                    </a:cubicBezTo>
                    <a:cubicBezTo>
                      <a:pt x="5" y="93"/>
                      <a:pt x="5" y="107"/>
                      <a:pt x="11" y="120"/>
                    </a:cubicBezTo>
                    <a:cubicBezTo>
                      <a:pt x="37" y="182"/>
                      <a:pt x="85" y="247"/>
                      <a:pt x="130" y="230"/>
                    </a:cubicBezTo>
                    <a:cubicBezTo>
                      <a:pt x="176" y="212"/>
                      <a:pt x="206" y="144"/>
                      <a:pt x="202" y="96"/>
                    </a:cubicBezTo>
                    <a:cubicBezTo>
                      <a:pt x="200" y="66"/>
                      <a:pt x="175" y="37"/>
                      <a:pt x="152" y="21"/>
                    </a:cubicBezTo>
                    <a:cubicBezTo>
                      <a:pt x="138" y="12"/>
                      <a:pt x="125" y="7"/>
                      <a:pt x="115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14"/>
              <p:cNvSpPr/>
              <p:nvPr/>
            </p:nvSpPr>
            <p:spPr>
              <a:xfrm rot="-3153878">
                <a:off x="9301266" y="4699738"/>
                <a:ext cx="360260" cy="232548"/>
              </a:xfrm>
              <a:custGeom>
                <a:rect b="b" l="l" r="r" t="t"/>
                <a:pathLst>
                  <a:path extrusionOk="0" h="192" w="299">
                    <a:moveTo>
                      <a:pt x="202" y="185"/>
                    </a:moveTo>
                    <a:cubicBezTo>
                      <a:pt x="178" y="185"/>
                      <a:pt x="156" y="174"/>
                      <a:pt x="135" y="164"/>
                    </a:cubicBezTo>
                    <a:cubicBezTo>
                      <a:pt x="132" y="162"/>
                      <a:pt x="132" y="162"/>
                      <a:pt x="132" y="162"/>
                    </a:cubicBezTo>
                    <a:cubicBezTo>
                      <a:pt x="103" y="147"/>
                      <a:pt x="42" y="117"/>
                      <a:pt x="21" y="96"/>
                    </a:cubicBezTo>
                    <a:cubicBezTo>
                      <a:pt x="1" y="76"/>
                      <a:pt x="0" y="52"/>
                      <a:pt x="18" y="24"/>
                    </a:cubicBezTo>
                    <a:cubicBezTo>
                      <a:pt x="35" y="0"/>
                      <a:pt x="80" y="24"/>
                      <a:pt x="120" y="46"/>
                    </a:cubicBezTo>
                    <a:cubicBezTo>
                      <a:pt x="124" y="48"/>
                      <a:pt x="124" y="48"/>
                      <a:pt x="124" y="48"/>
                    </a:cubicBezTo>
                    <a:cubicBezTo>
                      <a:pt x="128" y="50"/>
                      <a:pt x="133" y="52"/>
                      <a:pt x="137" y="54"/>
                    </a:cubicBezTo>
                    <a:cubicBezTo>
                      <a:pt x="169" y="72"/>
                      <a:pt x="192" y="84"/>
                      <a:pt x="213" y="84"/>
                    </a:cubicBezTo>
                    <a:cubicBezTo>
                      <a:pt x="217" y="84"/>
                      <a:pt x="222" y="84"/>
                      <a:pt x="227" y="84"/>
                    </a:cubicBezTo>
                    <a:cubicBezTo>
                      <a:pt x="249" y="82"/>
                      <a:pt x="273" y="81"/>
                      <a:pt x="291" y="101"/>
                    </a:cubicBezTo>
                    <a:cubicBezTo>
                      <a:pt x="297" y="107"/>
                      <a:pt x="299" y="115"/>
                      <a:pt x="298" y="122"/>
                    </a:cubicBezTo>
                    <a:cubicBezTo>
                      <a:pt x="295" y="139"/>
                      <a:pt x="275" y="156"/>
                      <a:pt x="240" y="175"/>
                    </a:cubicBezTo>
                    <a:cubicBezTo>
                      <a:pt x="227" y="182"/>
                      <a:pt x="214" y="185"/>
                      <a:pt x="202" y="185"/>
                    </a:cubicBezTo>
                    <a:close/>
                    <a:moveTo>
                      <a:pt x="40" y="18"/>
                    </a:moveTo>
                    <a:cubicBezTo>
                      <a:pt x="32" y="18"/>
                      <a:pt x="26" y="21"/>
                      <a:pt x="22" y="27"/>
                    </a:cubicBezTo>
                    <a:cubicBezTo>
                      <a:pt x="4" y="52"/>
                      <a:pt x="5" y="74"/>
                      <a:pt x="24" y="93"/>
                    </a:cubicBezTo>
                    <a:cubicBezTo>
                      <a:pt x="45" y="114"/>
                      <a:pt x="105" y="144"/>
                      <a:pt x="134" y="158"/>
                    </a:cubicBezTo>
                    <a:cubicBezTo>
                      <a:pt x="137" y="160"/>
                      <a:pt x="137" y="160"/>
                      <a:pt x="137" y="160"/>
                    </a:cubicBezTo>
                    <a:cubicBezTo>
                      <a:pt x="168" y="175"/>
                      <a:pt x="201" y="192"/>
                      <a:pt x="238" y="172"/>
                    </a:cubicBezTo>
                    <a:cubicBezTo>
                      <a:pt x="272" y="154"/>
                      <a:pt x="291" y="136"/>
                      <a:pt x="293" y="122"/>
                    </a:cubicBezTo>
                    <a:cubicBezTo>
                      <a:pt x="295" y="115"/>
                      <a:pt x="293" y="109"/>
                      <a:pt x="288" y="104"/>
                    </a:cubicBezTo>
                    <a:cubicBezTo>
                      <a:pt x="271" y="85"/>
                      <a:pt x="248" y="87"/>
                      <a:pt x="227" y="88"/>
                    </a:cubicBezTo>
                    <a:cubicBezTo>
                      <a:pt x="222" y="88"/>
                      <a:pt x="217" y="88"/>
                      <a:pt x="213" y="88"/>
                    </a:cubicBezTo>
                    <a:cubicBezTo>
                      <a:pt x="191" y="88"/>
                      <a:pt x="167" y="76"/>
                      <a:pt x="135" y="58"/>
                    </a:cubicBezTo>
                    <a:cubicBezTo>
                      <a:pt x="131" y="56"/>
                      <a:pt x="126" y="54"/>
                      <a:pt x="122" y="51"/>
                    </a:cubicBezTo>
                    <a:cubicBezTo>
                      <a:pt x="118" y="49"/>
                      <a:pt x="118" y="49"/>
                      <a:pt x="118" y="49"/>
                    </a:cubicBezTo>
                    <a:cubicBezTo>
                      <a:pt x="92" y="35"/>
                      <a:pt x="60" y="18"/>
                      <a:pt x="4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" name="Google Shape;542;p14"/>
            <p:cNvGrpSpPr/>
            <p:nvPr/>
          </p:nvGrpSpPr>
          <p:grpSpPr>
            <a:xfrm rot="1598823">
              <a:off x="-1416593" y="3263467"/>
              <a:ext cx="3666961" cy="2834682"/>
              <a:chOff x="-2212989" y="-1005507"/>
              <a:chExt cx="3666904" cy="2834639"/>
            </a:xfrm>
          </p:grpSpPr>
          <p:sp>
            <p:nvSpPr>
              <p:cNvPr id="543" name="Google Shape;543;p14"/>
              <p:cNvSpPr/>
              <p:nvPr/>
            </p:nvSpPr>
            <p:spPr>
              <a:xfrm rot="-280549">
                <a:off x="-24932" y="-582158"/>
                <a:ext cx="1427693" cy="1313328"/>
              </a:xfrm>
              <a:custGeom>
                <a:rect b="b" l="l" r="r" t="t"/>
                <a:pathLst>
                  <a:path extrusionOk="0" h="1091" w="1189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14"/>
              <p:cNvSpPr/>
              <p:nvPr/>
            </p:nvSpPr>
            <p:spPr>
              <a:xfrm rot="-280549">
                <a:off x="254942" y="-423352"/>
                <a:ext cx="893975" cy="846323"/>
              </a:xfrm>
              <a:custGeom>
                <a:rect b="b" l="l" r="r" t="t"/>
                <a:pathLst>
                  <a:path extrusionOk="0" h="705" w="744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14"/>
              <p:cNvSpPr/>
              <p:nvPr/>
            </p:nvSpPr>
            <p:spPr>
              <a:xfrm rot="-280535">
                <a:off x="448947" y="-89603"/>
                <a:ext cx="320230" cy="316418"/>
              </a:xfrm>
              <a:custGeom>
                <a:rect b="b" l="l" r="r" t="t"/>
                <a:pathLst>
                  <a:path extrusionOk="0" h="264" w="265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14"/>
              <p:cNvSpPr/>
              <p:nvPr/>
            </p:nvSpPr>
            <p:spPr>
              <a:xfrm rot="-280549">
                <a:off x="-2110468" y="-900562"/>
                <a:ext cx="2681924" cy="2624750"/>
              </a:xfrm>
              <a:custGeom>
                <a:rect b="b" l="l" r="r" t="t"/>
                <a:pathLst>
                  <a:path extrusionOk="0" h="2183" w="2232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14"/>
              <p:cNvSpPr/>
              <p:nvPr/>
            </p:nvSpPr>
            <p:spPr>
              <a:xfrm rot="-280543">
                <a:off x="-393709" y="23076"/>
                <a:ext cx="276390" cy="251610"/>
              </a:xfrm>
              <a:custGeom>
                <a:rect b="b" l="l" r="r" t="t"/>
                <a:pathLst>
                  <a:path extrusionOk="0" h="208" w="230">
                    <a:moveTo>
                      <a:pt x="112" y="208"/>
                    </a:moveTo>
                    <a:cubicBezTo>
                      <a:pt x="107" y="208"/>
                      <a:pt x="102" y="208"/>
                      <a:pt x="97" y="207"/>
                    </a:cubicBezTo>
                    <a:cubicBezTo>
                      <a:pt x="67" y="204"/>
                      <a:pt x="37" y="184"/>
                      <a:pt x="18" y="157"/>
                    </a:cubicBezTo>
                    <a:cubicBezTo>
                      <a:pt x="5" y="137"/>
                      <a:pt x="0" y="115"/>
                      <a:pt x="5" y="97"/>
                    </a:cubicBezTo>
                    <a:cubicBezTo>
                      <a:pt x="17" y="54"/>
                      <a:pt x="51" y="28"/>
                      <a:pt x="121" y="7"/>
                    </a:cubicBezTo>
                    <a:cubicBezTo>
                      <a:pt x="144" y="0"/>
                      <a:pt x="167" y="4"/>
                      <a:pt x="185" y="18"/>
                    </a:cubicBezTo>
                    <a:cubicBezTo>
                      <a:pt x="216" y="41"/>
                      <a:pt x="230" y="86"/>
                      <a:pt x="230" y="120"/>
                    </a:cubicBezTo>
                    <a:cubicBezTo>
                      <a:pt x="230" y="141"/>
                      <a:pt x="221" y="160"/>
                      <a:pt x="204" y="176"/>
                    </a:cubicBezTo>
                    <a:cubicBezTo>
                      <a:pt x="181" y="196"/>
                      <a:pt x="146" y="208"/>
                      <a:pt x="112" y="208"/>
                    </a:cubicBezTo>
                    <a:close/>
                    <a:moveTo>
                      <a:pt x="143" y="8"/>
                    </a:moveTo>
                    <a:cubicBezTo>
                      <a:pt x="137" y="8"/>
                      <a:pt x="129" y="9"/>
                      <a:pt x="122" y="11"/>
                    </a:cubicBezTo>
                    <a:cubicBezTo>
                      <a:pt x="54" y="31"/>
                      <a:pt x="20" y="57"/>
                      <a:pt x="9" y="98"/>
                    </a:cubicBezTo>
                    <a:cubicBezTo>
                      <a:pt x="4" y="115"/>
                      <a:pt x="9" y="135"/>
                      <a:pt x="22" y="154"/>
                    </a:cubicBezTo>
                    <a:cubicBezTo>
                      <a:pt x="40" y="181"/>
                      <a:pt x="69" y="200"/>
                      <a:pt x="98" y="203"/>
                    </a:cubicBezTo>
                    <a:cubicBezTo>
                      <a:pt x="134" y="208"/>
                      <a:pt x="175" y="195"/>
                      <a:pt x="201" y="173"/>
                    </a:cubicBezTo>
                    <a:cubicBezTo>
                      <a:pt x="217" y="158"/>
                      <a:pt x="226" y="140"/>
                      <a:pt x="226" y="120"/>
                    </a:cubicBezTo>
                    <a:cubicBezTo>
                      <a:pt x="226" y="87"/>
                      <a:pt x="213" y="44"/>
                      <a:pt x="183" y="21"/>
                    </a:cubicBezTo>
                    <a:cubicBezTo>
                      <a:pt x="171" y="12"/>
                      <a:pt x="158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14"/>
              <p:cNvSpPr/>
              <p:nvPr/>
            </p:nvSpPr>
            <p:spPr>
              <a:xfrm rot="-280546">
                <a:off x="-371346" y="935469"/>
                <a:ext cx="756734" cy="590901"/>
              </a:xfrm>
              <a:custGeom>
                <a:rect b="b" l="l" r="r" t="t"/>
                <a:pathLst>
                  <a:path extrusionOk="0" h="491" w="631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14"/>
              <p:cNvSpPr/>
              <p:nvPr/>
            </p:nvSpPr>
            <p:spPr>
              <a:xfrm rot="-280552">
                <a:off x="-1902582" y="-680185"/>
                <a:ext cx="1385757" cy="1942352"/>
              </a:xfrm>
              <a:custGeom>
                <a:rect b="b" l="l" r="r" t="t"/>
                <a:pathLst>
                  <a:path extrusionOk="0" h="1615" w="1154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14"/>
              <p:cNvSpPr/>
              <p:nvPr/>
            </p:nvSpPr>
            <p:spPr>
              <a:xfrm rot="-280543">
                <a:off x="-1709492" y="-444157"/>
                <a:ext cx="913040" cy="1441039"/>
              </a:xfrm>
              <a:custGeom>
                <a:rect b="b" l="l" r="r" t="t"/>
                <a:pathLst>
                  <a:path extrusionOk="0" h="1199" w="759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 rot="-280539">
                <a:off x="-1594059" y="-217795"/>
                <a:ext cx="348824" cy="560404"/>
              </a:xfrm>
              <a:custGeom>
                <a:rect b="b" l="l" r="r" t="t"/>
                <a:pathLst>
                  <a:path extrusionOk="0" h="465" w="291">
                    <a:moveTo>
                      <a:pt x="128" y="464"/>
                    </a:moveTo>
                    <a:cubicBezTo>
                      <a:pt x="99" y="464"/>
                      <a:pt x="73" y="455"/>
                      <a:pt x="52" y="437"/>
                    </a:cubicBezTo>
                    <a:cubicBezTo>
                      <a:pt x="18" y="408"/>
                      <a:pt x="0" y="358"/>
                      <a:pt x="1" y="302"/>
                    </a:cubicBezTo>
                    <a:cubicBezTo>
                      <a:pt x="2" y="273"/>
                      <a:pt x="13" y="22"/>
                      <a:pt x="67" y="10"/>
                    </a:cubicBezTo>
                    <a:cubicBezTo>
                      <a:pt x="110" y="0"/>
                      <a:pt x="192" y="41"/>
                      <a:pt x="216" y="125"/>
                    </a:cubicBezTo>
                    <a:cubicBezTo>
                      <a:pt x="225" y="155"/>
                      <a:pt x="230" y="184"/>
                      <a:pt x="235" y="212"/>
                    </a:cubicBezTo>
                    <a:cubicBezTo>
                      <a:pt x="244" y="260"/>
                      <a:pt x="253" y="306"/>
                      <a:pt x="276" y="343"/>
                    </a:cubicBezTo>
                    <a:cubicBezTo>
                      <a:pt x="288" y="363"/>
                      <a:pt x="291" y="381"/>
                      <a:pt x="284" y="397"/>
                    </a:cubicBezTo>
                    <a:cubicBezTo>
                      <a:pt x="272" y="425"/>
                      <a:pt x="229" y="447"/>
                      <a:pt x="158" y="461"/>
                    </a:cubicBezTo>
                    <a:cubicBezTo>
                      <a:pt x="148" y="463"/>
                      <a:pt x="138" y="464"/>
                      <a:pt x="128" y="464"/>
                    </a:cubicBezTo>
                    <a:close/>
                    <a:moveTo>
                      <a:pt x="81" y="12"/>
                    </a:moveTo>
                    <a:cubicBezTo>
                      <a:pt x="76" y="12"/>
                      <a:pt x="72" y="13"/>
                      <a:pt x="67" y="14"/>
                    </a:cubicBezTo>
                    <a:cubicBezTo>
                      <a:pt x="26" y="23"/>
                      <a:pt x="9" y="206"/>
                      <a:pt x="6" y="302"/>
                    </a:cubicBezTo>
                    <a:cubicBezTo>
                      <a:pt x="4" y="356"/>
                      <a:pt x="22" y="406"/>
                      <a:pt x="55" y="433"/>
                    </a:cubicBezTo>
                    <a:cubicBezTo>
                      <a:pt x="82" y="457"/>
                      <a:pt x="117" y="465"/>
                      <a:pt x="157" y="457"/>
                    </a:cubicBezTo>
                    <a:cubicBezTo>
                      <a:pt x="227" y="443"/>
                      <a:pt x="269" y="422"/>
                      <a:pt x="280" y="396"/>
                    </a:cubicBezTo>
                    <a:cubicBezTo>
                      <a:pt x="287" y="381"/>
                      <a:pt x="284" y="364"/>
                      <a:pt x="272" y="346"/>
                    </a:cubicBezTo>
                    <a:cubicBezTo>
                      <a:pt x="249" y="308"/>
                      <a:pt x="240" y="261"/>
                      <a:pt x="231" y="212"/>
                    </a:cubicBezTo>
                    <a:cubicBezTo>
                      <a:pt x="226" y="185"/>
                      <a:pt x="221" y="156"/>
                      <a:pt x="212" y="126"/>
                    </a:cubicBezTo>
                    <a:cubicBezTo>
                      <a:pt x="191" y="52"/>
                      <a:pt x="124" y="12"/>
                      <a:pt x="8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 rot="-280543">
                <a:off x="-1162698" y="536497"/>
                <a:ext cx="251609" cy="297358"/>
              </a:xfrm>
              <a:custGeom>
                <a:rect b="b" l="l" r="r" t="t"/>
                <a:pathLst>
                  <a:path extrusionOk="0" h="247" w="210">
                    <a:moveTo>
                      <a:pt x="114" y="237"/>
                    </a:moveTo>
                    <a:cubicBezTo>
                      <a:pt x="73" y="237"/>
                      <a:pt x="32" y="180"/>
                      <a:pt x="7" y="122"/>
                    </a:cubicBezTo>
                    <a:cubicBezTo>
                      <a:pt x="0" y="107"/>
                      <a:pt x="0" y="92"/>
                      <a:pt x="7" y="78"/>
                    </a:cubicBezTo>
                    <a:cubicBezTo>
                      <a:pt x="24" y="40"/>
                      <a:pt x="78" y="14"/>
                      <a:pt x="104" y="5"/>
                    </a:cubicBezTo>
                    <a:cubicBezTo>
                      <a:pt x="117" y="0"/>
                      <a:pt x="135" y="5"/>
                      <a:pt x="154" y="17"/>
                    </a:cubicBezTo>
                    <a:cubicBezTo>
                      <a:pt x="178" y="34"/>
                      <a:pt x="204" y="64"/>
                      <a:pt x="206" y="95"/>
                    </a:cubicBezTo>
                    <a:cubicBezTo>
                      <a:pt x="210" y="146"/>
                      <a:pt x="179" y="216"/>
                      <a:pt x="131" y="234"/>
                    </a:cubicBezTo>
                    <a:cubicBezTo>
                      <a:pt x="126" y="236"/>
                      <a:pt x="120" y="237"/>
                      <a:pt x="114" y="237"/>
                    </a:cubicBezTo>
                    <a:close/>
                    <a:moveTo>
                      <a:pt x="115" y="7"/>
                    </a:moveTo>
                    <a:cubicBezTo>
                      <a:pt x="111" y="7"/>
                      <a:pt x="108" y="8"/>
                      <a:pt x="105" y="9"/>
                    </a:cubicBezTo>
                    <a:cubicBezTo>
                      <a:pt x="85" y="16"/>
                      <a:pt x="27" y="42"/>
                      <a:pt x="11" y="79"/>
                    </a:cubicBezTo>
                    <a:cubicBezTo>
                      <a:pt x="5" y="93"/>
                      <a:pt x="5" y="107"/>
                      <a:pt x="11" y="120"/>
                    </a:cubicBezTo>
                    <a:cubicBezTo>
                      <a:pt x="37" y="182"/>
                      <a:pt x="85" y="247"/>
                      <a:pt x="130" y="230"/>
                    </a:cubicBezTo>
                    <a:cubicBezTo>
                      <a:pt x="176" y="212"/>
                      <a:pt x="206" y="144"/>
                      <a:pt x="202" y="96"/>
                    </a:cubicBezTo>
                    <a:cubicBezTo>
                      <a:pt x="200" y="66"/>
                      <a:pt x="175" y="37"/>
                      <a:pt x="152" y="21"/>
                    </a:cubicBezTo>
                    <a:cubicBezTo>
                      <a:pt x="138" y="12"/>
                      <a:pt x="125" y="7"/>
                      <a:pt x="115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 rot="-280544">
                <a:off x="-111693" y="1117273"/>
                <a:ext cx="360260" cy="232548"/>
              </a:xfrm>
              <a:custGeom>
                <a:rect b="b" l="l" r="r" t="t"/>
                <a:pathLst>
                  <a:path extrusionOk="0" h="192" w="299">
                    <a:moveTo>
                      <a:pt x="202" y="185"/>
                    </a:moveTo>
                    <a:cubicBezTo>
                      <a:pt x="178" y="185"/>
                      <a:pt x="156" y="174"/>
                      <a:pt x="135" y="164"/>
                    </a:cubicBezTo>
                    <a:cubicBezTo>
                      <a:pt x="132" y="162"/>
                      <a:pt x="132" y="162"/>
                      <a:pt x="132" y="162"/>
                    </a:cubicBezTo>
                    <a:cubicBezTo>
                      <a:pt x="103" y="147"/>
                      <a:pt x="42" y="117"/>
                      <a:pt x="21" y="96"/>
                    </a:cubicBezTo>
                    <a:cubicBezTo>
                      <a:pt x="1" y="76"/>
                      <a:pt x="0" y="52"/>
                      <a:pt x="18" y="24"/>
                    </a:cubicBezTo>
                    <a:cubicBezTo>
                      <a:pt x="35" y="0"/>
                      <a:pt x="80" y="24"/>
                      <a:pt x="120" y="46"/>
                    </a:cubicBezTo>
                    <a:cubicBezTo>
                      <a:pt x="124" y="48"/>
                      <a:pt x="124" y="48"/>
                      <a:pt x="124" y="48"/>
                    </a:cubicBezTo>
                    <a:cubicBezTo>
                      <a:pt x="128" y="50"/>
                      <a:pt x="133" y="52"/>
                      <a:pt x="137" y="54"/>
                    </a:cubicBezTo>
                    <a:cubicBezTo>
                      <a:pt x="169" y="72"/>
                      <a:pt x="192" y="84"/>
                      <a:pt x="213" y="84"/>
                    </a:cubicBezTo>
                    <a:cubicBezTo>
                      <a:pt x="217" y="84"/>
                      <a:pt x="222" y="84"/>
                      <a:pt x="227" y="84"/>
                    </a:cubicBezTo>
                    <a:cubicBezTo>
                      <a:pt x="249" y="82"/>
                      <a:pt x="273" y="81"/>
                      <a:pt x="291" y="101"/>
                    </a:cubicBezTo>
                    <a:cubicBezTo>
                      <a:pt x="297" y="107"/>
                      <a:pt x="299" y="115"/>
                      <a:pt x="298" y="122"/>
                    </a:cubicBezTo>
                    <a:cubicBezTo>
                      <a:pt x="295" y="139"/>
                      <a:pt x="275" y="156"/>
                      <a:pt x="240" y="175"/>
                    </a:cubicBezTo>
                    <a:cubicBezTo>
                      <a:pt x="227" y="182"/>
                      <a:pt x="214" y="185"/>
                      <a:pt x="202" y="185"/>
                    </a:cubicBezTo>
                    <a:close/>
                    <a:moveTo>
                      <a:pt x="40" y="18"/>
                    </a:moveTo>
                    <a:cubicBezTo>
                      <a:pt x="32" y="18"/>
                      <a:pt x="26" y="21"/>
                      <a:pt x="22" y="27"/>
                    </a:cubicBezTo>
                    <a:cubicBezTo>
                      <a:pt x="4" y="52"/>
                      <a:pt x="5" y="74"/>
                      <a:pt x="24" y="93"/>
                    </a:cubicBezTo>
                    <a:cubicBezTo>
                      <a:pt x="45" y="114"/>
                      <a:pt x="105" y="144"/>
                      <a:pt x="134" y="158"/>
                    </a:cubicBezTo>
                    <a:cubicBezTo>
                      <a:pt x="137" y="160"/>
                      <a:pt x="137" y="160"/>
                      <a:pt x="137" y="160"/>
                    </a:cubicBezTo>
                    <a:cubicBezTo>
                      <a:pt x="168" y="175"/>
                      <a:pt x="201" y="192"/>
                      <a:pt x="238" y="172"/>
                    </a:cubicBezTo>
                    <a:cubicBezTo>
                      <a:pt x="272" y="154"/>
                      <a:pt x="291" y="136"/>
                      <a:pt x="293" y="122"/>
                    </a:cubicBezTo>
                    <a:cubicBezTo>
                      <a:pt x="295" y="115"/>
                      <a:pt x="293" y="109"/>
                      <a:pt x="288" y="104"/>
                    </a:cubicBezTo>
                    <a:cubicBezTo>
                      <a:pt x="271" y="85"/>
                      <a:pt x="248" y="87"/>
                      <a:pt x="227" y="88"/>
                    </a:cubicBezTo>
                    <a:cubicBezTo>
                      <a:pt x="222" y="88"/>
                      <a:pt x="217" y="88"/>
                      <a:pt x="213" y="88"/>
                    </a:cubicBezTo>
                    <a:cubicBezTo>
                      <a:pt x="191" y="88"/>
                      <a:pt x="167" y="76"/>
                      <a:pt x="135" y="58"/>
                    </a:cubicBezTo>
                    <a:cubicBezTo>
                      <a:pt x="131" y="56"/>
                      <a:pt x="126" y="54"/>
                      <a:pt x="122" y="51"/>
                    </a:cubicBezTo>
                    <a:cubicBezTo>
                      <a:pt x="118" y="49"/>
                      <a:pt x="118" y="49"/>
                      <a:pt x="118" y="49"/>
                    </a:cubicBezTo>
                    <a:cubicBezTo>
                      <a:pt x="92" y="35"/>
                      <a:pt x="60" y="18"/>
                      <a:pt x="4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4" name="Google Shape;554;p14"/>
            <p:cNvSpPr/>
            <p:nvPr/>
          </p:nvSpPr>
          <p:spPr>
            <a:xfrm rot="8141769">
              <a:off x="7799113" y="-560744"/>
              <a:ext cx="1427691" cy="1313326"/>
            </a:xfrm>
            <a:custGeom>
              <a:rect b="b" l="l" r="r" t="t"/>
              <a:pathLst>
                <a:path extrusionOk="0" h="1091" w="1189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4"/>
            <p:cNvSpPr/>
            <p:nvPr/>
          </p:nvSpPr>
          <p:spPr>
            <a:xfrm rot="8141769">
              <a:off x="8103590" y="-261410"/>
              <a:ext cx="893973" cy="846321"/>
            </a:xfrm>
            <a:custGeom>
              <a:rect b="b" l="l" r="r" t="t"/>
              <a:pathLst>
                <a:path extrusionOk="0" h="705" w="744">
                  <a:moveTo>
                    <a:pt x="140" y="688"/>
                  </a:moveTo>
                  <a:cubicBezTo>
                    <a:pt x="96" y="688"/>
                    <a:pt x="57" y="671"/>
                    <a:pt x="34" y="644"/>
                  </a:cubicBezTo>
                  <a:cubicBezTo>
                    <a:pt x="0" y="604"/>
                    <a:pt x="35" y="515"/>
                    <a:pt x="62" y="450"/>
                  </a:cubicBezTo>
                  <a:cubicBezTo>
                    <a:pt x="69" y="431"/>
                    <a:pt x="76" y="415"/>
                    <a:pt x="80" y="402"/>
                  </a:cubicBezTo>
                  <a:cubicBezTo>
                    <a:pt x="109" y="309"/>
                    <a:pt x="86" y="229"/>
                    <a:pt x="67" y="164"/>
                  </a:cubicBezTo>
                  <a:cubicBezTo>
                    <a:pt x="62" y="148"/>
                    <a:pt x="58" y="133"/>
                    <a:pt x="55" y="119"/>
                  </a:cubicBezTo>
                  <a:cubicBezTo>
                    <a:pt x="48" y="88"/>
                    <a:pt x="60" y="53"/>
                    <a:pt x="87" y="30"/>
                  </a:cubicBezTo>
                  <a:cubicBezTo>
                    <a:pt x="114" y="6"/>
                    <a:pt x="149" y="0"/>
                    <a:pt x="183" y="13"/>
                  </a:cubicBezTo>
                  <a:cubicBezTo>
                    <a:pt x="207" y="21"/>
                    <a:pt x="236" y="39"/>
                    <a:pt x="267" y="58"/>
                  </a:cubicBezTo>
                  <a:cubicBezTo>
                    <a:pt x="338" y="100"/>
                    <a:pt x="426" y="153"/>
                    <a:pt x="498" y="138"/>
                  </a:cubicBezTo>
                  <a:cubicBezTo>
                    <a:pt x="596" y="118"/>
                    <a:pt x="691" y="142"/>
                    <a:pt x="730" y="196"/>
                  </a:cubicBezTo>
                  <a:cubicBezTo>
                    <a:pt x="741" y="211"/>
                    <a:pt x="744" y="228"/>
                    <a:pt x="740" y="246"/>
                  </a:cubicBezTo>
                  <a:cubicBezTo>
                    <a:pt x="731" y="286"/>
                    <a:pt x="685" y="331"/>
                    <a:pt x="607" y="375"/>
                  </a:cubicBezTo>
                  <a:cubicBezTo>
                    <a:pt x="519" y="425"/>
                    <a:pt x="415" y="515"/>
                    <a:pt x="331" y="588"/>
                  </a:cubicBezTo>
                  <a:cubicBezTo>
                    <a:pt x="312" y="604"/>
                    <a:pt x="294" y="619"/>
                    <a:pt x="277" y="634"/>
                  </a:cubicBezTo>
                  <a:cubicBezTo>
                    <a:pt x="232" y="672"/>
                    <a:pt x="183" y="688"/>
                    <a:pt x="140" y="688"/>
                  </a:cubicBezTo>
                  <a:close/>
                  <a:moveTo>
                    <a:pt x="148" y="10"/>
                  </a:moveTo>
                  <a:cubicBezTo>
                    <a:pt x="127" y="10"/>
                    <a:pt x="106" y="18"/>
                    <a:pt x="89" y="33"/>
                  </a:cubicBezTo>
                  <a:cubicBezTo>
                    <a:pt x="64" y="55"/>
                    <a:pt x="52" y="89"/>
                    <a:pt x="59" y="118"/>
                  </a:cubicBezTo>
                  <a:cubicBezTo>
                    <a:pt x="62" y="132"/>
                    <a:pt x="66" y="147"/>
                    <a:pt x="71" y="163"/>
                  </a:cubicBezTo>
                  <a:cubicBezTo>
                    <a:pt x="90" y="228"/>
                    <a:pt x="113" y="309"/>
                    <a:pt x="84" y="403"/>
                  </a:cubicBezTo>
                  <a:cubicBezTo>
                    <a:pt x="80" y="416"/>
                    <a:pt x="73" y="433"/>
                    <a:pt x="66" y="452"/>
                  </a:cubicBezTo>
                  <a:cubicBezTo>
                    <a:pt x="40" y="516"/>
                    <a:pt x="4" y="603"/>
                    <a:pt x="37" y="641"/>
                  </a:cubicBezTo>
                  <a:cubicBezTo>
                    <a:pt x="82" y="694"/>
                    <a:pt x="186" y="705"/>
                    <a:pt x="275" y="630"/>
                  </a:cubicBezTo>
                  <a:cubicBezTo>
                    <a:pt x="291" y="616"/>
                    <a:pt x="309" y="601"/>
                    <a:pt x="328" y="584"/>
                  </a:cubicBezTo>
                  <a:cubicBezTo>
                    <a:pt x="412" y="512"/>
                    <a:pt x="517" y="422"/>
                    <a:pt x="605" y="372"/>
                  </a:cubicBezTo>
                  <a:cubicBezTo>
                    <a:pt x="682" y="328"/>
                    <a:pt x="727" y="284"/>
                    <a:pt x="736" y="245"/>
                  </a:cubicBezTo>
                  <a:cubicBezTo>
                    <a:pt x="740" y="229"/>
                    <a:pt x="736" y="213"/>
                    <a:pt x="726" y="199"/>
                  </a:cubicBezTo>
                  <a:cubicBezTo>
                    <a:pt x="688" y="146"/>
                    <a:pt x="595" y="122"/>
                    <a:pt x="499" y="142"/>
                  </a:cubicBezTo>
                  <a:cubicBezTo>
                    <a:pt x="498" y="140"/>
                    <a:pt x="498" y="140"/>
                    <a:pt x="498" y="140"/>
                  </a:cubicBezTo>
                  <a:cubicBezTo>
                    <a:pt x="499" y="142"/>
                    <a:pt x="499" y="142"/>
                    <a:pt x="499" y="142"/>
                  </a:cubicBezTo>
                  <a:cubicBezTo>
                    <a:pt x="426" y="157"/>
                    <a:pt x="337" y="104"/>
                    <a:pt x="265" y="61"/>
                  </a:cubicBezTo>
                  <a:cubicBezTo>
                    <a:pt x="234" y="43"/>
                    <a:pt x="205" y="25"/>
                    <a:pt x="182" y="16"/>
                  </a:cubicBezTo>
                  <a:cubicBezTo>
                    <a:pt x="171" y="12"/>
                    <a:pt x="159" y="10"/>
                    <a:pt x="148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4"/>
            <p:cNvSpPr/>
            <p:nvPr/>
          </p:nvSpPr>
          <p:spPr>
            <a:xfrm rot="8141782">
              <a:off x="8418109" y="-108676"/>
              <a:ext cx="320229" cy="316417"/>
            </a:xfrm>
            <a:custGeom>
              <a:rect b="b" l="l" r="r" t="t"/>
              <a:pathLst>
                <a:path extrusionOk="0" h="264" w="265">
                  <a:moveTo>
                    <a:pt x="74" y="242"/>
                  </a:moveTo>
                  <a:cubicBezTo>
                    <a:pt x="58" y="242"/>
                    <a:pt x="45" y="238"/>
                    <a:pt x="34" y="230"/>
                  </a:cubicBezTo>
                  <a:cubicBezTo>
                    <a:pt x="16" y="216"/>
                    <a:pt x="6" y="196"/>
                    <a:pt x="4" y="172"/>
                  </a:cubicBezTo>
                  <a:cubicBezTo>
                    <a:pt x="0" y="135"/>
                    <a:pt x="17" y="90"/>
                    <a:pt x="48" y="54"/>
                  </a:cubicBezTo>
                  <a:cubicBezTo>
                    <a:pt x="95" y="0"/>
                    <a:pt x="200" y="14"/>
                    <a:pt x="204" y="14"/>
                  </a:cubicBezTo>
                  <a:cubicBezTo>
                    <a:pt x="204" y="14"/>
                    <a:pt x="204" y="14"/>
                    <a:pt x="204" y="14"/>
                  </a:cubicBezTo>
                  <a:cubicBezTo>
                    <a:pt x="235" y="21"/>
                    <a:pt x="249" y="43"/>
                    <a:pt x="254" y="60"/>
                  </a:cubicBezTo>
                  <a:cubicBezTo>
                    <a:pt x="265" y="91"/>
                    <a:pt x="258" y="133"/>
                    <a:pt x="238" y="158"/>
                  </a:cubicBezTo>
                  <a:cubicBezTo>
                    <a:pt x="211" y="191"/>
                    <a:pt x="131" y="242"/>
                    <a:pt x="74" y="242"/>
                  </a:cubicBezTo>
                  <a:close/>
                  <a:moveTo>
                    <a:pt x="173" y="17"/>
                  </a:moveTo>
                  <a:cubicBezTo>
                    <a:pt x="137" y="17"/>
                    <a:pt x="81" y="23"/>
                    <a:pt x="51" y="57"/>
                  </a:cubicBezTo>
                  <a:cubicBezTo>
                    <a:pt x="21" y="92"/>
                    <a:pt x="4" y="136"/>
                    <a:pt x="8" y="172"/>
                  </a:cubicBezTo>
                  <a:cubicBezTo>
                    <a:pt x="10" y="195"/>
                    <a:pt x="20" y="213"/>
                    <a:pt x="37" y="226"/>
                  </a:cubicBezTo>
                  <a:cubicBezTo>
                    <a:pt x="85" y="264"/>
                    <a:pt x="202" y="195"/>
                    <a:pt x="235" y="155"/>
                  </a:cubicBezTo>
                  <a:cubicBezTo>
                    <a:pt x="254" y="131"/>
                    <a:pt x="261" y="91"/>
                    <a:pt x="251" y="61"/>
                  </a:cubicBezTo>
                  <a:cubicBezTo>
                    <a:pt x="245" y="45"/>
                    <a:pt x="232" y="25"/>
                    <a:pt x="204" y="18"/>
                  </a:cubicBezTo>
                  <a:cubicBezTo>
                    <a:pt x="202" y="18"/>
                    <a:pt x="190" y="17"/>
                    <a:pt x="173" y="1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7" name="Google Shape;557;p14"/>
          <p:cNvGrpSpPr/>
          <p:nvPr/>
        </p:nvGrpSpPr>
        <p:grpSpPr>
          <a:xfrm>
            <a:off x="-429478" y="-299402"/>
            <a:ext cx="9610849" cy="6070064"/>
            <a:chOff x="-429478" y="-299402"/>
            <a:chExt cx="9610849" cy="6070064"/>
          </a:xfrm>
        </p:grpSpPr>
        <p:pic>
          <p:nvPicPr>
            <p:cNvPr id="558" name="Google Shape;558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6084367">
              <a:off x="-377451" y="4287372"/>
              <a:ext cx="831770" cy="7868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9" name="Google Shape;559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7032116">
              <a:off x="7799774" y="4498151"/>
              <a:ext cx="1052748" cy="11040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0" name="Google Shape;560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0329258">
              <a:off x="8381000" y="-251877"/>
              <a:ext cx="750221" cy="786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p15"/>
          <p:cNvGrpSpPr/>
          <p:nvPr/>
        </p:nvGrpSpPr>
        <p:grpSpPr>
          <a:xfrm>
            <a:off x="-599559" y="-1788893"/>
            <a:ext cx="11186408" cy="7891573"/>
            <a:chOff x="-599559" y="-1788893"/>
            <a:chExt cx="11186408" cy="7891573"/>
          </a:xfrm>
        </p:grpSpPr>
        <p:grpSp>
          <p:nvGrpSpPr>
            <p:cNvPr id="563" name="Google Shape;563;p15"/>
            <p:cNvGrpSpPr/>
            <p:nvPr/>
          </p:nvGrpSpPr>
          <p:grpSpPr>
            <a:xfrm rot="3594116">
              <a:off x="7557055" y="-1155780"/>
              <a:ext cx="2749650" cy="2231981"/>
              <a:chOff x="7940513" y="2534101"/>
              <a:chExt cx="2749549" cy="2231899"/>
            </a:xfrm>
          </p:grpSpPr>
          <p:sp>
            <p:nvSpPr>
              <p:cNvPr id="564" name="Google Shape;564;p15"/>
              <p:cNvSpPr/>
              <p:nvPr/>
            </p:nvSpPr>
            <p:spPr>
              <a:xfrm>
                <a:off x="9839163" y="3672213"/>
                <a:ext cx="768349" cy="762000"/>
              </a:xfrm>
              <a:custGeom>
                <a:rect b="b" l="l" r="r" t="t"/>
                <a:pathLst>
                  <a:path extrusionOk="0" h="762" w="768">
                    <a:moveTo>
                      <a:pt x="304" y="728"/>
                    </a:moveTo>
                    <a:cubicBezTo>
                      <a:pt x="252" y="728"/>
                      <a:pt x="198" y="698"/>
                      <a:pt x="139" y="653"/>
                    </a:cubicBezTo>
                    <a:cubicBezTo>
                      <a:pt x="39" y="576"/>
                      <a:pt x="0" y="418"/>
                      <a:pt x="58" y="328"/>
                    </a:cubicBezTo>
                    <a:cubicBezTo>
                      <a:pt x="80" y="295"/>
                      <a:pt x="99" y="270"/>
                      <a:pt x="115" y="248"/>
                    </a:cubicBezTo>
                    <a:cubicBezTo>
                      <a:pt x="145" y="209"/>
                      <a:pt x="168" y="178"/>
                      <a:pt x="189" y="128"/>
                    </a:cubicBezTo>
                    <a:cubicBezTo>
                      <a:pt x="226" y="39"/>
                      <a:pt x="306" y="3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78" y="1"/>
                      <a:pt x="592" y="19"/>
                      <a:pt x="652" y="82"/>
                    </a:cubicBezTo>
                    <a:cubicBezTo>
                      <a:pt x="713" y="145"/>
                      <a:pt x="768" y="289"/>
                      <a:pt x="713" y="393"/>
                    </a:cubicBezTo>
                    <a:cubicBezTo>
                      <a:pt x="682" y="451"/>
                      <a:pt x="628" y="493"/>
                      <a:pt x="571" y="538"/>
                    </a:cubicBezTo>
                    <a:cubicBezTo>
                      <a:pt x="527" y="573"/>
                      <a:pt x="481" y="609"/>
                      <a:pt x="438" y="657"/>
                    </a:cubicBezTo>
                    <a:cubicBezTo>
                      <a:pt x="392" y="707"/>
                      <a:pt x="349" y="728"/>
                      <a:pt x="304" y="728"/>
                    </a:cubicBezTo>
                    <a:close/>
                    <a:moveTo>
                      <a:pt x="369" y="4"/>
                    </a:moveTo>
                    <a:cubicBezTo>
                      <a:pt x="308" y="7"/>
                      <a:pt x="229" y="42"/>
                      <a:pt x="193" y="129"/>
                    </a:cubicBezTo>
                    <a:cubicBezTo>
                      <a:pt x="172" y="181"/>
                      <a:pt x="148" y="211"/>
                      <a:pt x="119" y="250"/>
                    </a:cubicBezTo>
                    <a:cubicBezTo>
                      <a:pt x="102" y="272"/>
                      <a:pt x="83" y="297"/>
                      <a:pt x="62" y="330"/>
                    </a:cubicBezTo>
                    <a:cubicBezTo>
                      <a:pt x="4" y="419"/>
                      <a:pt x="43" y="574"/>
                      <a:pt x="142" y="650"/>
                    </a:cubicBezTo>
                    <a:cubicBezTo>
                      <a:pt x="247" y="731"/>
                      <a:pt x="337" y="762"/>
                      <a:pt x="435" y="654"/>
                    </a:cubicBezTo>
                    <a:cubicBezTo>
                      <a:pt x="478" y="605"/>
                      <a:pt x="524" y="569"/>
                      <a:pt x="569" y="535"/>
                    </a:cubicBezTo>
                    <a:cubicBezTo>
                      <a:pt x="628" y="489"/>
                      <a:pt x="679" y="449"/>
                      <a:pt x="710" y="391"/>
                    </a:cubicBezTo>
                    <a:cubicBezTo>
                      <a:pt x="763" y="290"/>
                      <a:pt x="708" y="146"/>
                      <a:pt x="649" y="84"/>
                    </a:cubicBezTo>
                    <a:cubicBezTo>
                      <a:pt x="591" y="23"/>
                      <a:pt x="375" y="5"/>
                      <a:pt x="369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0010613" y="4013526"/>
                <a:ext cx="263525" cy="214313"/>
              </a:xfrm>
              <a:custGeom>
                <a:rect b="b" l="l" r="r" t="t"/>
                <a:pathLst>
                  <a:path extrusionOk="0" h="213" w="263">
                    <a:moveTo>
                      <a:pt x="128" y="211"/>
                    </a:moveTo>
                    <a:cubicBezTo>
                      <a:pt x="125" y="211"/>
                      <a:pt x="122" y="210"/>
                      <a:pt x="119" y="210"/>
                    </a:cubicBezTo>
                    <a:cubicBezTo>
                      <a:pt x="82" y="203"/>
                      <a:pt x="20" y="190"/>
                      <a:pt x="10" y="130"/>
                    </a:cubicBezTo>
                    <a:cubicBezTo>
                      <a:pt x="0" y="68"/>
                      <a:pt x="71" y="30"/>
                      <a:pt x="114" y="13"/>
                    </a:cubicBezTo>
                    <a:cubicBezTo>
                      <a:pt x="114" y="13"/>
                      <a:pt x="114" y="13"/>
                      <a:pt x="114" y="13"/>
                    </a:cubicBezTo>
                    <a:cubicBezTo>
                      <a:pt x="147" y="0"/>
                      <a:pt x="201" y="25"/>
                      <a:pt x="233" y="57"/>
                    </a:cubicBezTo>
                    <a:cubicBezTo>
                      <a:pt x="254" y="79"/>
                      <a:pt x="263" y="101"/>
                      <a:pt x="256" y="118"/>
                    </a:cubicBezTo>
                    <a:cubicBezTo>
                      <a:pt x="238" y="162"/>
                      <a:pt x="169" y="211"/>
                      <a:pt x="128" y="211"/>
                    </a:cubicBezTo>
                    <a:close/>
                    <a:moveTo>
                      <a:pt x="134" y="14"/>
                    </a:moveTo>
                    <a:cubicBezTo>
                      <a:pt x="127" y="14"/>
                      <a:pt x="121" y="15"/>
                      <a:pt x="116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74" y="34"/>
                      <a:pt x="4" y="71"/>
                      <a:pt x="14" y="130"/>
                    </a:cubicBezTo>
                    <a:cubicBezTo>
                      <a:pt x="23" y="187"/>
                      <a:pt x="84" y="199"/>
                      <a:pt x="120" y="206"/>
                    </a:cubicBezTo>
                    <a:cubicBezTo>
                      <a:pt x="159" y="213"/>
                      <a:pt x="234" y="163"/>
                      <a:pt x="252" y="117"/>
                    </a:cubicBezTo>
                    <a:cubicBezTo>
                      <a:pt x="259" y="101"/>
                      <a:pt x="250" y="80"/>
                      <a:pt x="230" y="60"/>
                    </a:cubicBezTo>
                    <a:cubicBezTo>
                      <a:pt x="205" y="35"/>
                      <a:pt x="165" y="14"/>
                      <a:pt x="134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8737550" y="2534101"/>
                <a:ext cx="1258887" cy="1219200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9182050" y="3188151"/>
                <a:ext cx="311150" cy="344488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8913763" y="2686501"/>
                <a:ext cx="847724" cy="97155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7940513" y="3645226"/>
                <a:ext cx="1530349" cy="1076325"/>
              </a:xfrm>
              <a:custGeom>
                <a:rect b="b" l="l" r="r" t="t"/>
                <a:pathLst>
                  <a:path extrusionOk="0" h="1074" w="1528">
                    <a:moveTo>
                      <a:pt x="770" y="1074"/>
                    </a:moveTo>
                    <a:cubicBezTo>
                      <a:pt x="523" y="1074"/>
                      <a:pt x="287" y="1049"/>
                      <a:pt x="200" y="1013"/>
                    </a:cubicBezTo>
                    <a:cubicBezTo>
                      <a:pt x="10" y="933"/>
                      <a:pt x="0" y="473"/>
                      <a:pt x="0" y="382"/>
                    </a:cubicBezTo>
                    <a:cubicBezTo>
                      <a:pt x="0" y="237"/>
                      <a:pt x="54" y="127"/>
                      <a:pt x="157" y="65"/>
                    </a:cubicBezTo>
                    <a:cubicBezTo>
                      <a:pt x="265" y="0"/>
                      <a:pt x="450" y="91"/>
                      <a:pt x="598" y="165"/>
                    </a:cubicBezTo>
                    <a:cubicBezTo>
                      <a:pt x="648" y="189"/>
                      <a:pt x="694" y="212"/>
                      <a:pt x="732" y="226"/>
                    </a:cubicBezTo>
                    <a:cubicBezTo>
                      <a:pt x="806" y="254"/>
                      <a:pt x="892" y="258"/>
                      <a:pt x="974" y="263"/>
                    </a:cubicBezTo>
                    <a:cubicBezTo>
                      <a:pt x="1031" y="266"/>
                      <a:pt x="1090" y="269"/>
                      <a:pt x="1143" y="280"/>
                    </a:cubicBezTo>
                    <a:cubicBezTo>
                      <a:pt x="1247" y="301"/>
                      <a:pt x="1379" y="351"/>
                      <a:pt x="1417" y="402"/>
                    </a:cubicBezTo>
                    <a:cubicBezTo>
                      <a:pt x="1495" y="506"/>
                      <a:pt x="1528" y="835"/>
                      <a:pt x="1384" y="973"/>
                    </a:cubicBezTo>
                    <a:cubicBezTo>
                      <a:pt x="1321" y="1033"/>
                      <a:pt x="1106" y="1071"/>
                      <a:pt x="809" y="1074"/>
                    </a:cubicBezTo>
                    <a:cubicBezTo>
                      <a:pt x="796" y="1074"/>
                      <a:pt x="783" y="1074"/>
                      <a:pt x="770" y="1074"/>
                    </a:cubicBezTo>
                    <a:close/>
                    <a:moveTo>
                      <a:pt x="160" y="69"/>
                    </a:moveTo>
                    <a:cubicBezTo>
                      <a:pt x="58" y="130"/>
                      <a:pt x="4" y="238"/>
                      <a:pt x="4" y="382"/>
                    </a:cubicBezTo>
                    <a:cubicBezTo>
                      <a:pt x="4" y="473"/>
                      <a:pt x="14" y="930"/>
                      <a:pt x="202" y="1009"/>
                    </a:cubicBezTo>
                    <a:cubicBezTo>
                      <a:pt x="293" y="1047"/>
                      <a:pt x="548" y="1072"/>
                      <a:pt x="809" y="1070"/>
                    </a:cubicBezTo>
                    <a:cubicBezTo>
                      <a:pt x="1105" y="1067"/>
                      <a:pt x="1319" y="1029"/>
                      <a:pt x="1381" y="970"/>
                    </a:cubicBezTo>
                    <a:cubicBezTo>
                      <a:pt x="1466" y="889"/>
                      <a:pt x="1479" y="751"/>
                      <a:pt x="1479" y="675"/>
                    </a:cubicBezTo>
                    <a:cubicBezTo>
                      <a:pt x="1480" y="566"/>
                      <a:pt x="1453" y="457"/>
                      <a:pt x="1414" y="405"/>
                    </a:cubicBezTo>
                    <a:cubicBezTo>
                      <a:pt x="1376" y="354"/>
                      <a:pt x="1246" y="305"/>
                      <a:pt x="1142" y="284"/>
                    </a:cubicBezTo>
                    <a:cubicBezTo>
                      <a:pt x="1089" y="273"/>
                      <a:pt x="1031" y="270"/>
                      <a:pt x="974" y="267"/>
                    </a:cubicBezTo>
                    <a:cubicBezTo>
                      <a:pt x="891" y="263"/>
                      <a:pt x="805" y="258"/>
                      <a:pt x="730" y="230"/>
                    </a:cubicBezTo>
                    <a:cubicBezTo>
                      <a:pt x="692" y="216"/>
                      <a:pt x="646" y="193"/>
                      <a:pt x="597" y="168"/>
                    </a:cubicBezTo>
                    <a:cubicBezTo>
                      <a:pt x="449" y="96"/>
                      <a:pt x="265" y="5"/>
                      <a:pt x="160" y="6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15"/>
              <p:cNvSpPr/>
              <p:nvPr/>
            </p:nvSpPr>
            <p:spPr>
              <a:xfrm>
                <a:off x="8115138" y="3832551"/>
                <a:ext cx="1036637" cy="704851"/>
              </a:xfrm>
              <a:custGeom>
                <a:rect b="b" l="l" r="r" t="t"/>
                <a:pathLst>
                  <a:path extrusionOk="0" h="703" w="1037">
                    <a:moveTo>
                      <a:pt x="670" y="700"/>
                    </a:moveTo>
                    <a:cubicBezTo>
                      <a:pt x="664" y="700"/>
                      <a:pt x="658" y="700"/>
                      <a:pt x="653" y="700"/>
                    </a:cubicBezTo>
                    <a:cubicBezTo>
                      <a:pt x="509" y="690"/>
                      <a:pt x="111" y="643"/>
                      <a:pt x="67" y="596"/>
                    </a:cubicBezTo>
                    <a:cubicBezTo>
                      <a:pt x="25" y="550"/>
                      <a:pt x="0" y="149"/>
                      <a:pt x="63" y="72"/>
                    </a:cubicBezTo>
                    <a:cubicBezTo>
                      <a:pt x="121" y="2"/>
                      <a:pt x="203" y="0"/>
                      <a:pt x="313" y="68"/>
                    </a:cubicBezTo>
                    <a:cubicBezTo>
                      <a:pt x="337" y="83"/>
                      <a:pt x="363" y="100"/>
                      <a:pt x="390" y="119"/>
                    </a:cubicBezTo>
                    <a:cubicBezTo>
                      <a:pt x="481" y="182"/>
                      <a:pt x="584" y="253"/>
                      <a:pt x="676" y="248"/>
                    </a:cubicBezTo>
                    <a:cubicBezTo>
                      <a:pt x="691" y="247"/>
                      <a:pt x="709" y="245"/>
                      <a:pt x="728" y="243"/>
                    </a:cubicBezTo>
                    <a:cubicBezTo>
                      <a:pt x="795" y="235"/>
                      <a:pt x="877" y="225"/>
                      <a:pt x="930" y="252"/>
                    </a:cubicBezTo>
                    <a:cubicBezTo>
                      <a:pt x="993" y="284"/>
                      <a:pt x="1029" y="391"/>
                      <a:pt x="1034" y="456"/>
                    </a:cubicBezTo>
                    <a:cubicBezTo>
                      <a:pt x="1037" y="493"/>
                      <a:pt x="1019" y="532"/>
                      <a:pt x="982" y="570"/>
                    </a:cubicBezTo>
                    <a:cubicBezTo>
                      <a:pt x="909" y="644"/>
                      <a:pt x="773" y="700"/>
                      <a:pt x="670" y="700"/>
                    </a:cubicBezTo>
                    <a:close/>
                    <a:moveTo>
                      <a:pt x="65" y="73"/>
                    </a:moveTo>
                    <a:cubicBezTo>
                      <a:pt x="67" y="74"/>
                      <a:pt x="67" y="74"/>
                      <a:pt x="67" y="74"/>
                    </a:cubicBezTo>
                    <a:cubicBezTo>
                      <a:pt x="35" y="113"/>
                      <a:pt x="27" y="238"/>
                      <a:pt x="30" y="344"/>
                    </a:cubicBezTo>
                    <a:cubicBezTo>
                      <a:pt x="33" y="466"/>
                      <a:pt x="50" y="571"/>
                      <a:pt x="70" y="593"/>
                    </a:cubicBezTo>
                    <a:cubicBezTo>
                      <a:pt x="113" y="640"/>
                      <a:pt x="510" y="686"/>
                      <a:pt x="653" y="696"/>
                    </a:cubicBezTo>
                    <a:cubicBezTo>
                      <a:pt x="756" y="703"/>
                      <a:pt x="902" y="645"/>
                      <a:pt x="979" y="567"/>
                    </a:cubicBezTo>
                    <a:cubicBezTo>
                      <a:pt x="1015" y="530"/>
                      <a:pt x="1033" y="492"/>
                      <a:pt x="1030" y="457"/>
                    </a:cubicBezTo>
                    <a:cubicBezTo>
                      <a:pt x="1025" y="392"/>
                      <a:pt x="990" y="287"/>
                      <a:pt x="928" y="255"/>
                    </a:cubicBezTo>
                    <a:cubicBezTo>
                      <a:pt x="876" y="229"/>
                      <a:pt x="795" y="239"/>
                      <a:pt x="729" y="247"/>
                    </a:cubicBezTo>
                    <a:cubicBezTo>
                      <a:pt x="709" y="249"/>
                      <a:pt x="691" y="251"/>
                      <a:pt x="676" y="252"/>
                    </a:cubicBezTo>
                    <a:cubicBezTo>
                      <a:pt x="583" y="258"/>
                      <a:pt x="479" y="186"/>
                      <a:pt x="387" y="123"/>
                    </a:cubicBezTo>
                    <a:cubicBezTo>
                      <a:pt x="360" y="104"/>
                      <a:pt x="335" y="86"/>
                      <a:pt x="311" y="72"/>
                    </a:cubicBezTo>
                    <a:cubicBezTo>
                      <a:pt x="202" y="5"/>
                      <a:pt x="123" y="6"/>
                      <a:pt x="67" y="74"/>
                    </a:cubicBezTo>
                    <a:lnTo>
                      <a:pt x="65" y="7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15"/>
              <p:cNvSpPr/>
              <p:nvPr/>
            </p:nvSpPr>
            <p:spPr>
              <a:xfrm>
                <a:off x="8219913" y="3992888"/>
                <a:ext cx="295275" cy="322263"/>
              </a:xfrm>
              <a:custGeom>
                <a:rect b="b" l="l" r="r" t="t"/>
                <a:pathLst>
                  <a:path extrusionOk="0" h="323" w="295">
                    <a:moveTo>
                      <a:pt x="168" y="306"/>
                    </a:moveTo>
                    <a:cubicBezTo>
                      <a:pt x="132" y="306"/>
                      <a:pt x="95" y="292"/>
                      <a:pt x="68" y="277"/>
                    </a:cubicBezTo>
                    <a:cubicBezTo>
                      <a:pt x="9" y="243"/>
                      <a:pt x="0" y="157"/>
                      <a:pt x="17" y="91"/>
                    </a:cubicBezTo>
                    <a:cubicBezTo>
                      <a:pt x="34" y="28"/>
                      <a:pt x="44" y="0"/>
                      <a:pt x="109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49" y="0"/>
                      <a:pt x="210" y="16"/>
                      <a:pt x="254" y="61"/>
                    </a:cubicBezTo>
                    <a:cubicBezTo>
                      <a:pt x="295" y="104"/>
                      <a:pt x="284" y="213"/>
                      <a:pt x="246" y="269"/>
                    </a:cubicBezTo>
                    <a:cubicBezTo>
                      <a:pt x="227" y="296"/>
                      <a:pt x="199" y="306"/>
                      <a:pt x="168" y="306"/>
                    </a:cubicBezTo>
                    <a:close/>
                    <a:moveTo>
                      <a:pt x="109" y="2"/>
                    </a:moveTo>
                    <a:cubicBezTo>
                      <a:pt x="109" y="4"/>
                      <a:pt x="109" y="4"/>
                      <a:pt x="109" y="4"/>
                    </a:cubicBezTo>
                    <a:cubicBezTo>
                      <a:pt x="47" y="4"/>
                      <a:pt x="38" y="29"/>
                      <a:pt x="21" y="92"/>
                    </a:cubicBezTo>
                    <a:cubicBezTo>
                      <a:pt x="5" y="156"/>
                      <a:pt x="13" y="240"/>
                      <a:pt x="70" y="273"/>
                    </a:cubicBezTo>
                    <a:cubicBezTo>
                      <a:pt x="118" y="301"/>
                      <a:pt x="204" y="323"/>
                      <a:pt x="243" y="266"/>
                    </a:cubicBezTo>
                    <a:cubicBezTo>
                      <a:pt x="280" y="212"/>
                      <a:pt x="291" y="106"/>
                      <a:pt x="251" y="64"/>
                    </a:cubicBezTo>
                    <a:cubicBezTo>
                      <a:pt x="208" y="20"/>
                      <a:pt x="148" y="4"/>
                      <a:pt x="109" y="4"/>
                    </a:cubicBezTo>
                    <a:lnTo>
                      <a:pt x="109" y="2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15"/>
              <p:cNvSpPr/>
              <p:nvPr/>
            </p:nvSpPr>
            <p:spPr>
              <a:xfrm>
                <a:off x="9940763" y="3772226"/>
                <a:ext cx="534988" cy="534988"/>
              </a:xfrm>
              <a:custGeom>
                <a:rect b="b" l="l" r="r" t="t"/>
                <a:pathLst>
                  <a:path extrusionOk="0" h="534" w="535">
                    <a:moveTo>
                      <a:pt x="183" y="533"/>
                    </a:moveTo>
                    <a:cubicBezTo>
                      <a:pt x="179" y="533"/>
                      <a:pt x="175" y="532"/>
                      <a:pt x="171" y="532"/>
                    </a:cubicBezTo>
                    <a:cubicBezTo>
                      <a:pt x="116" y="525"/>
                      <a:pt x="0" y="417"/>
                      <a:pt x="7" y="351"/>
                    </a:cubicBezTo>
                    <a:cubicBezTo>
                      <a:pt x="17" y="262"/>
                      <a:pt x="64" y="213"/>
                      <a:pt x="95" y="181"/>
                    </a:cubicBezTo>
                    <a:cubicBezTo>
                      <a:pt x="136" y="138"/>
                      <a:pt x="160" y="109"/>
                      <a:pt x="207" y="41"/>
                    </a:cubicBezTo>
                    <a:cubicBezTo>
                      <a:pt x="221" y="20"/>
                      <a:pt x="246" y="8"/>
                      <a:pt x="281" y="5"/>
                    </a:cubicBezTo>
                    <a:cubicBezTo>
                      <a:pt x="344" y="0"/>
                      <a:pt x="432" y="29"/>
                      <a:pt x="468" y="67"/>
                    </a:cubicBezTo>
                    <a:cubicBezTo>
                      <a:pt x="516" y="117"/>
                      <a:pt x="535" y="230"/>
                      <a:pt x="502" y="271"/>
                    </a:cubicBezTo>
                    <a:cubicBezTo>
                      <a:pt x="486" y="291"/>
                      <a:pt x="456" y="324"/>
                      <a:pt x="424" y="360"/>
                    </a:cubicBezTo>
                    <a:cubicBezTo>
                      <a:pt x="394" y="392"/>
                      <a:pt x="363" y="426"/>
                      <a:pt x="344" y="450"/>
                    </a:cubicBezTo>
                    <a:cubicBezTo>
                      <a:pt x="305" y="497"/>
                      <a:pt x="234" y="533"/>
                      <a:pt x="183" y="533"/>
                    </a:cubicBezTo>
                    <a:close/>
                    <a:moveTo>
                      <a:pt x="297" y="9"/>
                    </a:moveTo>
                    <a:cubicBezTo>
                      <a:pt x="292" y="9"/>
                      <a:pt x="286" y="9"/>
                      <a:pt x="281" y="9"/>
                    </a:cubicBezTo>
                    <a:cubicBezTo>
                      <a:pt x="248" y="12"/>
                      <a:pt x="224" y="24"/>
                      <a:pt x="210" y="43"/>
                    </a:cubicBezTo>
                    <a:cubicBezTo>
                      <a:pt x="163" y="112"/>
                      <a:pt x="139" y="141"/>
                      <a:pt x="98" y="183"/>
                    </a:cubicBezTo>
                    <a:cubicBezTo>
                      <a:pt x="67" y="216"/>
                      <a:pt x="21" y="264"/>
                      <a:pt x="12" y="351"/>
                    </a:cubicBezTo>
                    <a:cubicBezTo>
                      <a:pt x="5" y="415"/>
                      <a:pt x="119" y="521"/>
                      <a:pt x="171" y="528"/>
                    </a:cubicBezTo>
                    <a:cubicBezTo>
                      <a:pt x="222" y="534"/>
                      <a:pt x="299" y="497"/>
                      <a:pt x="341" y="447"/>
                    </a:cubicBezTo>
                    <a:cubicBezTo>
                      <a:pt x="360" y="424"/>
                      <a:pt x="391" y="390"/>
                      <a:pt x="421" y="357"/>
                    </a:cubicBezTo>
                    <a:cubicBezTo>
                      <a:pt x="453" y="322"/>
                      <a:pt x="483" y="288"/>
                      <a:pt x="499" y="268"/>
                    </a:cubicBezTo>
                    <a:cubicBezTo>
                      <a:pt x="529" y="232"/>
                      <a:pt x="516" y="123"/>
                      <a:pt x="465" y="70"/>
                    </a:cubicBezTo>
                    <a:cubicBezTo>
                      <a:pt x="436" y="39"/>
                      <a:pt x="363" y="9"/>
                      <a:pt x="297" y="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15"/>
              <p:cNvSpPr/>
              <p:nvPr/>
            </p:nvSpPr>
            <p:spPr>
              <a:xfrm>
                <a:off x="9621675" y="3484888"/>
                <a:ext cx="1068387" cy="1281112"/>
              </a:xfrm>
              <a:custGeom>
                <a:rect b="b" l="l" r="r" t="t"/>
                <a:pathLst>
                  <a:path extrusionOk="0" h="1278" w="1068">
                    <a:moveTo>
                      <a:pt x="352" y="1268"/>
                    </a:moveTo>
                    <a:cubicBezTo>
                      <a:pt x="320" y="1268"/>
                      <a:pt x="292" y="1258"/>
                      <a:pt x="270" y="1247"/>
                    </a:cubicBezTo>
                    <a:cubicBezTo>
                      <a:pt x="208" y="1215"/>
                      <a:pt x="165" y="1155"/>
                      <a:pt x="162" y="1117"/>
                    </a:cubicBezTo>
                    <a:cubicBezTo>
                      <a:pt x="157" y="1070"/>
                      <a:pt x="116" y="967"/>
                      <a:pt x="77" y="868"/>
                    </a:cubicBezTo>
                    <a:cubicBezTo>
                      <a:pt x="60" y="823"/>
                      <a:pt x="43" y="781"/>
                      <a:pt x="30" y="745"/>
                    </a:cubicBezTo>
                    <a:cubicBezTo>
                      <a:pt x="0" y="662"/>
                      <a:pt x="46" y="568"/>
                      <a:pt x="162" y="475"/>
                    </a:cubicBezTo>
                    <a:cubicBezTo>
                      <a:pt x="220" y="429"/>
                      <a:pt x="310" y="297"/>
                      <a:pt x="321" y="195"/>
                    </a:cubicBezTo>
                    <a:cubicBezTo>
                      <a:pt x="330" y="100"/>
                      <a:pt x="442" y="58"/>
                      <a:pt x="510" y="33"/>
                    </a:cubicBezTo>
                    <a:cubicBezTo>
                      <a:pt x="515" y="31"/>
                      <a:pt x="521" y="29"/>
                      <a:pt x="526" y="27"/>
                    </a:cubicBezTo>
                    <a:cubicBezTo>
                      <a:pt x="594" y="0"/>
                      <a:pt x="888" y="104"/>
                      <a:pt x="957" y="179"/>
                    </a:cubicBezTo>
                    <a:cubicBezTo>
                      <a:pt x="1026" y="256"/>
                      <a:pt x="1040" y="366"/>
                      <a:pt x="1054" y="473"/>
                    </a:cubicBezTo>
                    <a:cubicBezTo>
                      <a:pt x="1068" y="582"/>
                      <a:pt x="964" y="810"/>
                      <a:pt x="863" y="894"/>
                    </a:cubicBezTo>
                    <a:cubicBezTo>
                      <a:pt x="835" y="917"/>
                      <a:pt x="800" y="948"/>
                      <a:pt x="760" y="984"/>
                    </a:cubicBezTo>
                    <a:cubicBezTo>
                      <a:pt x="657" y="1076"/>
                      <a:pt x="529" y="1190"/>
                      <a:pt x="434" y="1245"/>
                    </a:cubicBezTo>
                    <a:cubicBezTo>
                      <a:pt x="405" y="1262"/>
                      <a:pt x="377" y="1268"/>
                      <a:pt x="352" y="1268"/>
                    </a:cubicBezTo>
                    <a:close/>
                    <a:moveTo>
                      <a:pt x="555" y="27"/>
                    </a:moveTo>
                    <a:cubicBezTo>
                      <a:pt x="543" y="27"/>
                      <a:pt x="534" y="28"/>
                      <a:pt x="527" y="31"/>
                    </a:cubicBezTo>
                    <a:cubicBezTo>
                      <a:pt x="522" y="33"/>
                      <a:pt x="517" y="35"/>
                      <a:pt x="511" y="37"/>
                    </a:cubicBezTo>
                    <a:cubicBezTo>
                      <a:pt x="445" y="62"/>
                      <a:pt x="334" y="103"/>
                      <a:pt x="325" y="195"/>
                    </a:cubicBezTo>
                    <a:cubicBezTo>
                      <a:pt x="314" y="299"/>
                      <a:pt x="223" y="432"/>
                      <a:pt x="165" y="479"/>
                    </a:cubicBezTo>
                    <a:cubicBezTo>
                      <a:pt x="50" y="570"/>
                      <a:pt x="5" y="662"/>
                      <a:pt x="34" y="744"/>
                    </a:cubicBezTo>
                    <a:cubicBezTo>
                      <a:pt x="47" y="779"/>
                      <a:pt x="64" y="821"/>
                      <a:pt x="81" y="866"/>
                    </a:cubicBezTo>
                    <a:cubicBezTo>
                      <a:pt x="120" y="966"/>
                      <a:pt x="161" y="1069"/>
                      <a:pt x="166" y="1116"/>
                    </a:cubicBezTo>
                    <a:cubicBezTo>
                      <a:pt x="169" y="1153"/>
                      <a:pt x="211" y="1212"/>
                      <a:pt x="272" y="1243"/>
                    </a:cubicBezTo>
                    <a:cubicBezTo>
                      <a:pt x="310" y="1263"/>
                      <a:pt x="368" y="1278"/>
                      <a:pt x="432" y="1241"/>
                    </a:cubicBezTo>
                    <a:cubicBezTo>
                      <a:pt x="527" y="1187"/>
                      <a:pt x="654" y="1073"/>
                      <a:pt x="757" y="981"/>
                    </a:cubicBezTo>
                    <a:cubicBezTo>
                      <a:pt x="798" y="945"/>
                      <a:pt x="832" y="914"/>
                      <a:pt x="860" y="891"/>
                    </a:cubicBezTo>
                    <a:cubicBezTo>
                      <a:pt x="961" y="808"/>
                      <a:pt x="1064" y="581"/>
                      <a:pt x="1050" y="474"/>
                    </a:cubicBezTo>
                    <a:cubicBezTo>
                      <a:pt x="1036" y="367"/>
                      <a:pt x="1022" y="257"/>
                      <a:pt x="954" y="182"/>
                    </a:cubicBezTo>
                    <a:cubicBezTo>
                      <a:pt x="916" y="141"/>
                      <a:pt x="818" y="96"/>
                      <a:pt x="739" y="69"/>
                    </a:cubicBezTo>
                    <a:cubicBezTo>
                      <a:pt x="662" y="42"/>
                      <a:pt x="595" y="27"/>
                      <a:pt x="555" y="2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4" name="Google Shape;574;p15"/>
            <p:cNvGrpSpPr/>
            <p:nvPr/>
          </p:nvGrpSpPr>
          <p:grpSpPr>
            <a:xfrm rot="6017245">
              <a:off x="-611403" y="3510194"/>
              <a:ext cx="2649262" cy="2187619"/>
              <a:chOff x="7940513" y="2534101"/>
              <a:chExt cx="2649059" cy="2187451"/>
            </a:xfrm>
          </p:grpSpPr>
          <p:sp>
            <p:nvSpPr>
              <p:cNvPr id="575" name="Google Shape;575;p15"/>
              <p:cNvSpPr/>
              <p:nvPr/>
            </p:nvSpPr>
            <p:spPr>
              <a:xfrm>
                <a:off x="9738672" y="3394454"/>
                <a:ext cx="768349" cy="762000"/>
              </a:xfrm>
              <a:custGeom>
                <a:rect b="b" l="l" r="r" t="t"/>
                <a:pathLst>
                  <a:path extrusionOk="0" h="762" w="768">
                    <a:moveTo>
                      <a:pt x="304" y="728"/>
                    </a:moveTo>
                    <a:cubicBezTo>
                      <a:pt x="252" y="728"/>
                      <a:pt x="198" y="698"/>
                      <a:pt x="139" y="653"/>
                    </a:cubicBezTo>
                    <a:cubicBezTo>
                      <a:pt x="39" y="576"/>
                      <a:pt x="0" y="418"/>
                      <a:pt x="58" y="328"/>
                    </a:cubicBezTo>
                    <a:cubicBezTo>
                      <a:pt x="80" y="295"/>
                      <a:pt x="99" y="270"/>
                      <a:pt x="115" y="248"/>
                    </a:cubicBezTo>
                    <a:cubicBezTo>
                      <a:pt x="145" y="209"/>
                      <a:pt x="168" y="178"/>
                      <a:pt x="189" y="128"/>
                    </a:cubicBezTo>
                    <a:cubicBezTo>
                      <a:pt x="226" y="39"/>
                      <a:pt x="306" y="3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78" y="1"/>
                      <a:pt x="592" y="19"/>
                      <a:pt x="652" y="82"/>
                    </a:cubicBezTo>
                    <a:cubicBezTo>
                      <a:pt x="713" y="145"/>
                      <a:pt x="768" y="289"/>
                      <a:pt x="713" y="393"/>
                    </a:cubicBezTo>
                    <a:cubicBezTo>
                      <a:pt x="682" y="451"/>
                      <a:pt x="628" y="493"/>
                      <a:pt x="571" y="538"/>
                    </a:cubicBezTo>
                    <a:cubicBezTo>
                      <a:pt x="527" y="573"/>
                      <a:pt x="481" y="609"/>
                      <a:pt x="438" y="657"/>
                    </a:cubicBezTo>
                    <a:cubicBezTo>
                      <a:pt x="392" y="707"/>
                      <a:pt x="349" y="728"/>
                      <a:pt x="304" y="728"/>
                    </a:cubicBezTo>
                    <a:close/>
                    <a:moveTo>
                      <a:pt x="369" y="4"/>
                    </a:moveTo>
                    <a:cubicBezTo>
                      <a:pt x="308" y="7"/>
                      <a:pt x="229" y="42"/>
                      <a:pt x="193" y="129"/>
                    </a:cubicBezTo>
                    <a:cubicBezTo>
                      <a:pt x="172" y="181"/>
                      <a:pt x="148" y="211"/>
                      <a:pt x="119" y="250"/>
                    </a:cubicBezTo>
                    <a:cubicBezTo>
                      <a:pt x="102" y="272"/>
                      <a:pt x="83" y="297"/>
                      <a:pt x="62" y="330"/>
                    </a:cubicBezTo>
                    <a:cubicBezTo>
                      <a:pt x="4" y="419"/>
                      <a:pt x="43" y="574"/>
                      <a:pt x="142" y="650"/>
                    </a:cubicBezTo>
                    <a:cubicBezTo>
                      <a:pt x="247" y="731"/>
                      <a:pt x="337" y="762"/>
                      <a:pt x="435" y="654"/>
                    </a:cubicBezTo>
                    <a:cubicBezTo>
                      <a:pt x="478" y="605"/>
                      <a:pt x="524" y="569"/>
                      <a:pt x="569" y="535"/>
                    </a:cubicBezTo>
                    <a:cubicBezTo>
                      <a:pt x="628" y="489"/>
                      <a:pt x="679" y="449"/>
                      <a:pt x="710" y="391"/>
                    </a:cubicBezTo>
                    <a:cubicBezTo>
                      <a:pt x="763" y="290"/>
                      <a:pt x="708" y="146"/>
                      <a:pt x="649" y="84"/>
                    </a:cubicBezTo>
                    <a:cubicBezTo>
                      <a:pt x="591" y="23"/>
                      <a:pt x="375" y="5"/>
                      <a:pt x="369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15"/>
              <p:cNvSpPr/>
              <p:nvPr/>
            </p:nvSpPr>
            <p:spPr>
              <a:xfrm>
                <a:off x="9910122" y="3735767"/>
                <a:ext cx="263525" cy="214313"/>
              </a:xfrm>
              <a:custGeom>
                <a:rect b="b" l="l" r="r" t="t"/>
                <a:pathLst>
                  <a:path extrusionOk="0" h="213" w="263">
                    <a:moveTo>
                      <a:pt x="128" y="211"/>
                    </a:moveTo>
                    <a:cubicBezTo>
                      <a:pt x="125" y="211"/>
                      <a:pt x="122" y="210"/>
                      <a:pt x="119" y="210"/>
                    </a:cubicBezTo>
                    <a:cubicBezTo>
                      <a:pt x="82" y="203"/>
                      <a:pt x="20" y="190"/>
                      <a:pt x="10" y="130"/>
                    </a:cubicBezTo>
                    <a:cubicBezTo>
                      <a:pt x="0" y="68"/>
                      <a:pt x="71" y="30"/>
                      <a:pt x="114" y="13"/>
                    </a:cubicBezTo>
                    <a:cubicBezTo>
                      <a:pt x="114" y="13"/>
                      <a:pt x="114" y="13"/>
                      <a:pt x="114" y="13"/>
                    </a:cubicBezTo>
                    <a:cubicBezTo>
                      <a:pt x="147" y="0"/>
                      <a:pt x="201" y="25"/>
                      <a:pt x="233" y="57"/>
                    </a:cubicBezTo>
                    <a:cubicBezTo>
                      <a:pt x="254" y="79"/>
                      <a:pt x="263" y="101"/>
                      <a:pt x="256" y="118"/>
                    </a:cubicBezTo>
                    <a:cubicBezTo>
                      <a:pt x="238" y="162"/>
                      <a:pt x="169" y="211"/>
                      <a:pt x="128" y="211"/>
                    </a:cubicBezTo>
                    <a:close/>
                    <a:moveTo>
                      <a:pt x="134" y="14"/>
                    </a:moveTo>
                    <a:cubicBezTo>
                      <a:pt x="127" y="14"/>
                      <a:pt x="121" y="15"/>
                      <a:pt x="116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74" y="34"/>
                      <a:pt x="4" y="71"/>
                      <a:pt x="14" y="130"/>
                    </a:cubicBezTo>
                    <a:cubicBezTo>
                      <a:pt x="23" y="187"/>
                      <a:pt x="84" y="199"/>
                      <a:pt x="120" y="206"/>
                    </a:cubicBezTo>
                    <a:cubicBezTo>
                      <a:pt x="159" y="213"/>
                      <a:pt x="234" y="163"/>
                      <a:pt x="252" y="117"/>
                    </a:cubicBezTo>
                    <a:cubicBezTo>
                      <a:pt x="259" y="101"/>
                      <a:pt x="250" y="80"/>
                      <a:pt x="230" y="60"/>
                    </a:cubicBezTo>
                    <a:cubicBezTo>
                      <a:pt x="205" y="35"/>
                      <a:pt x="165" y="14"/>
                      <a:pt x="134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15"/>
              <p:cNvSpPr/>
              <p:nvPr/>
            </p:nvSpPr>
            <p:spPr>
              <a:xfrm>
                <a:off x="8737550" y="2534101"/>
                <a:ext cx="1258887" cy="1219200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15"/>
              <p:cNvSpPr/>
              <p:nvPr/>
            </p:nvSpPr>
            <p:spPr>
              <a:xfrm>
                <a:off x="9182050" y="3188151"/>
                <a:ext cx="311150" cy="344488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15"/>
              <p:cNvSpPr/>
              <p:nvPr/>
            </p:nvSpPr>
            <p:spPr>
              <a:xfrm>
                <a:off x="8913763" y="2686501"/>
                <a:ext cx="847724" cy="97155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15"/>
              <p:cNvSpPr/>
              <p:nvPr/>
            </p:nvSpPr>
            <p:spPr>
              <a:xfrm>
                <a:off x="7940513" y="3645226"/>
                <a:ext cx="1530349" cy="1076325"/>
              </a:xfrm>
              <a:custGeom>
                <a:rect b="b" l="l" r="r" t="t"/>
                <a:pathLst>
                  <a:path extrusionOk="0" h="1074" w="1528">
                    <a:moveTo>
                      <a:pt x="770" y="1074"/>
                    </a:moveTo>
                    <a:cubicBezTo>
                      <a:pt x="523" y="1074"/>
                      <a:pt x="287" y="1049"/>
                      <a:pt x="200" y="1013"/>
                    </a:cubicBezTo>
                    <a:cubicBezTo>
                      <a:pt x="10" y="933"/>
                      <a:pt x="0" y="473"/>
                      <a:pt x="0" y="382"/>
                    </a:cubicBezTo>
                    <a:cubicBezTo>
                      <a:pt x="0" y="237"/>
                      <a:pt x="54" y="127"/>
                      <a:pt x="157" y="65"/>
                    </a:cubicBezTo>
                    <a:cubicBezTo>
                      <a:pt x="265" y="0"/>
                      <a:pt x="450" y="91"/>
                      <a:pt x="598" y="165"/>
                    </a:cubicBezTo>
                    <a:cubicBezTo>
                      <a:pt x="648" y="189"/>
                      <a:pt x="694" y="212"/>
                      <a:pt x="732" y="226"/>
                    </a:cubicBezTo>
                    <a:cubicBezTo>
                      <a:pt x="806" y="254"/>
                      <a:pt x="892" y="258"/>
                      <a:pt x="974" y="263"/>
                    </a:cubicBezTo>
                    <a:cubicBezTo>
                      <a:pt x="1031" y="266"/>
                      <a:pt x="1090" y="269"/>
                      <a:pt x="1143" y="280"/>
                    </a:cubicBezTo>
                    <a:cubicBezTo>
                      <a:pt x="1247" y="301"/>
                      <a:pt x="1379" y="351"/>
                      <a:pt x="1417" y="402"/>
                    </a:cubicBezTo>
                    <a:cubicBezTo>
                      <a:pt x="1495" y="506"/>
                      <a:pt x="1528" y="835"/>
                      <a:pt x="1384" y="973"/>
                    </a:cubicBezTo>
                    <a:cubicBezTo>
                      <a:pt x="1321" y="1033"/>
                      <a:pt x="1106" y="1071"/>
                      <a:pt x="809" y="1074"/>
                    </a:cubicBezTo>
                    <a:cubicBezTo>
                      <a:pt x="796" y="1074"/>
                      <a:pt x="783" y="1074"/>
                      <a:pt x="770" y="1074"/>
                    </a:cubicBezTo>
                    <a:close/>
                    <a:moveTo>
                      <a:pt x="160" y="69"/>
                    </a:moveTo>
                    <a:cubicBezTo>
                      <a:pt x="58" y="130"/>
                      <a:pt x="4" y="238"/>
                      <a:pt x="4" y="382"/>
                    </a:cubicBezTo>
                    <a:cubicBezTo>
                      <a:pt x="4" y="473"/>
                      <a:pt x="14" y="930"/>
                      <a:pt x="202" y="1009"/>
                    </a:cubicBezTo>
                    <a:cubicBezTo>
                      <a:pt x="293" y="1047"/>
                      <a:pt x="548" y="1072"/>
                      <a:pt x="809" y="1070"/>
                    </a:cubicBezTo>
                    <a:cubicBezTo>
                      <a:pt x="1105" y="1067"/>
                      <a:pt x="1319" y="1029"/>
                      <a:pt x="1381" y="970"/>
                    </a:cubicBezTo>
                    <a:cubicBezTo>
                      <a:pt x="1466" y="889"/>
                      <a:pt x="1479" y="751"/>
                      <a:pt x="1479" y="675"/>
                    </a:cubicBezTo>
                    <a:cubicBezTo>
                      <a:pt x="1480" y="566"/>
                      <a:pt x="1453" y="457"/>
                      <a:pt x="1414" y="405"/>
                    </a:cubicBezTo>
                    <a:cubicBezTo>
                      <a:pt x="1376" y="354"/>
                      <a:pt x="1246" y="305"/>
                      <a:pt x="1142" y="284"/>
                    </a:cubicBezTo>
                    <a:cubicBezTo>
                      <a:pt x="1089" y="273"/>
                      <a:pt x="1031" y="270"/>
                      <a:pt x="974" y="267"/>
                    </a:cubicBezTo>
                    <a:cubicBezTo>
                      <a:pt x="891" y="263"/>
                      <a:pt x="805" y="258"/>
                      <a:pt x="730" y="230"/>
                    </a:cubicBezTo>
                    <a:cubicBezTo>
                      <a:pt x="692" y="216"/>
                      <a:pt x="646" y="193"/>
                      <a:pt x="597" y="168"/>
                    </a:cubicBezTo>
                    <a:cubicBezTo>
                      <a:pt x="449" y="96"/>
                      <a:pt x="265" y="5"/>
                      <a:pt x="160" y="6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15"/>
              <p:cNvSpPr/>
              <p:nvPr/>
            </p:nvSpPr>
            <p:spPr>
              <a:xfrm>
                <a:off x="8115138" y="3832551"/>
                <a:ext cx="1036637" cy="704851"/>
              </a:xfrm>
              <a:custGeom>
                <a:rect b="b" l="l" r="r" t="t"/>
                <a:pathLst>
                  <a:path extrusionOk="0" h="703" w="1037">
                    <a:moveTo>
                      <a:pt x="670" y="700"/>
                    </a:moveTo>
                    <a:cubicBezTo>
                      <a:pt x="664" y="700"/>
                      <a:pt x="658" y="700"/>
                      <a:pt x="653" y="700"/>
                    </a:cubicBezTo>
                    <a:cubicBezTo>
                      <a:pt x="509" y="690"/>
                      <a:pt x="111" y="643"/>
                      <a:pt x="67" y="596"/>
                    </a:cubicBezTo>
                    <a:cubicBezTo>
                      <a:pt x="25" y="550"/>
                      <a:pt x="0" y="149"/>
                      <a:pt x="63" y="72"/>
                    </a:cubicBezTo>
                    <a:cubicBezTo>
                      <a:pt x="121" y="2"/>
                      <a:pt x="203" y="0"/>
                      <a:pt x="313" y="68"/>
                    </a:cubicBezTo>
                    <a:cubicBezTo>
                      <a:pt x="337" y="83"/>
                      <a:pt x="363" y="100"/>
                      <a:pt x="390" y="119"/>
                    </a:cubicBezTo>
                    <a:cubicBezTo>
                      <a:pt x="481" y="182"/>
                      <a:pt x="584" y="253"/>
                      <a:pt x="676" y="248"/>
                    </a:cubicBezTo>
                    <a:cubicBezTo>
                      <a:pt x="691" y="247"/>
                      <a:pt x="709" y="245"/>
                      <a:pt x="728" y="243"/>
                    </a:cubicBezTo>
                    <a:cubicBezTo>
                      <a:pt x="795" y="235"/>
                      <a:pt x="877" y="225"/>
                      <a:pt x="930" y="252"/>
                    </a:cubicBezTo>
                    <a:cubicBezTo>
                      <a:pt x="993" y="284"/>
                      <a:pt x="1029" y="391"/>
                      <a:pt x="1034" y="456"/>
                    </a:cubicBezTo>
                    <a:cubicBezTo>
                      <a:pt x="1037" y="493"/>
                      <a:pt x="1019" y="532"/>
                      <a:pt x="982" y="570"/>
                    </a:cubicBezTo>
                    <a:cubicBezTo>
                      <a:pt x="909" y="644"/>
                      <a:pt x="773" y="700"/>
                      <a:pt x="670" y="700"/>
                    </a:cubicBezTo>
                    <a:close/>
                    <a:moveTo>
                      <a:pt x="65" y="73"/>
                    </a:moveTo>
                    <a:cubicBezTo>
                      <a:pt x="67" y="74"/>
                      <a:pt x="67" y="74"/>
                      <a:pt x="67" y="74"/>
                    </a:cubicBezTo>
                    <a:cubicBezTo>
                      <a:pt x="35" y="113"/>
                      <a:pt x="27" y="238"/>
                      <a:pt x="30" y="344"/>
                    </a:cubicBezTo>
                    <a:cubicBezTo>
                      <a:pt x="33" y="466"/>
                      <a:pt x="50" y="571"/>
                      <a:pt x="70" y="593"/>
                    </a:cubicBezTo>
                    <a:cubicBezTo>
                      <a:pt x="113" y="640"/>
                      <a:pt x="510" y="686"/>
                      <a:pt x="653" y="696"/>
                    </a:cubicBezTo>
                    <a:cubicBezTo>
                      <a:pt x="756" y="703"/>
                      <a:pt x="902" y="645"/>
                      <a:pt x="979" y="567"/>
                    </a:cubicBezTo>
                    <a:cubicBezTo>
                      <a:pt x="1015" y="530"/>
                      <a:pt x="1033" y="492"/>
                      <a:pt x="1030" y="457"/>
                    </a:cubicBezTo>
                    <a:cubicBezTo>
                      <a:pt x="1025" y="392"/>
                      <a:pt x="990" y="287"/>
                      <a:pt x="928" y="255"/>
                    </a:cubicBezTo>
                    <a:cubicBezTo>
                      <a:pt x="876" y="229"/>
                      <a:pt x="795" y="239"/>
                      <a:pt x="729" y="247"/>
                    </a:cubicBezTo>
                    <a:cubicBezTo>
                      <a:pt x="709" y="249"/>
                      <a:pt x="691" y="251"/>
                      <a:pt x="676" y="252"/>
                    </a:cubicBezTo>
                    <a:cubicBezTo>
                      <a:pt x="583" y="258"/>
                      <a:pt x="479" y="186"/>
                      <a:pt x="387" y="123"/>
                    </a:cubicBezTo>
                    <a:cubicBezTo>
                      <a:pt x="360" y="104"/>
                      <a:pt x="335" y="86"/>
                      <a:pt x="311" y="72"/>
                    </a:cubicBezTo>
                    <a:cubicBezTo>
                      <a:pt x="202" y="5"/>
                      <a:pt x="123" y="6"/>
                      <a:pt x="67" y="74"/>
                    </a:cubicBezTo>
                    <a:lnTo>
                      <a:pt x="65" y="7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15"/>
              <p:cNvSpPr/>
              <p:nvPr/>
            </p:nvSpPr>
            <p:spPr>
              <a:xfrm>
                <a:off x="8219913" y="3992888"/>
                <a:ext cx="295275" cy="322263"/>
              </a:xfrm>
              <a:custGeom>
                <a:rect b="b" l="l" r="r" t="t"/>
                <a:pathLst>
                  <a:path extrusionOk="0" h="323" w="295">
                    <a:moveTo>
                      <a:pt x="168" y="306"/>
                    </a:moveTo>
                    <a:cubicBezTo>
                      <a:pt x="132" y="306"/>
                      <a:pt x="95" y="292"/>
                      <a:pt x="68" y="277"/>
                    </a:cubicBezTo>
                    <a:cubicBezTo>
                      <a:pt x="9" y="243"/>
                      <a:pt x="0" y="157"/>
                      <a:pt x="17" y="91"/>
                    </a:cubicBezTo>
                    <a:cubicBezTo>
                      <a:pt x="34" y="28"/>
                      <a:pt x="44" y="0"/>
                      <a:pt x="109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49" y="0"/>
                      <a:pt x="210" y="16"/>
                      <a:pt x="254" y="61"/>
                    </a:cubicBezTo>
                    <a:cubicBezTo>
                      <a:pt x="295" y="104"/>
                      <a:pt x="284" y="213"/>
                      <a:pt x="246" y="269"/>
                    </a:cubicBezTo>
                    <a:cubicBezTo>
                      <a:pt x="227" y="296"/>
                      <a:pt x="199" y="306"/>
                      <a:pt x="168" y="306"/>
                    </a:cubicBezTo>
                    <a:close/>
                    <a:moveTo>
                      <a:pt x="109" y="2"/>
                    </a:moveTo>
                    <a:cubicBezTo>
                      <a:pt x="109" y="4"/>
                      <a:pt x="109" y="4"/>
                      <a:pt x="109" y="4"/>
                    </a:cubicBezTo>
                    <a:cubicBezTo>
                      <a:pt x="47" y="4"/>
                      <a:pt x="38" y="29"/>
                      <a:pt x="21" y="92"/>
                    </a:cubicBezTo>
                    <a:cubicBezTo>
                      <a:pt x="5" y="156"/>
                      <a:pt x="13" y="240"/>
                      <a:pt x="70" y="273"/>
                    </a:cubicBezTo>
                    <a:cubicBezTo>
                      <a:pt x="118" y="301"/>
                      <a:pt x="204" y="323"/>
                      <a:pt x="243" y="266"/>
                    </a:cubicBezTo>
                    <a:cubicBezTo>
                      <a:pt x="280" y="212"/>
                      <a:pt x="291" y="106"/>
                      <a:pt x="251" y="64"/>
                    </a:cubicBezTo>
                    <a:cubicBezTo>
                      <a:pt x="208" y="20"/>
                      <a:pt x="148" y="4"/>
                      <a:pt x="109" y="4"/>
                    </a:cubicBezTo>
                    <a:lnTo>
                      <a:pt x="109" y="2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15"/>
              <p:cNvSpPr/>
              <p:nvPr/>
            </p:nvSpPr>
            <p:spPr>
              <a:xfrm>
                <a:off x="9840272" y="3494467"/>
                <a:ext cx="534988" cy="534988"/>
              </a:xfrm>
              <a:custGeom>
                <a:rect b="b" l="l" r="r" t="t"/>
                <a:pathLst>
                  <a:path extrusionOk="0" h="534" w="535">
                    <a:moveTo>
                      <a:pt x="183" y="533"/>
                    </a:moveTo>
                    <a:cubicBezTo>
                      <a:pt x="179" y="533"/>
                      <a:pt x="175" y="532"/>
                      <a:pt x="171" y="532"/>
                    </a:cubicBezTo>
                    <a:cubicBezTo>
                      <a:pt x="116" y="525"/>
                      <a:pt x="0" y="417"/>
                      <a:pt x="7" y="351"/>
                    </a:cubicBezTo>
                    <a:cubicBezTo>
                      <a:pt x="17" y="262"/>
                      <a:pt x="64" y="213"/>
                      <a:pt x="95" y="181"/>
                    </a:cubicBezTo>
                    <a:cubicBezTo>
                      <a:pt x="136" y="138"/>
                      <a:pt x="160" y="109"/>
                      <a:pt x="207" y="41"/>
                    </a:cubicBezTo>
                    <a:cubicBezTo>
                      <a:pt x="221" y="20"/>
                      <a:pt x="246" y="8"/>
                      <a:pt x="281" y="5"/>
                    </a:cubicBezTo>
                    <a:cubicBezTo>
                      <a:pt x="344" y="0"/>
                      <a:pt x="432" y="29"/>
                      <a:pt x="468" y="67"/>
                    </a:cubicBezTo>
                    <a:cubicBezTo>
                      <a:pt x="516" y="117"/>
                      <a:pt x="535" y="230"/>
                      <a:pt x="502" y="271"/>
                    </a:cubicBezTo>
                    <a:cubicBezTo>
                      <a:pt x="486" y="291"/>
                      <a:pt x="456" y="324"/>
                      <a:pt x="424" y="360"/>
                    </a:cubicBezTo>
                    <a:cubicBezTo>
                      <a:pt x="394" y="392"/>
                      <a:pt x="363" y="426"/>
                      <a:pt x="344" y="450"/>
                    </a:cubicBezTo>
                    <a:cubicBezTo>
                      <a:pt x="305" y="497"/>
                      <a:pt x="234" y="533"/>
                      <a:pt x="183" y="533"/>
                    </a:cubicBezTo>
                    <a:close/>
                    <a:moveTo>
                      <a:pt x="297" y="9"/>
                    </a:moveTo>
                    <a:cubicBezTo>
                      <a:pt x="292" y="9"/>
                      <a:pt x="286" y="9"/>
                      <a:pt x="281" y="9"/>
                    </a:cubicBezTo>
                    <a:cubicBezTo>
                      <a:pt x="248" y="12"/>
                      <a:pt x="224" y="24"/>
                      <a:pt x="210" y="43"/>
                    </a:cubicBezTo>
                    <a:cubicBezTo>
                      <a:pt x="163" y="112"/>
                      <a:pt x="139" y="141"/>
                      <a:pt x="98" y="183"/>
                    </a:cubicBezTo>
                    <a:cubicBezTo>
                      <a:pt x="67" y="216"/>
                      <a:pt x="21" y="264"/>
                      <a:pt x="12" y="351"/>
                    </a:cubicBezTo>
                    <a:cubicBezTo>
                      <a:pt x="5" y="415"/>
                      <a:pt x="119" y="521"/>
                      <a:pt x="171" y="528"/>
                    </a:cubicBezTo>
                    <a:cubicBezTo>
                      <a:pt x="222" y="534"/>
                      <a:pt x="299" y="497"/>
                      <a:pt x="341" y="447"/>
                    </a:cubicBezTo>
                    <a:cubicBezTo>
                      <a:pt x="360" y="424"/>
                      <a:pt x="391" y="390"/>
                      <a:pt x="421" y="357"/>
                    </a:cubicBezTo>
                    <a:cubicBezTo>
                      <a:pt x="453" y="322"/>
                      <a:pt x="483" y="288"/>
                      <a:pt x="499" y="268"/>
                    </a:cubicBezTo>
                    <a:cubicBezTo>
                      <a:pt x="529" y="232"/>
                      <a:pt x="516" y="123"/>
                      <a:pt x="465" y="70"/>
                    </a:cubicBezTo>
                    <a:cubicBezTo>
                      <a:pt x="436" y="39"/>
                      <a:pt x="363" y="9"/>
                      <a:pt x="297" y="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15"/>
              <p:cNvSpPr/>
              <p:nvPr/>
            </p:nvSpPr>
            <p:spPr>
              <a:xfrm>
                <a:off x="9521184" y="3207129"/>
                <a:ext cx="1068387" cy="1281112"/>
              </a:xfrm>
              <a:custGeom>
                <a:rect b="b" l="l" r="r" t="t"/>
                <a:pathLst>
                  <a:path extrusionOk="0" h="1278" w="1068">
                    <a:moveTo>
                      <a:pt x="352" y="1268"/>
                    </a:moveTo>
                    <a:cubicBezTo>
                      <a:pt x="320" y="1268"/>
                      <a:pt x="292" y="1258"/>
                      <a:pt x="270" y="1247"/>
                    </a:cubicBezTo>
                    <a:cubicBezTo>
                      <a:pt x="208" y="1215"/>
                      <a:pt x="165" y="1155"/>
                      <a:pt x="162" y="1117"/>
                    </a:cubicBezTo>
                    <a:cubicBezTo>
                      <a:pt x="157" y="1070"/>
                      <a:pt x="116" y="967"/>
                      <a:pt x="77" y="868"/>
                    </a:cubicBezTo>
                    <a:cubicBezTo>
                      <a:pt x="60" y="823"/>
                      <a:pt x="43" y="781"/>
                      <a:pt x="30" y="745"/>
                    </a:cubicBezTo>
                    <a:cubicBezTo>
                      <a:pt x="0" y="662"/>
                      <a:pt x="46" y="568"/>
                      <a:pt x="162" y="475"/>
                    </a:cubicBezTo>
                    <a:cubicBezTo>
                      <a:pt x="220" y="429"/>
                      <a:pt x="310" y="297"/>
                      <a:pt x="321" y="195"/>
                    </a:cubicBezTo>
                    <a:cubicBezTo>
                      <a:pt x="330" y="100"/>
                      <a:pt x="442" y="58"/>
                      <a:pt x="510" y="33"/>
                    </a:cubicBezTo>
                    <a:cubicBezTo>
                      <a:pt x="515" y="31"/>
                      <a:pt x="521" y="29"/>
                      <a:pt x="526" y="27"/>
                    </a:cubicBezTo>
                    <a:cubicBezTo>
                      <a:pt x="594" y="0"/>
                      <a:pt x="888" y="104"/>
                      <a:pt x="957" y="179"/>
                    </a:cubicBezTo>
                    <a:cubicBezTo>
                      <a:pt x="1026" y="256"/>
                      <a:pt x="1040" y="366"/>
                      <a:pt x="1054" y="473"/>
                    </a:cubicBezTo>
                    <a:cubicBezTo>
                      <a:pt x="1068" y="582"/>
                      <a:pt x="964" y="810"/>
                      <a:pt x="863" y="894"/>
                    </a:cubicBezTo>
                    <a:cubicBezTo>
                      <a:pt x="835" y="917"/>
                      <a:pt x="800" y="948"/>
                      <a:pt x="760" y="984"/>
                    </a:cubicBezTo>
                    <a:cubicBezTo>
                      <a:pt x="657" y="1076"/>
                      <a:pt x="529" y="1190"/>
                      <a:pt x="434" y="1245"/>
                    </a:cubicBezTo>
                    <a:cubicBezTo>
                      <a:pt x="405" y="1262"/>
                      <a:pt x="377" y="1268"/>
                      <a:pt x="352" y="1268"/>
                    </a:cubicBezTo>
                    <a:close/>
                    <a:moveTo>
                      <a:pt x="555" y="27"/>
                    </a:moveTo>
                    <a:cubicBezTo>
                      <a:pt x="543" y="27"/>
                      <a:pt x="534" y="28"/>
                      <a:pt x="527" y="31"/>
                    </a:cubicBezTo>
                    <a:cubicBezTo>
                      <a:pt x="522" y="33"/>
                      <a:pt x="517" y="35"/>
                      <a:pt x="511" y="37"/>
                    </a:cubicBezTo>
                    <a:cubicBezTo>
                      <a:pt x="445" y="62"/>
                      <a:pt x="334" y="103"/>
                      <a:pt x="325" y="195"/>
                    </a:cubicBezTo>
                    <a:cubicBezTo>
                      <a:pt x="314" y="299"/>
                      <a:pt x="223" y="432"/>
                      <a:pt x="165" y="479"/>
                    </a:cubicBezTo>
                    <a:cubicBezTo>
                      <a:pt x="50" y="570"/>
                      <a:pt x="5" y="662"/>
                      <a:pt x="34" y="744"/>
                    </a:cubicBezTo>
                    <a:cubicBezTo>
                      <a:pt x="47" y="779"/>
                      <a:pt x="64" y="821"/>
                      <a:pt x="81" y="866"/>
                    </a:cubicBezTo>
                    <a:cubicBezTo>
                      <a:pt x="120" y="966"/>
                      <a:pt x="161" y="1069"/>
                      <a:pt x="166" y="1116"/>
                    </a:cubicBezTo>
                    <a:cubicBezTo>
                      <a:pt x="169" y="1153"/>
                      <a:pt x="211" y="1212"/>
                      <a:pt x="272" y="1243"/>
                    </a:cubicBezTo>
                    <a:cubicBezTo>
                      <a:pt x="310" y="1263"/>
                      <a:pt x="368" y="1278"/>
                      <a:pt x="432" y="1241"/>
                    </a:cubicBezTo>
                    <a:cubicBezTo>
                      <a:pt x="527" y="1187"/>
                      <a:pt x="654" y="1073"/>
                      <a:pt x="757" y="981"/>
                    </a:cubicBezTo>
                    <a:cubicBezTo>
                      <a:pt x="798" y="945"/>
                      <a:pt x="832" y="914"/>
                      <a:pt x="860" y="891"/>
                    </a:cubicBezTo>
                    <a:cubicBezTo>
                      <a:pt x="961" y="808"/>
                      <a:pt x="1064" y="581"/>
                      <a:pt x="1050" y="474"/>
                    </a:cubicBezTo>
                    <a:cubicBezTo>
                      <a:pt x="1036" y="367"/>
                      <a:pt x="1022" y="257"/>
                      <a:pt x="954" y="182"/>
                    </a:cubicBezTo>
                    <a:cubicBezTo>
                      <a:pt x="916" y="141"/>
                      <a:pt x="818" y="96"/>
                      <a:pt x="739" y="69"/>
                    </a:cubicBezTo>
                    <a:cubicBezTo>
                      <a:pt x="662" y="42"/>
                      <a:pt x="595" y="27"/>
                      <a:pt x="555" y="2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85" name="Google Shape;585;p15"/>
          <p:cNvSpPr txBox="1"/>
          <p:nvPr>
            <p:ph type="title"/>
          </p:nvPr>
        </p:nvSpPr>
        <p:spPr>
          <a:xfrm>
            <a:off x="722376" y="445025"/>
            <a:ext cx="781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6" name="Google Shape;586;p15"/>
          <p:cNvSpPr txBox="1"/>
          <p:nvPr>
            <p:ph idx="1" type="subTitle"/>
          </p:nvPr>
        </p:nvSpPr>
        <p:spPr>
          <a:xfrm>
            <a:off x="1726447" y="1785525"/>
            <a:ext cx="26763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7" name="Google Shape;587;p15"/>
          <p:cNvSpPr txBox="1"/>
          <p:nvPr>
            <p:ph idx="2" type="subTitle"/>
          </p:nvPr>
        </p:nvSpPr>
        <p:spPr>
          <a:xfrm>
            <a:off x="5139922" y="1785525"/>
            <a:ext cx="26793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8" name="Google Shape;588;p15"/>
          <p:cNvSpPr txBox="1"/>
          <p:nvPr>
            <p:ph idx="3" type="subTitle"/>
          </p:nvPr>
        </p:nvSpPr>
        <p:spPr>
          <a:xfrm>
            <a:off x="1726447" y="3400399"/>
            <a:ext cx="26763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9" name="Google Shape;589;p15"/>
          <p:cNvSpPr txBox="1"/>
          <p:nvPr>
            <p:ph idx="4" type="subTitle"/>
          </p:nvPr>
        </p:nvSpPr>
        <p:spPr>
          <a:xfrm>
            <a:off x="5139922" y="3400399"/>
            <a:ext cx="26793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0" name="Google Shape;590;p15"/>
          <p:cNvSpPr txBox="1"/>
          <p:nvPr>
            <p:ph idx="5" type="subTitle"/>
          </p:nvPr>
        </p:nvSpPr>
        <p:spPr>
          <a:xfrm>
            <a:off x="1726447" y="1139925"/>
            <a:ext cx="26763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591" name="Google Shape;591;p15"/>
          <p:cNvSpPr txBox="1"/>
          <p:nvPr>
            <p:ph idx="6" type="subTitle"/>
          </p:nvPr>
        </p:nvSpPr>
        <p:spPr>
          <a:xfrm>
            <a:off x="1726447" y="2754800"/>
            <a:ext cx="26763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592" name="Google Shape;592;p15"/>
          <p:cNvSpPr txBox="1"/>
          <p:nvPr>
            <p:ph idx="7" type="subTitle"/>
          </p:nvPr>
        </p:nvSpPr>
        <p:spPr>
          <a:xfrm>
            <a:off x="5139897" y="1139925"/>
            <a:ext cx="26793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593" name="Google Shape;593;p15"/>
          <p:cNvSpPr txBox="1"/>
          <p:nvPr>
            <p:ph idx="8" type="subTitle"/>
          </p:nvPr>
        </p:nvSpPr>
        <p:spPr>
          <a:xfrm>
            <a:off x="5139897" y="2754800"/>
            <a:ext cx="26793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grpSp>
        <p:nvGrpSpPr>
          <p:cNvPr id="594" name="Google Shape;594;p15"/>
          <p:cNvGrpSpPr/>
          <p:nvPr/>
        </p:nvGrpSpPr>
        <p:grpSpPr>
          <a:xfrm>
            <a:off x="-204853" y="539500"/>
            <a:ext cx="9580553" cy="4743845"/>
            <a:chOff x="-204853" y="539500"/>
            <a:chExt cx="9580553" cy="4743845"/>
          </a:xfrm>
        </p:grpSpPr>
        <p:pic>
          <p:nvPicPr>
            <p:cNvPr id="595" name="Google Shape;595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4624032">
              <a:off x="8612368" y="554392"/>
              <a:ext cx="639014" cy="764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6" name="Google Shape;596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04853" y="3278718"/>
              <a:ext cx="860601" cy="808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7" name="Google Shape;597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520038">
              <a:off x="929996" y="4532901"/>
              <a:ext cx="545374" cy="6516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16"/>
          <p:cNvGrpSpPr/>
          <p:nvPr/>
        </p:nvGrpSpPr>
        <p:grpSpPr>
          <a:xfrm>
            <a:off x="-762028" y="-487907"/>
            <a:ext cx="11307085" cy="7372205"/>
            <a:chOff x="-762028" y="-487907"/>
            <a:chExt cx="11307085" cy="7372205"/>
          </a:xfrm>
        </p:grpSpPr>
        <p:grpSp>
          <p:nvGrpSpPr>
            <p:cNvPr id="600" name="Google Shape;600;p16"/>
            <p:cNvGrpSpPr/>
            <p:nvPr/>
          </p:nvGrpSpPr>
          <p:grpSpPr>
            <a:xfrm rot="-8397890">
              <a:off x="7572606" y="3392588"/>
              <a:ext cx="2220805" cy="3146078"/>
              <a:chOff x="8772613" y="-638134"/>
              <a:chExt cx="2220659" cy="3145871"/>
            </a:xfrm>
          </p:grpSpPr>
          <p:sp>
            <p:nvSpPr>
              <p:cNvPr id="601" name="Google Shape;601;p16"/>
              <p:cNvSpPr/>
              <p:nvPr/>
            </p:nvSpPr>
            <p:spPr>
              <a:xfrm>
                <a:off x="8772613" y="411451"/>
                <a:ext cx="1165225" cy="869949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16"/>
              <p:cNvSpPr/>
              <p:nvPr/>
            </p:nvSpPr>
            <p:spPr>
              <a:xfrm>
                <a:off x="8988513" y="532100"/>
                <a:ext cx="796925" cy="617538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16"/>
              <p:cNvSpPr/>
              <p:nvPr/>
            </p:nvSpPr>
            <p:spPr>
              <a:xfrm>
                <a:off x="9298075" y="765464"/>
                <a:ext cx="357188" cy="288925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16"/>
              <p:cNvSpPr/>
              <p:nvPr/>
            </p:nvSpPr>
            <p:spPr>
              <a:xfrm>
                <a:off x="9389600" y="1066288"/>
                <a:ext cx="1428750" cy="1441450"/>
              </a:xfrm>
              <a:custGeom>
                <a:rect b="b" l="l" r="r" t="t"/>
                <a:pathLst>
                  <a:path extrusionOk="0" h="1439" w="1428">
                    <a:moveTo>
                      <a:pt x="527" y="1417"/>
                    </a:moveTo>
                    <a:cubicBezTo>
                      <a:pt x="397" y="1417"/>
                      <a:pt x="261" y="1399"/>
                      <a:pt x="201" y="1375"/>
                    </a:cubicBezTo>
                    <a:cubicBezTo>
                      <a:pt x="106" y="1337"/>
                      <a:pt x="151" y="1168"/>
                      <a:pt x="184" y="1044"/>
                    </a:cubicBezTo>
                    <a:cubicBezTo>
                      <a:pt x="190" y="1021"/>
                      <a:pt x="195" y="1000"/>
                      <a:pt x="200" y="981"/>
                    </a:cubicBezTo>
                    <a:cubicBezTo>
                      <a:pt x="213" y="922"/>
                      <a:pt x="157" y="837"/>
                      <a:pt x="103" y="754"/>
                    </a:cubicBezTo>
                    <a:cubicBezTo>
                      <a:pt x="52" y="677"/>
                      <a:pt x="0" y="597"/>
                      <a:pt x="0" y="535"/>
                    </a:cubicBezTo>
                    <a:cubicBezTo>
                      <a:pt x="0" y="410"/>
                      <a:pt x="187" y="349"/>
                      <a:pt x="305" y="341"/>
                    </a:cubicBezTo>
                    <a:cubicBezTo>
                      <a:pt x="406" y="334"/>
                      <a:pt x="480" y="287"/>
                      <a:pt x="569" y="176"/>
                    </a:cubicBezTo>
                    <a:cubicBezTo>
                      <a:pt x="612" y="122"/>
                      <a:pt x="712" y="67"/>
                      <a:pt x="825" y="35"/>
                    </a:cubicBezTo>
                    <a:cubicBezTo>
                      <a:pt x="946" y="0"/>
                      <a:pt x="1047" y="2"/>
                      <a:pt x="1096" y="39"/>
                    </a:cubicBezTo>
                    <a:cubicBezTo>
                      <a:pt x="1157" y="85"/>
                      <a:pt x="1357" y="246"/>
                      <a:pt x="1348" y="362"/>
                    </a:cubicBezTo>
                    <a:cubicBezTo>
                      <a:pt x="1341" y="460"/>
                      <a:pt x="1377" y="730"/>
                      <a:pt x="1414" y="852"/>
                    </a:cubicBezTo>
                    <a:cubicBezTo>
                      <a:pt x="1428" y="897"/>
                      <a:pt x="1419" y="947"/>
                      <a:pt x="1389" y="998"/>
                    </a:cubicBezTo>
                    <a:cubicBezTo>
                      <a:pt x="1346" y="1071"/>
                      <a:pt x="1265" y="1130"/>
                      <a:pt x="1188" y="1146"/>
                    </a:cubicBezTo>
                    <a:cubicBezTo>
                      <a:pt x="1057" y="1173"/>
                      <a:pt x="894" y="1294"/>
                      <a:pt x="808" y="1364"/>
                    </a:cubicBezTo>
                    <a:cubicBezTo>
                      <a:pt x="761" y="1402"/>
                      <a:pt x="647" y="1417"/>
                      <a:pt x="527" y="1417"/>
                    </a:cubicBezTo>
                    <a:close/>
                    <a:moveTo>
                      <a:pt x="983" y="14"/>
                    </a:moveTo>
                    <a:cubicBezTo>
                      <a:pt x="843" y="14"/>
                      <a:pt x="641" y="93"/>
                      <a:pt x="572" y="178"/>
                    </a:cubicBezTo>
                    <a:cubicBezTo>
                      <a:pt x="482" y="291"/>
                      <a:pt x="407" y="338"/>
                      <a:pt x="305" y="345"/>
                    </a:cubicBezTo>
                    <a:cubicBezTo>
                      <a:pt x="189" y="353"/>
                      <a:pt x="4" y="412"/>
                      <a:pt x="4" y="535"/>
                    </a:cubicBezTo>
                    <a:cubicBezTo>
                      <a:pt x="4" y="596"/>
                      <a:pt x="56" y="675"/>
                      <a:pt x="106" y="752"/>
                    </a:cubicBezTo>
                    <a:cubicBezTo>
                      <a:pt x="163" y="839"/>
                      <a:pt x="217" y="922"/>
                      <a:pt x="204" y="982"/>
                    </a:cubicBezTo>
                    <a:cubicBezTo>
                      <a:pt x="199" y="1001"/>
                      <a:pt x="194" y="1022"/>
                      <a:pt x="188" y="1045"/>
                    </a:cubicBezTo>
                    <a:cubicBezTo>
                      <a:pt x="155" y="1167"/>
                      <a:pt x="111" y="1335"/>
                      <a:pt x="202" y="1371"/>
                    </a:cubicBezTo>
                    <a:cubicBezTo>
                      <a:pt x="317" y="1417"/>
                      <a:pt x="709" y="1439"/>
                      <a:pt x="806" y="1360"/>
                    </a:cubicBezTo>
                    <a:cubicBezTo>
                      <a:pt x="891" y="1291"/>
                      <a:pt x="1055" y="1169"/>
                      <a:pt x="1187" y="1142"/>
                    </a:cubicBezTo>
                    <a:cubicBezTo>
                      <a:pt x="1263" y="1126"/>
                      <a:pt x="1343" y="1067"/>
                      <a:pt x="1386" y="995"/>
                    </a:cubicBezTo>
                    <a:cubicBezTo>
                      <a:pt x="1406" y="961"/>
                      <a:pt x="1427" y="908"/>
                      <a:pt x="1410" y="853"/>
                    </a:cubicBezTo>
                    <a:cubicBezTo>
                      <a:pt x="1373" y="731"/>
                      <a:pt x="1337" y="460"/>
                      <a:pt x="1344" y="361"/>
                    </a:cubicBezTo>
                    <a:cubicBezTo>
                      <a:pt x="1352" y="248"/>
                      <a:pt x="1154" y="88"/>
                      <a:pt x="1094" y="42"/>
                    </a:cubicBezTo>
                    <a:cubicBezTo>
                      <a:pt x="1068" y="23"/>
                      <a:pt x="1029" y="14"/>
                      <a:pt x="983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16"/>
              <p:cNvSpPr/>
              <p:nvPr/>
            </p:nvSpPr>
            <p:spPr>
              <a:xfrm>
                <a:off x="9681700" y="1226626"/>
                <a:ext cx="944563" cy="820738"/>
              </a:xfrm>
              <a:custGeom>
                <a:rect b="b" l="l" r="r" t="t"/>
                <a:pathLst>
                  <a:path extrusionOk="0" h="819" w="943">
                    <a:moveTo>
                      <a:pt x="448" y="775"/>
                    </a:moveTo>
                    <a:cubicBezTo>
                      <a:pt x="266" y="775"/>
                      <a:pt x="86" y="619"/>
                      <a:pt x="47" y="583"/>
                    </a:cubicBezTo>
                    <a:cubicBezTo>
                      <a:pt x="15" y="553"/>
                      <a:pt x="0" y="422"/>
                      <a:pt x="2" y="375"/>
                    </a:cubicBezTo>
                    <a:cubicBezTo>
                      <a:pt x="6" y="300"/>
                      <a:pt x="107" y="234"/>
                      <a:pt x="236" y="223"/>
                    </a:cubicBezTo>
                    <a:cubicBezTo>
                      <a:pt x="360" y="212"/>
                      <a:pt x="455" y="58"/>
                      <a:pt x="456" y="56"/>
                    </a:cubicBezTo>
                    <a:cubicBezTo>
                      <a:pt x="457" y="56"/>
                      <a:pt x="457" y="56"/>
                      <a:pt x="457" y="56"/>
                    </a:cubicBezTo>
                    <a:cubicBezTo>
                      <a:pt x="495" y="18"/>
                      <a:pt x="543" y="0"/>
                      <a:pt x="600" y="4"/>
                    </a:cubicBezTo>
                    <a:cubicBezTo>
                      <a:pt x="703" y="10"/>
                      <a:pt x="813" y="86"/>
                      <a:pt x="869" y="158"/>
                    </a:cubicBezTo>
                    <a:cubicBezTo>
                      <a:pt x="943" y="255"/>
                      <a:pt x="923" y="352"/>
                      <a:pt x="905" y="437"/>
                    </a:cubicBezTo>
                    <a:cubicBezTo>
                      <a:pt x="902" y="450"/>
                      <a:pt x="900" y="462"/>
                      <a:pt x="897" y="474"/>
                    </a:cubicBezTo>
                    <a:cubicBezTo>
                      <a:pt x="879" y="571"/>
                      <a:pt x="736" y="706"/>
                      <a:pt x="526" y="765"/>
                    </a:cubicBezTo>
                    <a:cubicBezTo>
                      <a:pt x="500" y="772"/>
                      <a:pt x="474" y="775"/>
                      <a:pt x="448" y="775"/>
                    </a:cubicBezTo>
                    <a:close/>
                    <a:moveTo>
                      <a:pt x="460" y="58"/>
                    </a:moveTo>
                    <a:cubicBezTo>
                      <a:pt x="456" y="65"/>
                      <a:pt x="361" y="217"/>
                      <a:pt x="236" y="227"/>
                    </a:cubicBezTo>
                    <a:cubicBezTo>
                      <a:pt x="111" y="238"/>
                      <a:pt x="10" y="303"/>
                      <a:pt x="7" y="375"/>
                    </a:cubicBezTo>
                    <a:cubicBezTo>
                      <a:pt x="4" y="421"/>
                      <a:pt x="19" y="552"/>
                      <a:pt x="50" y="580"/>
                    </a:cubicBezTo>
                    <a:cubicBezTo>
                      <a:pt x="77" y="605"/>
                      <a:pt x="317" y="819"/>
                      <a:pt x="525" y="761"/>
                    </a:cubicBezTo>
                    <a:cubicBezTo>
                      <a:pt x="733" y="702"/>
                      <a:pt x="876" y="569"/>
                      <a:pt x="893" y="474"/>
                    </a:cubicBezTo>
                    <a:cubicBezTo>
                      <a:pt x="896" y="461"/>
                      <a:pt x="898" y="449"/>
                      <a:pt x="901" y="436"/>
                    </a:cubicBezTo>
                    <a:cubicBezTo>
                      <a:pt x="919" y="352"/>
                      <a:pt x="939" y="256"/>
                      <a:pt x="865" y="161"/>
                    </a:cubicBezTo>
                    <a:cubicBezTo>
                      <a:pt x="811" y="90"/>
                      <a:pt x="702" y="14"/>
                      <a:pt x="600" y="8"/>
                    </a:cubicBezTo>
                    <a:cubicBezTo>
                      <a:pt x="544" y="4"/>
                      <a:pt x="497" y="21"/>
                      <a:pt x="460" y="5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16"/>
              <p:cNvSpPr/>
              <p:nvPr/>
            </p:nvSpPr>
            <p:spPr>
              <a:xfrm>
                <a:off x="9651538" y="2096576"/>
                <a:ext cx="401638" cy="301625"/>
              </a:xfrm>
              <a:custGeom>
                <a:rect b="b" l="l" r="r" t="t"/>
                <a:pathLst>
                  <a:path extrusionOk="0" h="302" w="401">
                    <a:moveTo>
                      <a:pt x="282" y="284"/>
                    </a:moveTo>
                    <a:cubicBezTo>
                      <a:pt x="187" y="284"/>
                      <a:pt x="59" y="256"/>
                      <a:pt x="26" y="240"/>
                    </a:cubicBezTo>
                    <a:cubicBezTo>
                      <a:pt x="14" y="234"/>
                      <a:pt x="6" y="220"/>
                      <a:pt x="4" y="199"/>
                    </a:cubicBezTo>
                    <a:cubicBezTo>
                      <a:pt x="0" y="151"/>
                      <a:pt x="27" y="73"/>
                      <a:pt x="74" y="37"/>
                    </a:cubicBezTo>
                    <a:cubicBezTo>
                      <a:pt x="123" y="0"/>
                      <a:pt x="192" y="35"/>
                      <a:pt x="253" y="66"/>
                    </a:cubicBezTo>
                    <a:cubicBezTo>
                      <a:pt x="272" y="76"/>
                      <a:pt x="291" y="85"/>
                      <a:pt x="308" y="92"/>
                    </a:cubicBezTo>
                    <a:cubicBezTo>
                      <a:pt x="356" y="111"/>
                      <a:pt x="396" y="163"/>
                      <a:pt x="399" y="209"/>
                    </a:cubicBezTo>
                    <a:cubicBezTo>
                      <a:pt x="401" y="236"/>
                      <a:pt x="390" y="257"/>
                      <a:pt x="368" y="269"/>
                    </a:cubicBezTo>
                    <a:cubicBezTo>
                      <a:pt x="349" y="280"/>
                      <a:pt x="318" y="284"/>
                      <a:pt x="282" y="284"/>
                    </a:cubicBezTo>
                    <a:close/>
                    <a:moveTo>
                      <a:pt x="124" y="25"/>
                    </a:moveTo>
                    <a:cubicBezTo>
                      <a:pt x="107" y="25"/>
                      <a:pt x="91" y="29"/>
                      <a:pt x="76" y="40"/>
                    </a:cubicBezTo>
                    <a:cubicBezTo>
                      <a:pt x="31" y="75"/>
                      <a:pt x="4" y="152"/>
                      <a:pt x="9" y="199"/>
                    </a:cubicBezTo>
                    <a:cubicBezTo>
                      <a:pt x="10" y="212"/>
                      <a:pt x="14" y="229"/>
                      <a:pt x="28" y="236"/>
                    </a:cubicBezTo>
                    <a:cubicBezTo>
                      <a:pt x="72" y="258"/>
                      <a:pt x="301" y="302"/>
                      <a:pt x="366" y="266"/>
                    </a:cubicBezTo>
                    <a:cubicBezTo>
                      <a:pt x="392" y="251"/>
                      <a:pt x="396" y="227"/>
                      <a:pt x="395" y="210"/>
                    </a:cubicBezTo>
                    <a:cubicBezTo>
                      <a:pt x="392" y="165"/>
                      <a:pt x="353" y="114"/>
                      <a:pt x="307" y="96"/>
                    </a:cubicBezTo>
                    <a:cubicBezTo>
                      <a:pt x="307" y="96"/>
                      <a:pt x="307" y="96"/>
                      <a:pt x="307" y="96"/>
                    </a:cubicBezTo>
                    <a:cubicBezTo>
                      <a:pt x="289" y="89"/>
                      <a:pt x="270" y="79"/>
                      <a:pt x="251" y="69"/>
                    </a:cubicBezTo>
                    <a:cubicBezTo>
                      <a:pt x="207" y="47"/>
                      <a:pt x="163" y="25"/>
                      <a:pt x="124" y="2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16"/>
              <p:cNvSpPr/>
              <p:nvPr/>
            </p:nvSpPr>
            <p:spPr>
              <a:xfrm>
                <a:off x="9811875" y="1490151"/>
                <a:ext cx="642937" cy="401638"/>
              </a:xfrm>
              <a:custGeom>
                <a:rect b="b" l="l" r="r" t="t"/>
                <a:pathLst>
                  <a:path extrusionOk="0" h="401" w="643">
                    <a:moveTo>
                      <a:pt x="308" y="393"/>
                    </a:moveTo>
                    <a:cubicBezTo>
                      <a:pt x="234" y="393"/>
                      <a:pt x="125" y="338"/>
                      <a:pt x="63" y="302"/>
                    </a:cubicBezTo>
                    <a:cubicBezTo>
                      <a:pt x="8" y="271"/>
                      <a:pt x="0" y="169"/>
                      <a:pt x="32" y="111"/>
                    </a:cubicBezTo>
                    <a:cubicBezTo>
                      <a:pt x="64" y="55"/>
                      <a:pt x="137" y="67"/>
                      <a:pt x="186" y="75"/>
                    </a:cubicBezTo>
                    <a:cubicBezTo>
                      <a:pt x="190" y="76"/>
                      <a:pt x="193" y="76"/>
                      <a:pt x="197" y="77"/>
                    </a:cubicBezTo>
                    <a:cubicBezTo>
                      <a:pt x="242" y="84"/>
                      <a:pt x="338" y="75"/>
                      <a:pt x="395" y="40"/>
                    </a:cubicBezTo>
                    <a:cubicBezTo>
                      <a:pt x="462" y="0"/>
                      <a:pt x="558" y="101"/>
                      <a:pt x="586" y="133"/>
                    </a:cubicBezTo>
                    <a:cubicBezTo>
                      <a:pt x="643" y="199"/>
                      <a:pt x="612" y="259"/>
                      <a:pt x="579" y="305"/>
                    </a:cubicBezTo>
                    <a:cubicBezTo>
                      <a:pt x="543" y="354"/>
                      <a:pt x="444" y="371"/>
                      <a:pt x="365" y="385"/>
                    </a:cubicBezTo>
                    <a:cubicBezTo>
                      <a:pt x="352" y="387"/>
                      <a:pt x="341" y="389"/>
                      <a:pt x="330" y="391"/>
                    </a:cubicBezTo>
                    <a:cubicBezTo>
                      <a:pt x="323" y="392"/>
                      <a:pt x="316" y="393"/>
                      <a:pt x="308" y="393"/>
                    </a:cubicBezTo>
                    <a:close/>
                    <a:moveTo>
                      <a:pt x="121" y="72"/>
                    </a:moveTo>
                    <a:cubicBezTo>
                      <a:pt x="87" y="72"/>
                      <a:pt x="54" y="81"/>
                      <a:pt x="36" y="113"/>
                    </a:cubicBezTo>
                    <a:cubicBezTo>
                      <a:pt x="5" y="169"/>
                      <a:pt x="13" y="269"/>
                      <a:pt x="65" y="299"/>
                    </a:cubicBezTo>
                    <a:cubicBezTo>
                      <a:pt x="133" y="337"/>
                      <a:pt x="258" y="401"/>
                      <a:pt x="329" y="387"/>
                    </a:cubicBezTo>
                    <a:cubicBezTo>
                      <a:pt x="340" y="385"/>
                      <a:pt x="352" y="383"/>
                      <a:pt x="364" y="381"/>
                    </a:cubicBezTo>
                    <a:cubicBezTo>
                      <a:pt x="439" y="368"/>
                      <a:pt x="541" y="350"/>
                      <a:pt x="575" y="303"/>
                    </a:cubicBezTo>
                    <a:cubicBezTo>
                      <a:pt x="624" y="236"/>
                      <a:pt x="627" y="186"/>
                      <a:pt x="583" y="136"/>
                    </a:cubicBezTo>
                    <a:cubicBezTo>
                      <a:pt x="555" y="104"/>
                      <a:pt x="461" y="5"/>
                      <a:pt x="397" y="44"/>
                    </a:cubicBezTo>
                    <a:cubicBezTo>
                      <a:pt x="339" y="79"/>
                      <a:pt x="242" y="88"/>
                      <a:pt x="196" y="81"/>
                    </a:cubicBezTo>
                    <a:cubicBezTo>
                      <a:pt x="193" y="80"/>
                      <a:pt x="189" y="80"/>
                      <a:pt x="185" y="79"/>
                    </a:cubicBezTo>
                    <a:cubicBezTo>
                      <a:pt x="166" y="76"/>
                      <a:pt x="144" y="72"/>
                      <a:pt x="121" y="7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16"/>
              <p:cNvSpPr/>
              <p:nvPr/>
            </p:nvSpPr>
            <p:spPr>
              <a:xfrm rot="-5103577">
                <a:off x="9597237" y="-316537"/>
                <a:ext cx="1608137" cy="1049339"/>
              </a:xfrm>
              <a:custGeom>
                <a:rect b="b" l="l" r="r" t="t"/>
                <a:pathLst>
                  <a:path extrusionOk="0" h="1048" w="1607">
                    <a:moveTo>
                      <a:pt x="1183" y="1023"/>
                    </a:moveTo>
                    <a:cubicBezTo>
                      <a:pt x="1083" y="1023"/>
                      <a:pt x="996" y="1006"/>
                      <a:pt x="968" y="992"/>
                    </a:cubicBezTo>
                    <a:cubicBezTo>
                      <a:pt x="897" y="957"/>
                      <a:pt x="674" y="923"/>
                      <a:pt x="551" y="915"/>
                    </a:cubicBezTo>
                    <a:cubicBezTo>
                      <a:pt x="440" y="908"/>
                      <a:pt x="227" y="836"/>
                      <a:pt x="177" y="778"/>
                    </a:cubicBezTo>
                    <a:cubicBezTo>
                      <a:pt x="140" y="734"/>
                      <a:pt x="129" y="673"/>
                      <a:pt x="119" y="614"/>
                    </a:cubicBezTo>
                    <a:cubicBezTo>
                      <a:pt x="114" y="587"/>
                      <a:pt x="110" y="561"/>
                      <a:pt x="103" y="537"/>
                    </a:cubicBezTo>
                    <a:cubicBezTo>
                      <a:pt x="94" y="505"/>
                      <a:pt x="79" y="468"/>
                      <a:pt x="64" y="429"/>
                    </a:cubicBezTo>
                    <a:cubicBezTo>
                      <a:pt x="42" y="373"/>
                      <a:pt x="19" y="315"/>
                      <a:pt x="11" y="267"/>
                    </a:cubicBezTo>
                    <a:cubicBezTo>
                      <a:pt x="2" y="218"/>
                      <a:pt x="68" y="154"/>
                      <a:pt x="108" y="120"/>
                    </a:cubicBezTo>
                    <a:cubicBezTo>
                      <a:pt x="165" y="73"/>
                      <a:pt x="238" y="29"/>
                      <a:pt x="285" y="14"/>
                    </a:cubicBezTo>
                    <a:cubicBezTo>
                      <a:pt x="328" y="0"/>
                      <a:pt x="401" y="29"/>
                      <a:pt x="485" y="62"/>
                    </a:cubicBezTo>
                    <a:cubicBezTo>
                      <a:pt x="581" y="99"/>
                      <a:pt x="690" y="142"/>
                      <a:pt x="776" y="128"/>
                    </a:cubicBezTo>
                    <a:cubicBezTo>
                      <a:pt x="983" y="95"/>
                      <a:pt x="1272" y="57"/>
                      <a:pt x="1401" y="106"/>
                    </a:cubicBezTo>
                    <a:cubicBezTo>
                      <a:pt x="1466" y="131"/>
                      <a:pt x="1530" y="239"/>
                      <a:pt x="1566" y="390"/>
                    </a:cubicBezTo>
                    <a:cubicBezTo>
                      <a:pt x="1604" y="544"/>
                      <a:pt x="1607" y="707"/>
                      <a:pt x="1572" y="825"/>
                    </a:cubicBezTo>
                    <a:cubicBezTo>
                      <a:pt x="1552" y="894"/>
                      <a:pt x="1503" y="946"/>
                      <a:pt x="1426" y="980"/>
                    </a:cubicBezTo>
                    <a:cubicBezTo>
                      <a:pt x="1352" y="1012"/>
                      <a:pt x="1263" y="1023"/>
                      <a:pt x="1183" y="1023"/>
                    </a:cubicBezTo>
                    <a:close/>
                    <a:moveTo>
                      <a:pt x="311" y="14"/>
                    </a:moveTo>
                    <a:cubicBezTo>
                      <a:pt x="302" y="14"/>
                      <a:pt x="294" y="15"/>
                      <a:pt x="286" y="18"/>
                    </a:cubicBezTo>
                    <a:cubicBezTo>
                      <a:pt x="193" y="48"/>
                      <a:pt x="0" y="188"/>
                      <a:pt x="15" y="266"/>
                    </a:cubicBezTo>
                    <a:cubicBezTo>
                      <a:pt x="23" y="314"/>
                      <a:pt x="46" y="372"/>
                      <a:pt x="68" y="428"/>
                    </a:cubicBezTo>
                    <a:cubicBezTo>
                      <a:pt x="83" y="467"/>
                      <a:pt x="98" y="504"/>
                      <a:pt x="107" y="536"/>
                    </a:cubicBezTo>
                    <a:cubicBezTo>
                      <a:pt x="114" y="560"/>
                      <a:pt x="118" y="586"/>
                      <a:pt x="123" y="613"/>
                    </a:cubicBezTo>
                    <a:cubicBezTo>
                      <a:pt x="133" y="672"/>
                      <a:pt x="143" y="732"/>
                      <a:pt x="180" y="775"/>
                    </a:cubicBezTo>
                    <a:cubicBezTo>
                      <a:pt x="229" y="831"/>
                      <a:pt x="443" y="904"/>
                      <a:pt x="552" y="911"/>
                    </a:cubicBezTo>
                    <a:cubicBezTo>
                      <a:pt x="657" y="918"/>
                      <a:pt x="893" y="950"/>
                      <a:pt x="970" y="989"/>
                    </a:cubicBezTo>
                    <a:cubicBezTo>
                      <a:pt x="1019" y="1013"/>
                      <a:pt x="1259" y="1048"/>
                      <a:pt x="1424" y="976"/>
                    </a:cubicBezTo>
                    <a:cubicBezTo>
                      <a:pt x="1500" y="943"/>
                      <a:pt x="1549" y="892"/>
                      <a:pt x="1568" y="824"/>
                    </a:cubicBezTo>
                    <a:cubicBezTo>
                      <a:pt x="1603" y="706"/>
                      <a:pt x="1600" y="544"/>
                      <a:pt x="1562" y="391"/>
                    </a:cubicBezTo>
                    <a:cubicBezTo>
                      <a:pt x="1526" y="242"/>
                      <a:pt x="1464" y="134"/>
                      <a:pt x="1400" y="110"/>
                    </a:cubicBezTo>
                    <a:cubicBezTo>
                      <a:pt x="1272" y="62"/>
                      <a:pt x="983" y="100"/>
                      <a:pt x="777" y="132"/>
                    </a:cubicBezTo>
                    <a:cubicBezTo>
                      <a:pt x="689" y="146"/>
                      <a:pt x="580" y="103"/>
                      <a:pt x="483" y="65"/>
                    </a:cubicBezTo>
                    <a:cubicBezTo>
                      <a:pt x="415" y="38"/>
                      <a:pt x="354" y="14"/>
                      <a:pt x="311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16"/>
              <p:cNvSpPr/>
              <p:nvPr/>
            </p:nvSpPr>
            <p:spPr>
              <a:xfrm rot="-5103577">
                <a:off x="9786815" y="-155485"/>
                <a:ext cx="1244600" cy="749299"/>
              </a:xfrm>
              <a:custGeom>
                <a:rect b="b" l="l" r="r" t="t"/>
                <a:pathLst>
                  <a:path extrusionOk="0" h="748" w="1243">
                    <a:moveTo>
                      <a:pt x="977" y="725"/>
                    </a:moveTo>
                    <a:cubicBezTo>
                      <a:pt x="857" y="725"/>
                      <a:pt x="711" y="705"/>
                      <a:pt x="655" y="690"/>
                    </a:cubicBezTo>
                    <a:cubicBezTo>
                      <a:pt x="613" y="678"/>
                      <a:pt x="527" y="663"/>
                      <a:pt x="436" y="648"/>
                    </a:cubicBezTo>
                    <a:cubicBezTo>
                      <a:pt x="320" y="628"/>
                      <a:pt x="200" y="607"/>
                      <a:pt x="154" y="590"/>
                    </a:cubicBezTo>
                    <a:cubicBezTo>
                      <a:pt x="84" y="566"/>
                      <a:pt x="55" y="453"/>
                      <a:pt x="34" y="371"/>
                    </a:cubicBezTo>
                    <a:cubicBezTo>
                      <a:pt x="30" y="355"/>
                      <a:pt x="27" y="340"/>
                      <a:pt x="23" y="328"/>
                    </a:cubicBezTo>
                    <a:cubicBezTo>
                      <a:pt x="0" y="249"/>
                      <a:pt x="4" y="134"/>
                      <a:pt x="92" y="69"/>
                    </a:cubicBezTo>
                    <a:cubicBezTo>
                      <a:pt x="186" y="0"/>
                      <a:pt x="356" y="49"/>
                      <a:pt x="386" y="61"/>
                    </a:cubicBezTo>
                    <a:cubicBezTo>
                      <a:pt x="448" y="88"/>
                      <a:pt x="645" y="90"/>
                      <a:pt x="741" y="72"/>
                    </a:cubicBezTo>
                    <a:cubicBezTo>
                      <a:pt x="839" y="55"/>
                      <a:pt x="1076" y="84"/>
                      <a:pt x="1161" y="202"/>
                    </a:cubicBezTo>
                    <a:cubicBezTo>
                      <a:pt x="1243" y="314"/>
                      <a:pt x="1218" y="639"/>
                      <a:pt x="1143" y="697"/>
                    </a:cubicBezTo>
                    <a:cubicBezTo>
                      <a:pt x="1115" y="718"/>
                      <a:pt x="1051" y="725"/>
                      <a:pt x="977" y="725"/>
                    </a:cubicBezTo>
                    <a:close/>
                    <a:moveTo>
                      <a:pt x="226" y="37"/>
                    </a:moveTo>
                    <a:cubicBezTo>
                      <a:pt x="179" y="37"/>
                      <a:pt x="131" y="46"/>
                      <a:pt x="95" y="72"/>
                    </a:cubicBezTo>
                    <a:cubicBezTo>
                      <a:pt x="8" y="136"/>
                      <a:pt x="4" y="249"/>
                      <a:pt x="27" y="327"/>
                    </a:cubicBezTo>
                    <a:cubicBezTo>
                      <a:pt x="31" y="339"/>
                      <a:pt x="34" y="354"/>
                      <a:pt x="38" y="370"/>
                    </a:cubicBezTo>
                    <a:cubicBezTo>
                      <a:pt x="59" y="451"/>
                      <a:pt x="87" y="562"/>
                      <a:pt x="155" y="587"/>
                    </a:cubicBezTo>
                    <a:cubicBezTo>
                      <a:pt x="201" y="603"/>
                      <a:pt x="321" y="623"/>
                      <a:pt x="437" y="643"/>
                    </a:cubicBezTo>
                    <a:cubicBezTo>
                      <a:pt x="528" y="659"/>
                      <a:pt x="614" y="674"/>
                      <a:pt x="656" y="686"/>
                    </a:cubicBezTo>
                    <a:cubicBezTo>
                      <a:pt x="747" y="711"/>
                      <a:pt x="1069" y="748"/>
                      <a:pt x="1140" y="693"/>
                    </a:cubicBezTo>
                    <a:cubicBezTo>
                      <a:pt x="1174" y="668"/>
                      <a:pt x="1201" y="578"/>
                      <a:pt x="1207" y="471"/>
                    </a:cubicBezTo>
                    <a:cubicBezTo>
                      <a:pt x="1213" y="355"/>
                      <a:pt x="1195" y="255"/>
                      <a:pt x="1158" y="204"/>
                    </a:cubicBezTo>
                    <a:cubicBezTo>
                      <a:pt x="1077" y="93"/>
                      <a:pt x="843" y="58"/>
                      <a:pt x="742" y="76"/>
                    </a:cubicBezTo>
                    <a:cubicBezTo>
                      <a:pt x="643" y="94"/>
                      <a:pt x="448" y="92"/>
                      <a:pt x="384" y="65"/>
                    </a:cubicBezTo>
                    <a:cubicBezTo>
                      <a:pt x="384" y="65"/>
                      <a:pt x="384" y="65"/>
                      <a:pt x="384" y="65"/>
                    </a:cubicBezTo>
                    <a:cubicBezTo>
                      <a:pt x="367" y="58"/>
                      <a:pt x="298" y="37"/>
                      <a:pt x="226" y="3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16"/>
              <p:cNvSpPr/>
              <p:nvPr/>
            </p:nvSpPr>
            <p:spPr>
              <a:xfrm rot="-5103576">
                <a:off x="9955278" y="50754"/>
                <a:ext cx="917575" cy="461964"/>
              </a:xfrm>
              <a:custGeom>
                <a:rect b="b" l="l" r="r" t="t"/>
                <a:pathLst>
                  <a:path extrusionOk="0" h="461" w="916">
                    <a:moveTo>
                      <a:pt x="682" y="453"/>
                    </a:moveTo>
                    <a:cubicBezTo>
                      <a:pt x="659" y="453"/>
                      <a:pt x="635" y="451"/>
                      <a:pt x="612" y="447"/>
                    </a:cubicBezTo>
                    <a:cubicBezTo>
                      <a:pt x="588" y="443"/>
                      <a:pt x="559" y="438"/>
                      <a:pt x="528" y="432"/>
                    </a:cubicBezTo>
                    <a:cubicBezTo>
                      <a:pt x="423" y="412"/>
                      <a:pt x="291" y="388"/>
                      <a:pt x="196" y="385"/>
                    </a:cubicBezTo>
                    <a:cubicBezTo>
                      <a:pt x="88" y="382"/>
                      <a:pt x="54" y="299"/>
                      <a:pt x="29" y="238"/>
                    </a:cubicBezTo>
                    <a:cubicBezTo>
                      <a:pt x="25" y="228"/>
                      <a:pt x="21" y="219"/>
                      <a:pt x="18" y="211"/>
                    </a:cubicBezTo>
                    <a:cubicBezTo>
                      <a:pt x="0" y="172"/>
                      <a:pt x="0" y="117"/>
                      <a:pt x="16" y="74"/>
                    </a:cubicBezTo>
                    <a:cubicBezTo>
                      <a:pt x="27" y="46"/>
                      <a:pt x="44" y="27"/>
                      <a:pt x="65" y="18"/>
                    </a:cubicBezTo>
                    <a:cubicBezTo>
                      <a:pt x="106" y="0"/>
                      <a:pt x="181" y="21"/>
                      <a:pt x="240" y="37"/>
                    </a:cubicBezTo>
                    <a:cubicBezTo>
                      <a:pt x="264" y="43"/>
                      <a:pt x="286" y="49"/>
                      <a:pt x="302" y="52"/>
                    </a:cubicBezTo>
                    <a:cubicBezTo>
                      <a:pt x="361" y="63"/>
                      <a:pt x="568" y="29"/>
                      <a:pt x="570" y="28"/>
                    </a:cubicBezTo>
                    <a:cubicBezTo>
                      <a:pt x="631" y="25"/>
                      <a:pt x="786" y="31"/>
                      <a:pt x="850" y="73"/>
                    </a:cubicBezTo>
                    <a:cubicBezTo>
                      <a:pt x="916" y="116"/>
                      <a:pt x="899" y="281"/>
                      <a:pt x="876" y="359"/>
                    </a:cubicBezTo>
                    <a:cubicBezTo>
                      <a:pt x="857" y="424"/>
                      <a:pt x="771" y="453"/>
                      <a:pt x="682" y="453"/>
                    </a:cubicBezTo>
                    <a:close/>
                    <a:moveTo>
                      <a:pt x="105" y="15"/>
                    </a:moveTo>
                    <a:cubicBezTo>
                      <a:pt x="90" y="15"/>
                      <a:pt x="77" y="17"/>
                      <a:pt x="66" y="22"/>
                    </a:cubicBezTo>
                    <a:cubicBezTo>
                      <a:pt x="47" y="30"/>
                      <a:pt x="31" y="49"/>
                      <a:pt x="20" y="76"/>
                    </a:cubicBezTo>
                    <a:cubicBezTo>
                      <a:pt x="4" y="118"/>
                      <a:pt x="4" y="172"/>
                      <a:pt x="21" y="209"/>
                    </a:cubicBezTo>
                    <a:cubicBezTo>
                      <a:pt x="25" y="218"/>
                      <a:pt x="29" y="227"/>
                      <a:pt x="33" y="236"/>
                    </a:cubicBezTo>
                    <a:cubicBezTo>
                      <a:pt x="59" y="299"/>
                      <a:pt x="91" y="378"/>
                      <a:pt x="196" y="381"/>
                    </a:cubicBezTo>
                    <a:cubicBezTo>
                      <a:pt x="291" y="384"/>
                      <a:pt x="423" y="408"/>
                      <a:pt x="529" y="428"/>
                    </a:cubicBezTo>
                    <a:cubicBezTo>
                      <a:pt x="560" y="434"/>
                      <a:pt x="589" y="439"/>
                      <a:pt x="613" y="443"/>
                    </a:cubicBezTo>
                    <a:cubicBezTo>
                      <a:pt x="721" y="461"/>
                      <a:pt x="848" y="438"/>
                      <a:pt x="872" y="358"/>
                    </a:cubicBezTo>
                    <a:cubicBezTo>
                      <a:pt x="895" y="281"/>
                      <a:pt x="912" y="118"/>
                      <a:pt x="848" y="77"/>
                    </a:cubicBezTo>
                    <a:cubicBezTo>
                      <a:pt x="788" y="38"/>
                      <a:pt x="637" y="28"/>
                      <a:pt x="570" y="32"/>
                    </a:cubicBezTo>
                    <a:cubicBezTo>
                      <a:pt x="562" y="34"/>
                      <a:pt x="361" y="67"/>
                      <a:pt x="302" y="56"/>
                    </a:cubicBezTo>
                    <a:cubicBezTo>
                      <a:pt x="285" y="54"/>
                      <a:pt x="263" y="48"/>
                      <a:pt x="239" y="41"/>
                    </a:cubicBezTo>
                    <a:cubicBezTo>
                      <a:pt x="196" y="29"/>
                      <a:pt x="145" y="15"/>
                      <a:pt x="105" y="1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16"/>
              <p:cNvSpPr/>
              <p:nvPr/>
            </p:nvSpPr>
            <p:spPr>
              <a:xfrm rot="-5103576">
                <a:off x="10191050" y="295476"/>
                <a:ext cx="423863" cy="192088"/>
              </a:xfrm>
              <a:custGeom>
                <a:rect b="b" l="l" r="r" t="t"/>
                <a:pathLst>
                  <a:path extrusionOk="0" h="192" w="423">
                    <a:moveTo>
                      <a:pt x="322" y="189"/>
                    </a:moveTo>
                    <a:cubicBezTo>
                      <a:pt x="293" y="189"/>
                      <a:pt x="260" y="186"/>
                      <a:pt x="227" y="183"/>
                    </a:cubicBezTo>
                    <a:cubicBezTo>
                      <a:pt x="193" y="180"/>
                      <a:pt x="159" y="177"/>
                      <a:pt x="128" y="177"/>
                    </a:cubicBezTo>
                    <a:cubicBezTo>
                      <a:pt x="68" y="177"/>
                      <a:pt x="38" y="155"/>
                      <a:pt x="23" y="136"/>
                    </a:cubicBezTo>
                    <a:cubicBezTo>
                      <a:pt x="5" y="113"/>
                      <a:pt x="0" y="84"/>
                      <a:pt x="8" y="53"/>
                    </a:cubicBezTo>
                    <a:cubicBezTo>
                      <a:pt x="19" y="9"/>
                      <a:pt x="87" y="0"/>
                      <a:pt x="143" y="0"/>
                    </a:cubicBezTo>
                    <a:cubicBezTo>
                      <a:pt x="250" y="0"/>
                      <a:pt x="321" y="10"/>
                      <a:pt x="354" y="29"/>
                    </a:cubicBezTo>
                    <a:cubicBezTo>
                      <a:pt x="354" y="29"/>
                      <a:pt x="354" y="29"/>
                      <a:pt x="354" y="29"/>
                    </a:cubicBezTo>
                    <a:cubicBezTo>
                      <a:pt x="382" y="46"/>
                      <a:pt x="422" y="95"/>
                      <a:pt x="423" y="135"/>
                    </a:cubicBezTo>
                    <a:cubicBezTo>
                      <a:pt x="423" y="151"/>
                      <a:pt x="416" y="164"/>
                      <a:pt x="402" y="173"/>
                    </a:cubicBezTo>
                    <a:cubicBezTo>
                      <a:pt x="383" y="186"/>
                      <a:pt x="355" y="189"/>
                      <a:pt x="322" y="189"/>
                    </a:cubicBezTo>
                    <a:close/>
                    <a:moveTo>
                      <a:pt x="143" y="4"/>
                    </a:moveTo>
                    <a:cubicBezTo>
                      <a:pt x="89" y="4"/>
                      <a:pt x="22" y="13"/>
                      <a:pt x="12" y="54"/>
                    </a:cubicBezTo>
                    <a:cubicBezTo>
                      <a:pt x="4" y="83"/>
                      <a:pt x="10" y="112"/>
                      <a:pt x="26" y="133"/>
                    </a:cubicBezTo>
                    <a:cubicBezTo>
                      <a:pt x="41" y="151"/>
                      <a:pt x="70" y="173"/>
                      <a:pt x="128" y="173"/>
                    </a:cubicBezTo>
                    <a:cubicBezTo>
                      <a:pt x="159" y="173"/>
                      <a:pt x="194" y="176"/>
                      <a:pt x="227" y="179"/>
                    </a:cubicBezTo>
                    <a:cubicBezTo>
                      <a:pt x="298" y="186"/>
                      <a:pt x="366" y="192"/>
                      <a:pt x="400" y="170"/>
                    </a:cubicBezTo>
                    <a:cubicBezTo>
                      <a:pt x="413" y="162"/>
                      <a:pt x="419" y="150"/>
                      <a:pt x="419" y="135"/>
                    </a:cubicBezTo>
                    <a:cubicBezTo>
                      <a:pt x="418" y="97"/>
                      <a:pt x="378" y="49"/>
                      <a:pt x="352" y="33"/>
                    </a:cubicBezTo>
                    <a:cubicBezTo>
                      <a:pt x="320" y="14"/>
                      <a:pt x="249" y="4"/>
                      <a:pt x="14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2" name="Google Shape;612;p16"/>
            <p:cNvGrpSpPr/>
            <p:nvPr/>
          </p:nvGrpSpPr>
          <p:grpSpPr>
            <a:xfrm>
              <a:off x="-762028" y="2973166"/>
              <a:ext cx="2517069" cy="3153290"/>
              <a:chOff x="-762028" y="2973166"/>
              <a:chExt cx="2517069" cy="3153290"/>
            </a:xfrm>
          </p:grpSpPr>
          <p:sp>
            <p:nvSpPr>
              <p:cNvPr id="613" name="Google Shape;613;p16"/>
              <p:cNvSpPr/>
              <p:nvPr/>
            </p:nvSpPr>
            <p:spPr>
              <a:xfrm rot="6506637">
                <a:off x="-566673" y="3158154"/>
                <a:ext cx="1428849" cy="1441551"/>
              </a:xfrm>
              <a:custGeom>
                <a:rect b="b" l="l" r="r" t="t"/>
                <a:pathLst>
                  <a:path extrusionOk="0" h="1439" w="1428">
                    <a:moveTo>
                      <a:pt x="527" y="1417"/>
                    </a:moveTo>
                    <a:cubicBezTo>
                      <a:pt x="397" y="1417"/>
                      <a:pt x="261" y="1399"/>
                      <a:pt x="201" y="1375"/>
                    </a:cubicBezTo>
                    <a:cubicBezTo>
                      <a:pt x="106" y="1337"/>
                      <a:pt x="151" y="1168"/>
                      <a:pt x="184" y="1044"/>
                    </a:cubicBezTo>
                    <a:cubicBezTo>
                      <a:pt x="190" y="1021"/>
                      <a:pt x="195" y="1000"/>
                      <a:pt x="200" y="981"/>
                    </a:cubicBezTo>
                    <a:cubicBezTo>
                      <a:pt x="213" y="922"/>
                      <a:pt x="157" y="837"/>
                      <a:pt x="103" y="754"/>
                    </a:cubicBezTo>
                    <a:cubicBezTo>
                      <a:pt x="52" y="677"/>
                      <a:pt x="0" y="597"/>
                      <a:pt x="0" y="535"/>
                    </a:cubicBezTo>
                    <a:cubicBezTo>
                      <a:pt x="0" y="410"/>
                      <a:pt x="187" y="349"/>
                      <a:pt x="305" y="341"/>
                    </a:cubicBezTo>
                    <a:cubicBezTo>
                      <a:pt x="406" y="334"/>
                      <a:pt x="480" y="287"/>
                      <a:pt x="569" y="176"/>
                    </a:cubicBezTo>
                    <a:cubicBezTo>
                      <a:pt x="612" y="122"/>
                      <a:pt x="712" y="67"/>
                      <a:pt x="825" y="35"/>
                    </a:cubicBezTo>
                    <a:cubicBezTo>
                      <a:pt x="946" y="0"/>
                      <a:pt x="1047" y="2"/>
                      <a:pt x="1096" y="39"/>
                    </a:cubicBezTo>
                    <a:cubicBezTo>
                      <a:pt x="1157" y="85"/>
                      <a:pt x="1357" y="246"/>
                      <a:pt x="1348" y="362"/>
                    </a:cubicBezTo>
                    <a:cubicBezTo>
                      <a:pt x="1341" y="460"/>
                      <a:pt x="1377" y="730"/>
                      <a:pt x="1414" y="852"/>
                    </a:cubicBezTo>
                    <a:cubicBezTo>
                      <a:pt x="1428" y="897"/>
                      <a:pt x="1419" y="947"/>
                      <a:pt x="1389" y="998"/>
                    </a:cubicBezTo>
                    <a:cubicBezTo>
                      <a:pt x="1346" y="1071"/>
                      <a:pt x="1265" y="1130"/>
                      <a:pt x="1188" y="1146"/>
                    </a:cubicBezTo>
                    <a:cubicBezTo>
                      <a:pt x="1057" y="1173"/>
                      <a:pt x="894" y="1294"/>
                      <a:pt x="808" y="1364"/>
                    </a:cubicBezTo>
                    <a:cubicBezTo>
                      <a:pt x="761" y="1402"/>
                      <a:pt x="647" y="1417"/>
                      <a:pt x="527" y="1417"/>
                    </a:cubicBezTo>
                    <a:close/>
                    <a:moveTo>
                      <a:pt x="983" y="14"/>
                    </a:moveTo>
                    <a:cubicBezTo>
                      <a:pt x="843" y="14"/>
                      <a:pt x="641" y="93"/>
                      <a:pt x="572" y="178"/>
                    </a:cubicBezTo>
                    <a:cubicBezTo>
                      <a:pt x="482" y="291"/>
                      <a:pt x="407" y="338"/>
                      <a:pt x="305" y="345"/>
                    </a:cubicBezTo>
                    <a:cubicBezTo>
                      <a:pt x="189" y="353"/>
                      <a:pt x="4" y="412"/>
                      <a:pt x="4" y="535"/>
                    </a:cubicBezTo>
                    <a:cubicBezTo>
                      <a:pt x="4" y="596"/>
                      <a:pt x="56" y="675"/>
                      <a:pt x="106" y="752"/>
                    </a:cubicBezTo>
                    <a:cubicBezTo>
                      <a:pt x="163" y="839"/>
                      <a:pt x="217" y="922"/>
                      <a:pt x="204" y="982"/>
                    </a:cubicBezTo>
                    <a:cubicBezTo>
                      <a:pt x="199" y="1001"/>
                      <a:pt x="194" y="1022"/>
                      <a:pt x="188" y="1045"/>
                    </a:cubicBezTo>
                    <a:cubicBezTo>
                      <a:pt x="155" y="1167"/>
                      <a:pt x="111" y="1335"/>
                      <a:pt x="202" y="1371"/>
                    </a:cubicBezTo>
                    <a:cubicBezTo>
                      <a:pt x="317" y="1417"/>
                      <a:pt x="709" y="1439"/>
                      <a:pt x="806" y="1360"/>
                    </a:cubicBezTo>
                    <a:cubicBezTo>
                      <a:pt x="891" y="1291"/>
                      <a:pt x="1055" y="1169"/>
                      <a:pt x="1187" y="1142"/>
                    </a:cubicBezTo>
                    <a:cubicBezTo>
                      <a:pt x="1263" y="1126"/>
                      <a:pt x="1343" y="1067"/>
                      <a:pt x="1386" y="995"/>
                    </a:cubicBezTo>
                    <a:cubicBezTo>
                      <a:pt x="1406" y="961"/>
                      <a:pt x="1427" y="908"/>
                      <a:pt x="1410" y="853"/>
                    </a:cubicBezTo>
                    <a:cubicBezTo>
                      <a:pt x="1373" y="731"/>
                      <a:pt x="1337" y="460"/>
                      <a:pt x="1344" y="361"/>
                    </a:cubicBezTo>
                    <a:cubicBezTo>
                      <a:pt x="1352" y="248"/>
                      <a:pt x="1154" y="88"/>
                      <a:pt x="1094" y="42"/>
                    </a:cubicBezTo>
                    <a:cubicBezTo>
                      <a:pt x="1068" y="23"/>
                      <a:pt x="1029" y="14"/>
                      <a:pt x="983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16"/>
              <p:cNvSpPr/>
              <p:nvPr/>
            </p:nvSpPr>
            <p:spPr>
              <a:xfrm rot="6506642">
                <a:off x="-198064" y="3563437"/>
                <a:ext cx="944630" cy="820795"/>
              </a:xfrm>
              <a:custGeom>
                <a:rect b="b" l="l" r="r" t="t"/>
                <a:pathLst>
                  <a:path extrusionOk="0" h="819" w="943">
                    <a:moveTo>
                      <a:pt x="448" y="775"/>
                    </a:moveTo>
                    <a:cubicBezTo>
                      <a:pt x="266" y="775"/>
                      <a:pt x="86" y="619"/>
                      <a:pt x="47" y="583"/>
                    </a:cubicBezTo>
                    <a:cubicBezTo>
                      <a:pt x="15" y="553"/>
                      <a:pt x="0" y="422"/>
                      <a:pt x="2" y="375"/>
                    </a:cubicBezTo>
                    <a:cubicBezTo>
                      <a:pt x="6" y="300"/>
                      <a:pt x="107" y="234"/>
                      <a:pt x="236" y="223"/>
                    </a:cubicBezTo>
                    <a:cubicBezTo>
                      <a:pt x="360" y="212"/>
                      <a:pt x="455" y="58"/>
                      <a:pt x="456" y="56"/>
                    </a:cubicBezTo>
                    <a:cubicBezTo>
                      <a:pt x="457" y="56"/>
                      <a:pt x="457" y="56"/>
                      <a:pt x="457" y="56"/>
                    </a:cubicBezTo>
                    <a:cubicBezTo>
                      <a:pt x="495" y="18"/>
                      <a:pt x="543" y="0"/>
                      <a:pt x="600" y="4"/>
                    </a:cubicBezTo>
                    <a:cubicBezTo>
                      <a:pt x="703" y="10"/>
                      <a:pt x="813" y="86"/>
                      <a:pt x="869" y="158"/>
                    </a:cubicBezTo>
                    <a:cubicBezTo>
                      <a:pt x="943" y="255"/>
                      <a:pt x="923" y="352"/>
                      <a:pt x="905" y="437"/>
                    </a:cubicBezTo>
                    <a:cubicBezTo>
                      <a:pt x="902" y="450"/>
                      <a:pt x="900" y="462"/>
                      <a:pt x="897" y="474"/>
                    </a:cubicBezTo>
                    <a:cubicBezTo>
                      <a:pt x="879" y="571"/>
                      <a:pt x="736" y="706"/>
                      <a:pt x="526" y="765"/>
                    </a:cubicBezTo>
                    <a:cubicBezTo>
                      <a:pt x="500" y="772"/>
                      <a:pt x="474" y="775"/>
                      <a:pt x="448" y="775"/>
                    </a:cubicBezTo>
                    <a:close/>
                    <a:moveTo>
                      <a:pt x="460" y="58"/>
                    </a:moveTo>
                    <a:cubicBezTo>
                      <a:pt x="456" y="65"/>
                      <a:pt x="361" y="217"/>
                      <a:pt x="236" y="227"/>
                    </a:cubicBezTo>
                    <a:cubicBezTo>
                      <a:pt x="111" y="238"/>
                      <a:pt x="10" y="303"/>
                      <a:pt x="7" y="375"/>
                    </a:cubicBezTo>
                    <a:cubicBezTo>
                      <a:pt x="4" y="421"/>
                      <a:pt x="19" y="552"/>
                      <a:pt x="50" y="580"/>
                    </a:cubicBezTo>
                    <a:cubicBezTo>
                      <a:pt x="77" y="605"/>
                      <a:pt x="317" y="819"/>
                      <a:pt x="525" y="761"/>
                    </a:cubicBezTo>
                    <a:cubicBezTo>
                      <a:pt x="733" y="702"/>
                      <a:pt x="876" y="569"/>
                      <a:pt x="893" y="474"/>
                    </a:cubicBezTo>
                    <a:cubicBezTo>
                      <a:pt x="896" y="461"/>
                      <a:pt x="898" y="449"/>
                      <a:pt x="901" y="436"/>
                    </a:cubicBezTo>
                    <a:cubicBezTo>
                      <a:pt x="919" y="352"/>
                      <a:pt x="939" y="256"/>
                      <a:pt x="865" y="161"/>
                    </a:cubicBezTo>
                    <a:cubicBezTo>
                      <a:pt x="811" y="90"/>
                      <a:pt x="702" y="14"/>
                      <a:pt x="600" y="8"/>
                    </a:cubicBezTo>
                    <a:cubicBezTo>
                      <a:pt x="544" y="4"/>
                      <a:pt x="497" y="21"/>
                      <a:pt x="460" y="5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6"/>
              <p:cNvSpPr/>
              <p:nvPr/>
            </p:nvSpPr>
            <p:spPr>
              <a:xfrm rot="6506640">
                <a:off x="-410228" y="3343733"/>
                <a:ext cx="401665" cy="301646"/>
              </a:xfrm>
              <a:custGeom>
                <a:rect b="b" l="l" r="r" t="t"/>
                <a:pathLst>
                  <a:path extrusionOk="0" h="302" w="401">
                    <a:moveTo>
                      <a:pt x="282" y="284"/>
                    </a:moveTo>
                    <a:cubicBezTo>
                      <a:pt x="187" y="284"/>
                      <a:pt x="59" y="256"/>
                      <a:pt x="26" y="240"/>
                    </a:cubicBezTo>
                    <a:cubicBezTo>
                      <a:pt x="14" y="234"/>
                      <a:pt x="6" y="220"/>
                      <a:pt x="4" y="199"/>
                    </a:cubicBezTo>
                    <a:cubicBezTo>
                      <a:pt x="0" y="151"/>
                      <a:pt x="27" y="73"/>
                      <a:pt x="74" y="37"/>
                    </a:cubicBezTo>
                    <a:cubicBezTo>
                      <a:pt x="123" y="0"/>
                      <a:pt x="192" y="35"/>
                      <a:pt x="253" y="66"/>
                    </a:cubicBezTo>
                    <a:cubicBezTo>
                      <a:pt x="272" y="76"/>
                      <a:pt x="291" y="85"/>
                      <a:pt x="308" y="92"/>
                    </a:cubicBezTo>
                    <a:cubicBezTo>
                      <a:pt x="356" y="111"/>
                      <a:pt x="396" y="163"/>
                      <a:pt x="399" y="209"/>
                    </a:cubicBezTo>
                    <a:cubicBezTo>
                      <a:pt x="401" y="236"/>
                      <a:pt x="390" y="257"/>
                      <a:pt x="368" y="269"/>
                    </a:cubicBezTo>
                    <a:cubicBezTo>
                      <a:pt x="349" y="280"/>
                      <a:pt x="318" y="284"/>
                      <a:pt x="282" y="284"/>
                    </a:cubicBezTo>
                    <a:close/>
                    <a:moveTo>
                      <a:pt x="124" y="25"/>
                    </a:moveTo>
                    <a:cubicBezTo>
                      <a:pt x="107" y="25"/>
                      <a:pt x="91" y="29"/>
                      <a:pt x="76" y="40"/>
                    </a:cubicBezTo>
                    <a:cubicBezTo>
                      <a:pt x="31" y="75"/>
                      <a:pt x="4" y="152"/>
                      <a:pt x="9" y="199"/>
                    </a:cubicBezTo>
                    <a:cubicBezTo>
                      <a:pt x="10" y="212"/>
                      <a:pt x="14" y="229"/>
                      <a:pt x="28" y="236"/>
                    </a:cubicBezTo>
                    <a:cubicBezTo>
                      <a:pt x="72" y="258"/>
                      <a:pt x="301" y="302"/>
                      <a:pt x="366" y="266"/>
                    </a:cubicBezTo>
                    <a:cubicBezTo>
                      <a:pt x="392" y="251"/>
                      <a:pt x="396" y="227"/>
                      <a:pt x="395" y="210"/>
                    </a:cubicBezTo>
                    <a:cubicBezTo>
                      <a:pt x="392" y="165"/>
                      <a:pt x="353" y="114"/>
                      <a:pt x="307" y="96"/>
                    </a:cubicBezTo>
                    <a:cubicBezTo>
                      <a:pt x="307" y="96"/>
                      <a:pt x="307" y="96"/>
                      <a:pt x="307" y="96"/>
                    </a:cubicBezTo>
                    <a:cubicBezTo>
                      <a:pt x="289" y="89"/>
                      <a:pt x="270" y="79"/>
                      <a:pt x="251" y="69"/>
                    </a:cubicBezTo>
                    <a:cubicBezTo>
                      <a:pt x="207" y="47"/>
                      <a:pt x="163" y="25"/>
                      <a:pt x="124" y="2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16"/>
              <p:cNvSpPr/>
              <p:nvPr/>
            </p:nvSpPr>
            <p:spPr>
              <a:xfrm rot="6506643">
                <a:off x="-91917" y="3736346"/>
                <a:ext cx="642983" cy="401665"/>
              </a:xfrm>
              <a:custGeom>
                <a:rect b="b" l="l" r="r" t="t"/>
                <a:pathLst>
                  <a:path extrusionOk="0" h="401" w="643">
                    <a:moveTo>
                      <a:pt x="308" y="393"/>
                    </a:moveTo>
                    <a:cubicBezTo>
                      <a:pt x="234" y="393"/>
                      <a:pt x="125" y="338"/>
                      <a:pt x="63" y="302"/>
                    </a:cubicBezTo>
                    <a:cubicBezTo>
                      <a:pt x="8" y="271"/>
                      <a:pt x="0" y="169"/>
                      <a:pt x="32" y="111"/>
                    </a:cubicBezTo>
                    <a:cubicBezTo>
                      <a:pt x="64" y="55"/>
                      <a:pt x="137" y="67"/>
                      <a:pt x="186" y="75"/>
                    </a:cubicBezTo>
                    <a:cubicBezTo>
                      <a:pt x="190" y="76"/>
                      <a:pt x="193" y="76"/>
                      <a:pt x="197" y="77"/>
                    </a:cubicBezTo>
                    <a:cubicBezTo>
                      <a:pt x="242" y="84"/>
                      <a:pt x="338" y="75"/>
                      <a:pt x="395" y="40"/>
                    </a:cubicBezTo>
                    <a:cubicBezTo>
                      <a:pt x="462" y="0"/>
                      <a:pt x="558" y="101"/>
                      <a:pt x="586" y="133"/>
                    </a:cubicBezTo>
                    <a:cubicBezTo>
                      <a:pt x="643" y="199"/>
                      <a:pt x="612" y="259"/>
                      <a:pt x="579" y="305"/>
                    </a:cubicBezTo>
                    <a:cubicBezTo>
                      <a:pt x="543" y="354"/>
                      <a:pt x="444" y="371"/>
                      <a:pt x="365" y="385"/>
                    </a:cubicBezTo>
                    <a:cubicBezTo>
                      <a:pt x="352" y="387"/>
                      <a:pt x="341" y="389"/>
                      <a:pt x="330" y="391"/>
                    </a:cubicBezTo>
                    <a:cubicBezTo>
                      <a:pt x="323" y="392"/>
                      <a:pt x="316" y="393"/>
                      <a:pt x="308" y="393"/>
                    </a:cubicBezTo>
                    <a:close/>
                    <a:moveTo>
                      <a:pt x="121" y="72"/>
                    </a:moveTo>
                    <a:cubicBezTo>
                      <a:pt x="87" y="72"/>
                      <a:pt x="54" y="81"/>
                      <a:pt x="36" y="113"/>
                    </a:cubicBezTo>
                    <a:cubicBezTo>
                      <a:pt x="5" y="169"/>
                      <a:pt x="13" y="269"/>
                      <a:pt x="65" y="299"/>
                    </a:cubicBezTo>
                    <a:cubicBezTo>
                      <a:pt x="133" y="337"/>
                      <a:pt x="258" y="401"/>
                      <a:pt x="329" y="387"/>
                    </a:cubicBezTo>
                    <a:cubicBezTo>
                      <a:pt x="340" y="385"/>
                      <a:pt x="352" y="383"/>
                      <a:pt x="364" y="381"/>
                    </a:cubicBezTo>
                    <a:cubicBezTo>
                      <a:pt x="439" y="368"/>
                      <a:pt x="541" y="350"/>
                      <a:pt x="575" y="303"/>
                    </a:cubicBezTo>
                    <a:cubicBezTo>
                      <a:pt x="624" y="236"/>
                      <a:pt x="627" y="186"/>
                      <a:pt x="583" y="136"/>
                    </a:cubicBezTo>
                    <a:cubicBezTo>
                      <a:pt x="555" y="104"/>
                      <a:pt x="461" y="5"/>
                      <a:pt x="397" y="44"/>
                    </a:cubicBezTo>
                    <a:cubicBezTo>
                      <a:pt x="339" y="79"/>
                      <a:pt x="242" y="88"/>
                      <a:pt x="196" y="81"/>
                    </a:cubicBezTo>
                    <a:cubicBezTo>
                      <a:pt x="193" y="80"/>
                      <a:pt x="189" y="80"/>
                      <a:pt x="185" y="79"/>
                    </a:cubicBezTo>
                    <a:cubicBezTo>
                      <a:pt x="166" y="76"/>
                      <a:pt x="144" y="72"/>
                      <a:pt x="121" y="7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16"/>
              <p:cNvSpPr/>
              <p:nvPr/>
            </p:nvSpPr>
            <p:spPr>
              <a:xfrm rot="1403065">
                <a:off x="4584" y="4800984"/>
                <a:ext cx="1608252" cy="1049412"/>
              </a:xfrm>
              <a:custGeom>
                <a:rect b="b" l="l" r="r" t="t"/>
                <a:pathLst>
                  <a:path extrusionOk="0" h="1048" w="1607">
                    <a:moveTo>
                      <a:pt x="1183" y="1023"/>
                    </a:moveTo>
                    <a:cubicBezTo>
                      <a:pt x="1083" y="1023"/>
                      <a:pt x="996" y="1006"/>
                      <a:pt x="968" y="992"/>
                    </a:cubicBezTo>
                    <a:cubicBezTo>
                      <a:pt x="897" y="957"/>
                      <a:pt x="674" y="923"/>
                      <a:pt x="551" y="915"/>
                    </a:cubicBezTo>
                    <a:cubicBezTo>
                      <a:pt x="440" y="908"/>
                      <a:pt x="227" y="836"/>
                      <a:pt x="177" y="778"/>
                    </a:cubicBezTo>
                    <a:cubicBezTo>
                      <a:pt x="140" y="734"/>
                      <a:pt x="129" y="673"/>
                      <a:pt x="119" y="614"/>
                    </a:cubicBezTo>
                    <a:cubicBezTo>
                      <a:pt x="114" y="587"/>
                      <a:pt x="110" y="561"/>
                      <a:pt x="103" y="537"/>
                    </a:cubicBezTo>
                    <a:cubicBezTo>
                      <a:pt x="94" y="505"/>
                      <a:pt x="79" y="468"/>
                      <a:pt x="64" y="429"/>
                    </a:cubicBezTo>
                    <a:cubicBezTo>
                      <a:pt x="42" y="373"/>
                      <a:pt x="19" y="315"/>
                      <a:pt x="11" y="267"/>
                    </a:cubicBezTo>
                    <a:cubicBezTo>
                      <a:pt x="2" y="218"/>
                      <a:pt x="68" y="154"/>
                      <a:pt x="108" y="120"/>
                    </a:cubicBezTo>
                    <a:cubicBezTo>
                      <a:pt x="165" y="73"/>
                      <a:pt x="238" y="29"/>
                      <a:pt x="285" y="14"/>
                    </a:cubicBezTo>
                    <a:cubicBezTo>
                      <a:pt x="328" y="0"/>
                      <a:pt x="401" y="29"/>
                      <a:pt x="485" y="62"/>
                    </a:cubicBezTo>
                    <a:cubicBezTo>
                      <a:pt x="581" y="99"/>
                      <a:pt x="690" y="142"/>
                      <a:pt x="776" y="128"/>
                    </a:cubicBezTo>
                    <a:cubicBezTo>
                      <a:pt x="983" y="95"/>
                      <a:pt x="1272" y="57"/>
                      <a:pt x="1401" y="106"/>
                    </a:cubicBezTo>
                    <a:cubicBezTo>
                      <a:pt x="1466" y="131"/>
                      <a:pt x="1530" y="239"/>
                      <a:pt x="1566" y="390"/>
                    </a:cubicBezTo>
                    <a:cubicBezTo>
                      <a:pt x="1604" y="544"/>
                      <a:pt x="1607" y="707"/>
                      <a:pt x="1572" y="825"/>
                    </a:cubicBezTo>
                    <a:cubicBezTo>
                      <a:pt x="1552" y="894"/>
                      <a:pt x="1503" y="946"/>
                      <a:pt x="1426" y="980"/>
                    </a:cubicBezTo>
                    <a:cubicBezTo>
                      <a:pt x="1352" y="1012"/>
                      <a:pt x="1263" y="1023"/>
                      <a:pt x="1183" y="1023"/>
                    </a:cubicBezTo>
                    <a:close/>
                    <a:moveTo>
                      <a:pt x="311" y="14"/>
                    </a:moveTo>
                    <a:cubicBezTo>
                      <a:pt x="302" y="14"/>
                      <a:pt x="294" y="15"/>
                      <a:pt x="286" y="18"/>
                    </a:cubicBezTo>
                    <a:cubicBezTo>
                      <a:pt x="193" y="48"/>
                      <a:pt x="0" y="188"/>
                      <a:pt x="15" y="266"/>
                    </a:cubicBezTo>
                    <a:cubicBezTo>
                      <a:pt x="23" y="314"/>
                      <a:pt x="46" y="372"/>
                      <a:pt x="68" y="428"/>
                    </a:cubicBezTo>
                    <a:cubicBezTo>
                      <a:pt x="83" y="467"/>
                      <a:pt x="98" y="504"/>
                      <a:pt x="107" y="536"/>
                    </a:cubicBezTo>
                    <a:cubicBezTo>
                      <a:pt x="114" y="560"/>
                      <a:pt x="118" y="586"/>
                      <a:pt x="123" y="613"/>
                    </a:cubicBezTo>
                    <a:cubicBezTo>
                      <a:pt x="133" y="672"/>
                      <a:pt x="143" y="732"/>
                      <a:pt x="180" y="775"/>
                    </a:cubicBezTo>
                    <a:cubicBezTo>
                      <a:pt x="229" y="831"/>
                      <a:pt x="443" y="904"/>
                      <a:pt x="552" y="911"/>
                    </a:cubicBezTo>
                    <a:cubicBezTo>
                      <a:pt x="657" y="918"/>
                      <a:pt x="893" y="950"/>
                      <a:pt x="970" y="989"/>
                    </a:cubicBezTo>
                    <a:cubicBezTo>
                      <a:pt x="1019" y="1013"/>
                      <a:pt x="1259" y="1048"/>
                      <a:pt x="1424" y="976"/>
                    </a:cubicBezTo>
                    <a:cubicBezTo>
                      <a:pt x="1500" y="943"/>
                      <a:pt x="1549" y="892"/>
                      <a:pt x="1568" y="824"/>
                    </a:cubicBezTo>
                    <a:cubicBezTo>
                      <a:pt x="1603" y="706"/>
                      <a:pt x="1600" y="544"/>
                      <a:pt x="1562" y="391"/>
                    </a:cubicBezTo>
                    <a:cubicBezTo>
                      <a:pt x="1526" y="242"/>
                      <a:pt x="1464" y="134"/>
                      <a:pt x="1400" y="110"/>
                    </a:cubicBezTo>
                    <a:cubicBezTo>
                      <a:pt x="1272" y="62"/>
                      <a:pt x="983" y="100"/>
                      <a:pt x="777" y="132"/>
                    </a:cubicBezTo>
                    <a:cubicBezTo>
                      <a:pt x="689" y="146"/>
                      <a:pt x="580" y="103"/>
                      <a:pt x="483" y="65"/>
                    </a:cubicBezTo>
                    <a:cubicBezTo>
                      <a:pt x="415" y="38"/>
                      <a:pt x="354" y="14"/>
                      <a:pt x="311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6"/>
              <p:cNvSpPr/>
              <p:nvPr/>
            </p:nvSpPr>
            <p:spPr>
              <a:xfrm rot="1403065">
                <a:off x="173427" y="4954932"/>
                <a:ext cx="1244689" cy="749351"/>
              </a:xfrm>
              <a:custGeom>
                <a:rect b="b" l="l" r="r" t="t"/>
                <a:pathLst>
                  <a:path extrusionOk="0" h="748" w="1243">
                    <a:moveTo>
                      <a:pt x="977" y="725"/>
                    </a:moveTo>
                    <a:cubicBezTo>
                      <a:pt x="857" y="725"/>
                      <a:pt x="711" y="705"/>
                      <a:pt x="655" y="690"/>
                    </a:cubicBezTo>
                    <a:cubicBezTo>
                      <a:pt x="613" y="678"/>
                      <a:pt x="527" y="663"/>
                      <a:pt x="436" y="648"/>
                    </a:cubicBezTo>
                    <a:cubicBezTo>
                      <a:pt x="320" y="628"/>
                      <a:pt x="200" y="607"/>
                      <a:pt x="154" y="590"/>
                    </a:cubicBezTo>
                    <a:cubicBezTo>
                      <a:pt x="84" y="566"/>
                      <a:pt x="55" y="453"/>
                      <a:pt x="34" y="371"/>
                    </a:cubicBezTo>
                    <a:cubicBezTo>
                      <a:pt x="30" y="355"/>
                      <a:pt x="27" y="340"/>
                      <a:pt x="23" y="328"/>
                    </a:cubicBezTo>
                    <a:cubicBezTo>
                      <a:pt x="0" y="249"/>
                      <a:pt x="4" y="134"/>
                      <a:pt x="92" y="69"/>
                    </a:cubicBezTo>
                    <a:cubicBezTo>
                      <a:pt x="186" y="0"/>
                      <a:pt x="356" y="49"/>
                      <a:pt x="386" y="61"/>
                    </a:cubicBezTo>
                    <a:cubicBezTo>
                      <a:pt x="448" y="88"/>
                      <a:pt x="645" y="90"/>
                      <a:pt x="741" y="72"/>
                    </a:cubicBezTo>
                    <a:cubicBezTo>
                      <a:pt x="839" y="55"/>
                      <a:pt x="1076" y="84"/>
                      <a:pt x="1161" y="202"/>
                    </a:cubicBezTo>
                    <a:cubicBezTo>
                      <a:pt x="1243" y="314"/>
                      <a:pt x="1218" y="639"/>
                      <a:pt x="1143" y="697"/>
                    </a:cubicBezTo>
                    <a:cubicBezTo>
                      <a:pt x="1115" y="718"/>
                      <a:pt x="1051" y="725"/>
                      <a:pt x="977" y="725"/>
                    </a:cubicBezTo>
                    <a:close/>
                    <a:moveTo>
                      <a:pt x="226" y="37"/>
                    </a:moveTo>
                    <a:cubicBezTo>
                      <a:pt x="179" y="37"/>
                      <a:pt x="131" y="46"/>
                      <a:pt x="95" y="72"/>
                    </a:cubicBezTo>
                    <a:cubicBezTo>
                      <a:pt x="8" y="136"/>
                      <a:pt x="4" y="249"/>
                      <a:pt x="27" y="327"/>
                    </a:cubicBezTo>
                    <a:cubicBezTo>
                      <a:pt x="31" y="339"/>
                      <a:pt x="34" y="354"/>
                      <a:pt x="38" y="370"/>
                    </a:cubicBezTo>
                    <a:cubicBezTo>
                      <a:pt x="59" y="451"/>
                      <a:pt x="87" y="562"/>
                      <a:pt x="155" y="587"/>
                    </a:cubicBezTo>
                    <a:cubicBezTo>
                      <a:pt x="201" y="603"/>
                      <a:pt x="321" y="623"/>
                      <a:pt x="437" y="643"/>
                    </a:cubicBezTo>
                    <a:cubicBezTo>
                      <a:pt x="528" y="659"/>
                      <a:pt x="614" y="674"/>
                      <a:pt x="656" y="686"/>
                    </a:cubicBezTo>
                    <a:cubicBezTo>
                      <a:pt x="747" y="711"/>
                      <a:pt x="1069" y="748"/>
                      <a:pt x="1140" y="693"/>
                    </a:cubicBezTo>
                    <a:cubicBezTo>
                      <a:pt x="1174" y="668"/>
                      <a:pt x="1201" y="578"/>
                      <a:pt x="1207" y="471"/>
                    </a:cubicBezTo>
                    <a:cubicBezTo>
                      <a:pt x="1213" y="355"/>
                      <a:pt x="1195" y="255"/>
                      <a:pt x="1158" y="204"/>
                    </a:cubicBezTo>
                    <a:cubicBezTo>
                      <a:pt x="1077" y="93"/>
                      <a:pt x="843" y="58"/>
                      <a:pt x="742" y="76"/>
                    </a:cubicBezTo>
                    <a:cubicBezTo>
                      <a:pt x="643" y="94"/>
                      <a:pt x="448" y="92"/>
                      <a:pt x="384" y="65"/>
                    </a:cubicBezTo>
                    <a:cubicBezTo>
                      <a:pt x="384" y="65"/>
                      <a:pt x="384" y="65"/>
                      <a:pt x="384" y="65"/>
                    </a:cubicBezTo>
                    <a:cubicBezTo>
                      <a:pt x="367" y="58"/>
                      <a:pt x="298" y="37"/>
                      <a:pt x="226" y="3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16"/>
              <p:cNvSpPr/>
              <p:nvPr/>
            </p:nvSpPr>
            <p:spPr>
              <a:xfrm rot="1403062">
                <a:off x="276024" y="5083508"/>
                <a:ext cx="917639" cy="461996"/>
              </a:xfrm>
              <a:custGeom>
                <a:rect b="b" l="l" r="r" t="t"/>
                <a:pathLst>
                  <a:path extrusionOk="0" h="461" w="916">
                    <a:moveTo>
                      <a:pt x="682" y="453"/>
                    </a:moveTo>
                    <a:cubicBezTo>
                      <a:pt x="659" y="453"/>
                      <a:pt x="635" y="451"/>
                      <a:pt x="612" y="447"/>
                    </a:cubicBezTo>
                    <a:cubicBezTo>
                      <a:pt x="588" y="443"/>
                      <a:pt x="559" y="438"/>
                      <a:pt x="528" y="432"/>
                    </a:cubicBezTo>
                    <a:cubicBezTo>
                      <a:pt x="423" y="412"/>
                      <a:pt x="291" y="388"/>
                      <a:pt x="196" y="385"/>
                    </a:cubicBezTo>
                    <a:cubicBezTo>
                      <a:pt x="88" y="382"/>
                      <a:pt x="54" y="299"/>
                      <a:pt x="29" y="238"/>
                    </a:cubicBezTo>
                    <a:cubicBezTo>
                      <a:pt x="25" y="228"/>
                      <a:pt x="21" y="219"/>
                      <a:pt x="18" y="211"/>
                    </a:cubicBezTo>
                    <a:cubicBezTo>
                      <a:pt x="0" y="172"/>
                      <a:pt x="0" y="117"/>
                      <a:pt x="16" y="74"/>
                    </a:cubicBezTo>
                    <a:cubicBezTo>
                      <a:pt x="27" y="46"/>
                      <a:pt x="44" y="27"/>
                      <a:pt x="65" y="18"/>
                    </a:cubicBezTo>
                    <a:cubicBezTo>
                      <a:pt x="106" y="0"/>
                      <a:pt x="181" y="21"/>
                      <a:pt x="240" y="37"/>
                    </a:cubicBezTo>
                    <a:cubicBezTo>
                      <a:pt x="264" y="43"/>
                      <a:pt x="286" y="49"/>
                      <a:pt x="302" y="52"/>
                    </a:cubicBezTo>
                    <a:cubicBezTo>
                      <a:pt x="361" y="63"/>
                      <a:pt x="568" y="29"/>
                      <a:pt x="570" y="28"/>
                    </a:cubicBezTo>
                    <a:cubicBezTo>
                      <a:pt x="631" y="25"/>
                      <a:pt x="786" y="31"/>
                      <a:pt x="850" y="73"/>
                    </a:cubicBezTo>
                    <a:cubicBezTo>
                      <a:pt x="916" y="116"/>
                      <a:pt x="899" y="281"/>
                      <a:pt x="876" y="359"/>
                    </a:cubicBezTo>
                    <a:cubicBezTo>
                      <a:pt x="857" y="424"/>
                      <a:pt x="771" y="453"/>
                      <a:pt x="682" y="453"/>
                    </a:cubicBezTo>
                    <a:close/>
                    <a:moveTo>
                      <a:pt x="105" y="15"/>
                    </a:moveTo>
                    <a:cubicBezTo>
                      <a:pt x="90" y="15"/>
                      <a:pt x="77" y="17"/>
                      <a:pt x="66" y="22"/>
                    </a:cubicBezTo>
                    <a:cubicBezTo>
                      <a:pt x="47" y="30"/>
                      <a:pt x="31" y="49"/>
                      <a:pt x="20" y="76"/>
                    </a:cubicBezTo>
                    <a:cubicBezTo>
                      <a:pt x="4" y="118"/>
                      <a:pt x="4" y="172"/>
                      <a:pt x="21" y="209"/>
                    </a:cubicBezTo>
                    <a:cubicBezTo>
                      <a:pt x="25" y="218"/>
                      <a:pt x="29" y="227"/>
                      <a:pt x="33" y="236"/>
                    </a:cubicBezTo>
                    <a:cubicBezTo>
                      <a:pt x="59" y="299"/>
                      <a:pt x="91" y="378"/>
                      <a:pt x="196" y="381"/>
                    </a:cubicBezTo>
                    <a:cubicBezTo>
                      <a:pt x="291" y="384"/>
                      <a:pt x="423" y="408"/>
                      <a:pt x="529" y="428"/>
                    </a:cubicBezTo>
                    <a:cubicBezTo>
                      <a:pt x="560" y="434"/>
                      <a:pt x="589" y="439"/>
                      <a:pt x="613" y="443"/>
                    </a:cubicBezTo>
                    <a:cubicBezTo>
                      <a:pt x="721" y="461"/>
                      <a:pt x="848" y="438"/>
                      <a:pt x="872" y="358"/>
                    </a:cubicBezTo>
                    <a:cubicBezTo>
                      <a:pt x="895" y="281"/>
                      <a:pt x="912" y="118"/>
                      <a:pt x="848" y="77"/>
                    </a:cubicBezTo>
                    <a:cubicBezTo>
                      <a:pt x="788" y="38"/>
                      <a:pt x="637" y="28"/>
                      <a:pt x="570" y="32"/>
                    </a:cubicBezTo>
                    <a:cubicBezTo>
                      <a:pt x="562" y="34"/>
                      <a:pt x="361" y="67"/>
                      <a:pt x="302" y="56"/>
                    </a:cubicBezTo>
                    <a:cubicBezTo>
                      <a:pt x="285" y="54"/>
                      <a:pt x="263" y="48"/>
                      <a:pt x="239" y="41"/>
                    </a:cubicBezTo>
                    <a:cubicBezTo>
                      <a:pt x="196" y="29"/>
                      <a:pt x="145" y="15"/>
                      <a:pt x="105" y="1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 rot="1403062">
                <a:off x="422252" y="5173205"/>
                <a:ext cx="423893" cy="192101"/>
              </a:xfrm>
              <a:custGeom>
                <a:rect b="b" l="l" r="r" t="t"/>
                <a:pathLst>
                  <a:path extrusionOk="0" h="192" w="423">
                    <a:moveTo>
                      <a:pt x="322" y="189"/>
                    </a:moveTo>
                    <a:cubicBezTo>
                      <a:pt x="293" y="189"/>
                      <a:pt x="260" y="186"/>
                      <a:pt x="227" y="183"/>
                    </a:cubicBezTo>
                    <a:cubicBezTo>
                      <a:pt x="193" y="180"/>
                      <a:pt x="159" y="177"/>
                      <a:pt x="128" y="177"/>
                    </a:cubicBezTo>
                    <a:cubicBezTo>
                      <a:pt x="68" y="177"/>
                      <a:pt x="38" y="155"/>
                      <a:pt x="23" y="136"/>
                    </a:cubicBezTo>
                    <a:cubicBezTo>
                      <a:pt x="5" y="113"/>
                      <a:pt x="0" y="84"/>
                      <a:pt x="8" y="53"/>
                    </a:cubicBezTo>
                    <a:cubicBezTo>
                      <a:pt x="19" y="9"/>
                      <a:pt x="87" y="0"/>
                      <a:pt x="143" y="0"/>
                    </a:cubicBezTo>
                    <a:cubicBezTo>
                      <a:pt x="250" y="0"/>
                      <a:pt x="321" y="10"/>
                      <a:pt x="354" y="29"/>
                    </a:cubicBezTo>
                    <a:cubicBezTo>
                      <a:pt x="354" y="29"/>
                      <a:pt x="354" y="29"/>
                      <a:pt x="354" y="29"/>
                    </a:cubicBezTo>
                    <a:cubicBezTo>
                      <a:pt x="382" y="46"/>
                      <a:pt x="422" y="95"/>
                      <a:pt x="423" y="135"/>
                    </a:cubicBezTo>
                    <a:cubicBezTo>
                      <a:pt x="423" y="151"/>
                      <a:pt x="416" y="164"/>
                      <a:pt x="402" y="173"/>
                    </a:cubicBezTo>
                    <a:cubicBezTo>
                      <a:pt x="383" y="186"/>
                      <a:pt x="355" y="189"/>
                      <a:pt x="322" y="189"/>
                    </a:cubicBezTo>
                    <a:close/>
                    <a:moveTo>
                      <a:pt x="143" y="4"/>
                    </a:moveTo>
                    <a:cubicBezTo>
                      <a:pt x="89" y="4"/>
                      <a:pt x="22" y="13"/>
                      <a:pt x="12" y="54"/>
                    </a:cubicBezTo>
                    <a:cubicBezTo>
                      <a:pt x="4" y="83"/>
                      <a:pt x="10" y="112"/>
                      <a:pt x="26" y="133"/>
                    </a:cubicBezTo>
                    <a:cubicBezTo>
                      <a:pt x="41" y="151"/>
                      <a:pt x="70" y="173"/>
                      <a:pt x="128" y="173"/>
                    </a:cubicBezTo>
                    <a:cubicBezTo>
                      <a:pt x="159" y="173"/>
                      <a:pt x="194" y="176"/>
                      <a:pt x="227" y="179"/>
                    </a:cubicBezTo>
                    <a:cubicBezTo>
                      <a:pt x="298" y="186"/>
                      <a:pt x="366" y="192"/>
                      <a:pt x="400" y="170"/>
                    </a:cubicBezTo>
                    <a:cubicBezTo>
                      <a:pt x="413" y="162"/>
                      <a:pt x="419" y="150"/>
                      <a:pt x="419" y="135"/>
                    </a:cubicBezTo>
                    <a:cubicBezTo>
                      <a:pt x="418" y="97"/>
                      <a:pt x="378" y="49"/>
                      <a:pt x="352" y="33"/>
                    </a:cubicBezTo>
                    <a:cubicBezTo>
                      <a:pt x="320" y="14"/>
                      <a:pt x="249" y="4"/>
                      <a:pt x="14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1" name="Google Shape;621;p16"/>
            <p:cNvGrpSpPr/>
            <p:nvPr/>
          </p:nvGrpSpPr>
          <p:grpSpPr>
            <a:xfrm>
              <a:off x="8012433" y="-487907"/>
              <a:ext cx="1619180" cy="1568135"/>
              <a:chOff x="3282875" y="1073313"/>
              <a:chExt cx="1258887" cy="1219200"/>
            </a:xfrm>
          </p:grpSpPr>
          <p:sp>
            <p:nvSpPr>
              <p:cNvPr id="622" name="Google Shape;622;p16"/>
              <p:cNvSpPr/>
              <p:nvPr/>
            </p:nvSpPr>
            <p:spPr>
              <a:xfrm>
                <a:off x="3282875" y="1073313"/>
                <a:ext cx="1258887" cy="1219200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6"/>
              <p:cNvSpPr/>
              <p:nvPr/>
            </p:nvSpPr>
            <p:spPr>
              <a:xfrm>
                <a:off x="3727375" y="1727363"/>
                <a:ext cx="311150" cy="344488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6"/>
              <p:cNvSpPr/>
              <p:nvPr/>
            </p:nvSpPr>
            <p:spPr>
              <a:xfrm>
                <a:off x="3459088" y="1225713"/>
                <a:ext cx="847724" cy="97155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5" name="Google Shape;62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6" name="Google Shape;626;p16"/>
          <p:cNvSpPr txBox="1"/>
          <p:nvPr>
            <p:ph idx="1" type="subTitle"/>
          </p:nvPr>
        </p:nvSpPr>
        <p:spPr>
          <a:xfrm>
            <a:off x="1357440" y="1673400"/>
            <a:ext cx="1892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7" name="Google Shape;627;p16"/>
          <p:cNvSpPr txBox="1"/>
          <p:nvPr>
            <p:ph idx="2" type="subTitle"/>
          </p:nvPr>
        </p:nvSpPr>
        <p:spPr>
          <a:xfrm>
            <a:off x="3844527" y="1673425"/>
            <a:ext cx="18927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8" name="Google Shape;628;p16"/>
          <p:cNvSpPr txBox="1"/>
          <p:nvPr>
            <p:ph idx="3" type="subTitle"/>
          </p:nvPr>
        </p:nvSpPr>
        <p:spPr>
          <a:xfrm>
            <a:off x="1357440" y="3371817"/>
            <a:ext cx="18927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9" name="Google Shape;629;p16"/>
          <p:cNvSpPr txBox="1"/>
          <p:nvPr>
            <p:ph idx="4" type="subTitle"/>
          </p:nvPr>
        </p:nvSpPr>
        <p:spPr>
          <a:xfrm>
            <a:off x="3844677" y="3371817"/>
            <a:ext cx="18927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0" name="Google Shape;630;p16"/>
          <p:cNvSpPr txBox="1"/>
          <p:nvPr>
            <p:ph idx="5" type="subTitle"/>
          </p:nvPr>
        </p:nvSpPr>
        <p:spPr>
          <a:xfrm>
            <a:off x="6331915" y="1673425"/>
            <a:ext cx="18927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1" name="Google Shape;631;p16"/>
          <p:cNvSpPr txBox="1"/>
          <p:nvPr>
            <p:ph idx="6" type="subTitle"/>
          </p:nvPr>
        </p:nvSpPr>
        <p:spPr>
          <a:xfrm>
            <a:off x="6331915" y="3371825"/>
            <a:ext cx="18927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2" name="Google Shape;632;p16"/>
          <p:cNvSpPr txBox="1"/>
          <p:nvPr>
            <p:ph idx="7" type="subTitle"/>
          </p:nvPr>
        </p:nvSpPr>
        <p:spPr>
          <a:xfrm>
            <a:off x="1357440" y="1075207"/>
            <a:ext cx="18927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633" name="Google Shape;633;p16"/>
          <p:cNvSpPr txBox="1"/>
          <p:nvPr>
            <p:ph idx="8" type="subTitle"/>
          </p:nvPr>
        </p:nvSpPr>
        <p:spPr>
          <a:xfrm>
            <a:off x="3844677" y="1075225"/>
            <a:ext cx="18927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634" name="Google Shape;634;p16"/>
          <p:cNvSpPr txBox="1"/>
          <p:nvPr>
            <p:ph idx="9" type="subTitle"/>
          </p:nvPr>
        </p:nvSpPr>
        <p:spPr>
          <a:xfrm>
            <a:off x="6331915" y="1075225"/>
            <a:ext cx="18927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635" name="Google Shape;635;p16"/>
          <p:cNvSpPr txBox="1"/>
          <p:nvPr>
            <p:ph idx="13" type="subTitle"/>
          </p:nvPr>
        </p:nvSpPr>
        <p:spPr>
          <a:xfrm>
            <a:off x="1357440" y="2770495"/>
            <a:ext cx="18927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636" name="Google Shape;636;p16"/>
          <p:cNvSpPr txBox="1"/>
          <p:nvPr>
            <p:ph idx="14" type="subTitle"/>
          </p:nvPr>
        </p:nvSpPr>
        <p:spPr>
          <a:xfrm>
            <a:off x="3844677" y="2770500"/>
            <a:ext cx="18927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637" name="Google Shape;637;p16"/>
          <p:cNvSpPr txBox="1"/>
          <p:nvPr>
            <p:ph idx="15" type="subTitle"/>
          </p:nvPr>
        </p:nvSpPr>
        <p:spPr>
          <a:xfrm>
            <a:off x="6331915" y="2770500"/>
            <a:ext cx="18927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15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b="1" sz="2400"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grpSp>
        <p:nvGrpSpPr>
          <p:cNvPr id="638" name="Google Shape;638;p16"/>
          <p:cNvGrpSpPr/>
          <p:nvPr/>
        </p:nvGrpSpPr>
        <p:grpSpPr>
          <a:xfrm>
            <a:off x="-112829" y="3540175"/>
            <a:ext cx="9744465" cy="2320109"/>
            <a:chOff x="-112829" y="3540175"/>
            <a:chExt cx="9744465" cy="2320109"/>
          </a:xfrm>
        </p:grpSpPr>
        <p:pic>
          <p:nvPicPr>
            <p:cNvPr id="639" name="Google Shape;639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99542">
              <a:off x="8574712" y="3888242"/>
              <a:ext cx="1023670" cy="8088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0" name="Google Shape;640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695120">
              <a:off x="58806" y="4809267"/>
              <a:ext cx="1226733" cy="808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1" name="Google Shape;641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12829" y="3540175"/>
              <a:ext cx="545374" cy="651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17"/>
          <p:cNvGrpSpPr/>
          <p:nvPr/>
        </p:nvGrpSpPr>
        <p:grpSpPr>
          <a:xfrm>
            <a:off x="-2638737" y="-1539406"/>
            <a:ext cx="12798846" cy="4740686"/>
            <a:chOff x="-2638737" y="-1539406"/>
            <a:chExt cx="12798846" cy="4740686"/>
          </a:xfrm>
        </p:grpSpPr>
        <p:sp>
          <p:nvSpPr>
            <p:cNvPr id="644" name="Google Shape;644;p17"/>
            <p:cNvSpPr/>
            <p:nvPr/>
          </p:nvSpPr>
          <p:spPr>
            <a:xfrm rot="-3664217">
              <a:off x="8187703" y="-156701"/>
              <a:ext cx="1666778" cy="1681594"/>
            </a:xfrm>
            <a:custGeom>
              <a:rect b="b" l="l" r="r" t="t"/>
              <a:pathLst>
                <a:path extrusionOk="0" h="1439" w="1428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7"/>
            <p:cNvSpPr/>
            <p:nvPr/>
          </p:nvSpPr>
          <p:spPr>
            <a:xfrm rot="-3664212">
              <a:off x="8345178" y="69642"/>
              <a:ext cx="1101929" cy="957473"/>
            </a:xfrm>
            <a:custGeom>
              <a:rect b="b" l="l" r="r" t="t"/>
              <a:pathLst>
                <a:path extrusionOk="0" h="819" w="943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7"/>
            <p:cNvSpPr/>
            <p:nvPr/>
          </p:nvSpPr>
          <p:spPr>
            <a:xfrm rot="-3664218">
              <a:off x="9114878" y="1024869"/>
              <a:ext cx="468550" cy="351875"/>
            </a:xfrm>
            <a:custGeom>
              <a:rect b="b" l="l" r="r" t="t"/>
              <a:pathLst>
                <a:path extrusionOk="0" h="302" w="401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7"/>
            <p:cNvSpPr/>
            <p:nvPr/>
          </p:nvSpPr>
          <p:spPr>
            <a:xfrm rot="-3664212">
              <a:off x="6431515" y="-1034428"/>
              <a:ext cx="1876053" cy="1224160"/>
            </a:xfrm>
            <a:custGeom>
              <a:rect b="b" l="l" r="r" t="t"/>
              <a:pathLst>
                <a:path extrusionOk="0" h="1048" w="1607">
                  <a:moveTo>
                    <a:pt x="1183" y="1023"/>
                  </a:moveTo>
                  <a:cubicBezTo>
                    <a:pt x="1083" y="1023"/>
                    <a:pt x="996" y="1006"/>
                    <a:pt x="968" y="992"/>
                  </a:cubicBezTo>
                  <a:cubicBezTo>
                    <a:pt x="897" y="957"/>
                    <a:pt x="674" y="923"/>
                    <a:pt x="551" y="915"/>
                  </a:cubicBezTo>
                  <a:cubicBezTo>
                    <a:pt x="440" y="908"/>
                    <a:pt x="227" y="836"/>
                    <a:pt x="177" y="778"/>
                  </a:cubicBezTo>
                  <a:cubicBezTo>
                    <a:pt x="140" y="734"/>
                    <a:pt x="129" y="673"/>
                    <a:pt x="119" y="614"/>
                  </a:cubicBezTo>
                  <a:cubicBezTo>
                    <a:pt x="114" y="587"/>
                    <a:pt x="110" y="561"/>
                    <a:pt x="103" y="537"/>
                  </a:cubicBezTo>
                  <a:cubicBezTo>
                    <a:pt x="94" y="505"/>
                    <a:pt x="79" y="468"/>
                    <a:pt x="64" y="429"/>
                  </a:cubicBezTo>
                  <a:cubicBezTo>
                    <a:pt x="42" y="373"/>
                    <a:pt x="19" y="315"/>
                    <a:pt x="11" y="267"/>
                  </a:cubicBezTo>
                  <a:cubicBezTo>
                    <a:pt x="2" y="218"/>
                    <a:pt x="68" y="154"/>
                    <a:pt x="108" y="120"/>
                  </a:cubicBezTo>
                  <a:cubicBezTo>
                    <a:pt x="165" y="73"/>
                    <a:pt x="238" y="29"/>
                    <a:pt x="285" y="14"/>
                  </a:cubicBezTo>
                  <a:cubicBezTo>
                    <a:pt x="328" y="0"/>
                    <a:pt x="401" y="29"/>
                    <a:pt x="485" y="62"/>
                  </a:cubicBezTo>
                  <a:cubicBezTo>
                    <a:pt x="581" y="99"/>
                    <a:pt x="690" y="142"/>
                    <a:pt x="776" y="128"/>
                  </a:cubicBezTo>
                  <a:cubicBezTo>
                    <a:pt x="983" y="95"/>
                    <a:pt x="1272" y="57"/>
                    <a:pt x="1401" y="106"/>
                  </a:cubicBezTo>
                  <a:cubicBezTo>
                    <a:pt x="1466" y="131"/>
                    <a:pt x="1530" y="239"/>
                    <a:pt x="1566" y="390"/>
                  </a:cubicBezTo>
                  <a:cubicBezTo>
                    <a:pt x="1604" y="544"/>
                    <a:pt x="1607" y="707"/>
                    <a:pt x="1572" y="825"/>
                  </a:cubicBezTo>
                  <a:cubicBezTo>
                    <a:pt x="1552" y="894"/>
                    <a:pt x="1503" y="946"/>
                    <a:pt x="1426" y="980"/>
                  </a:cubicBezTo>
                  <a:cubicBezTo>
                    <a:pt x="1352" y="1012"/>
                    <a:pt x="1263" y="1023"/>
                    <a:pt x="1183" y="1023"/>
                  </a:cubicBezTo>
                  <a:close/>
                  <a:moveTo>
                    <a:pt x="311" y="14"/>
                  </a:moveTo>
                  <a:cubicBezTo>
                    <a:pt x="302" y="14"/>
                    <a:pt x="294" y="15"/>
                    <a:pt x="286" y="18"/>
                  </a:cubicBezTo>
                  <a:cubicBezTo>
                    <a:pt x="193" y="48"/>
                    <a:pt x="0" y="188"/>
                    <a:pt x="15" y="266"/>
                  </a:cubicBezTo>
                  <a:cubicBezTo>
                    <a:pt x="23" y="314"/>
                    <a:pt x="46" y="372"/>
                    <a:pt x="68" y="428"/>
                  </a:cubicBezTo>
                  <a:cubicBezTo>
                    <a:pt x="83" y="467"/>
                    <a:pt x="98" y="504"/>
                    <a:pt x="107" y="536"/>
                  </a:cubicBezTo>
                  <a:cubicBezTo>
                    <a:pt x="114" y="560"/>
                    <a:pt x="118" y="586"/>
                    <a:pt x="123" y="613"/>
                  </a:cubicBezTo>
                  <a:cubicBezTo>
                    <a:pt x="133" y="672"/>
                    <a:pt x="143" y="732"/>
                    <a:pt x="180" y="775"/>
                  </a:cubicBezTo>
                  <a:cubicBezTo>
                    <a:pt x="229" y="831"/>
                    <a:pt x="443" y="904"/>
                    <a:pt x="552" y="911"/>
                  </a:cubicBezTo>
                  <a:cubicBezTo>
                    <a:pt x="657" y="918"/>
                    <a:pt x="893" y="950"/>
                    <a:pt x="970" y="989"/>
                  </a:cubicBezTo>
                  <a:cubicBezTo>
                    <a:pt x="1019" y="1013"/>
                    <a:pt x="1259" y="1048"/>
                    <a:pt x="1424" y="976"/>
                  </a:cubicBezTo>
                  <a:cubicBezTo>
                    <a:pt x="1500" y="943"/>
                    <a:pt x="1549" y="892"/>
                    <a:pt x="1568" y="824"/>
                  </a:cubicBezTo>
                  <a:cubicBezTo>
                    <a:pt x="1603" y="706"/>
                    <a:pt x="1600" y="544"/>
                    <a:pt x="1562" y="391"/>
                  </a:cubicBezTo>
                  <a:cubicBezTo>
                    <a:pt x="1526" y="242"/>
                    <a:pt x="1464" y="134"/>
                    <a:pt x="1400" y="110"/>
                  </a:cubicBezTo>
                  <a:cubicBezTo>
                    <a:pt x="1272" y="62"/>
                    <a:pt x="983" y="100"/>
                    <a:pt x="777" y="132"/>
                  </a:cubicBezTo>
                  <a:cubicBezTo>
                    <a:pt x="689" y="146"/>
                    <a:pt x="580" y="103"/>
                    <a:pt x="483" y="65"/>
                  </a:cubicBezTo>
                  <a:cubicBezTo>
                    <a:pt x="415" y="38"/>
                    <a:pt x="354" y="14"/>
                    <a:pt x="311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17"/>
            <p:cNvSpPr/>
            <p:nvPr/>
          </p:nvSpPr>
          <p:spPr>
            <a:xfrm rot="-3664214">
              <a:off x="6646657" y="-843952"/>
              <a:ext cx="1451951" cy="874134"/>
            </a:xfrm>
            <a:custGeom>
              <a:rect b="b" l="l" r="r" t="t"/>
              <a:pathLst>
                <a:path extrusionOk="0" h="748" w="1243">
                  <a:moveTo>
                    <a:pt x="977" y="725"/>
                  </a:moveTo>
                  <a:cubicBezTo>
                    <a:pt x="857" y="725"/>
                    <a:pt x="711" y="705"/>
                    <a:pt x="655" y="690"/>
                  </a:cubicBezTo>
                  <a:cubicBezTo>
                    <a:pt x="613" y="678"/>
                    <a:pt x="527" y="663"/>
                    <a:pt x="436" y="648"/>
                  </a:cubicBezTo>
                  <a:cubicBezTo>
                    <a:pt x="320" y="628"/>
                    <a:pt x="200" y="607"/>
                    <a:pt x="154" y="590"/>
                  </a:cubicBezTo>
                  <a:cubicBezTo>
                    <a:pt x="84" y="566"/>
                    <a:pt x="55" y="453"/>
                    <a:pt x="34" y="371"/>
                  </a:cubicBezTo>
                  <a:cubicBezTo>
                    <a:pt x="30" y="355"/>
                    <a:pt x="27" y="340"/>
                    <a:pt x="23" y="328"/>
                  </a:cubicBezTo>
                  <a:cubicBezTo>
                    <a:pt x="0" y="249"/>
                    <a:pt x="4" y="134"/>
                    <a:pt x="92" y="69"/>
                  </a:cubicBezTo>
                  <a:cubicBezTo>
                    <a:pt x="186" y="0"/>
                    <a:pt x="356" y="49"/>
                    <a:pt x="386" y="61"/>
                  </a:cubicBezTo>
                  <a:cubicBezTo>
                    <a:pt x="448" y="88"/>
                    <a:pt x="645" y="90"/>
                    <a:pt x="741" y="72"/>
                  </a:cubicBezTo>
                  <a:cubicBezTo>
                    <a:pt x="839" y="55"/>
                    <a:pt x="1076" y="84"/>
                    <a:pt x="1161" y="202"/>
                  </a:cubicBezTo>
                  <a:cubicBezTo>
                    <a:pt x="1243" y="314"/>
                    <a:pt x="1218" y="639"/>
                    <a:pt x="1143" y="697"/>
                  </a:cubicBezTo>
                  <a:cubicBezTo>
                    <a:pt x="1115" y="718"/>
                    <a:pt x="1051" y="725"/>
                    <a:pt x="977" y="725"/>
                  </a:cubicBezTo>
                  <a:close/>
                  <a:moveTo>
                    <a:pt x="226" y="37"/>
                  </a:moveTo>
                  <a:cubicBezTo>
                    <a:pt x="179" y="37"/>
                    <a:pt x="131" y="46"/>
                    <a:pt x="95" y="72"/>
                  </a:cubicBezTo>
                  <a:cubicBezTo>
                    <a:pt x="8" y="136"/>
                    <a:pt x="4" y="249"/>
                    <a:pt x="27" y="327"/>
                  </a:cubicBezTo>
                  <a:cubicBezTo>
                    <a:pt x="31" y="339"/>
                    <a:pt x="34" y="354"/>
                    <a:pt x="38" y="370"/>
                  </a:cubicBezTo>
                  <a:cubicBezTo>
                    <a:pt x="59" y="451"/>
                    <a:pt x="87" y="562"/>
                    <a:pt x="155" y="587"/>
                  </a:cubicBezTo>
                  <a:cubicBezTo>
                    <a:pt x="201" y="603"/>
                    <a:pt x="321" y="623"/>
                    <a:pt x="437" y="643"/>
                  </a:cubicBezTo>
                  <a:cubicBezTo>
                    <a:pt x="528" y="659"/>
                    <a:pt x="614" y="674"/>
                    <a:pt x="656" y="686"/>
                  </a:cubicBezTo>
                  <a:cubicBezTo>
                    <a:pt x="747" y="711"/>
                    <a:pt x="1069" y="748"/>
                    <a:pt x="1140" y="693"/>
                  </a:cubicBezTo>
                  <a:cubicBezTo>
                    <a:pt x="1174" y="668"/>
                    <a:pt x="1201" y="578"/>
                    <a:pt x="1207" y="471"/>
                  </a:cubicBezTo>
                  <a:cubicBezTo>
                    <a:pt x="1213" y="355"/>
                    <a:pt x="1195" y="255"/>
                    <a:pt x="1158" y="204"/>
                  </a:cubicBezTo>
                  <a:cubicBezTo>
                    <a:pt x="1077" y="93"/>
                    <a:pt x="843" y="58"/>
                    <a:pt x="742" y="76"/>
                  </a:cubicBezTo>
                  <a:cubicBezTo>
                    <a:pt x="643" y="94"/>
                    <a:pt x="448" y="92"/>
                    <a:pt x="384" y="65"/>
                  </a:cubicBezTo>
                  <a:cubicBezTo>
                    <a:pt x="384" y="65"/>
                    <a:pt x="384" y="65"/>
                    <a:pt x="384" y="65"/>
                  </a:cubicBezTo>
                  <a:cubicBezTo>
                    <a:pt x="367" y="58"/>
                    <a:pt x="298" y="37"/>
                    <a:pt x="226" y="3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7"/>
            <p:cNvSpPr/>
            <p:nvPr/>
          </p:nvSpPr>
          <p:spPr>
            <a:xfrm rot="-3664210">
              <a:off x="6813009" y="-607310"/>
              <a:ext cx="1070443" cy="538926"/>
            </a:xfrm>
            <a:custGeom>
              <a:rect b="b" l="l" r="r" t="t"/>
              <a:pathLst>
                <a:path extrusionOk="0" h="461" w="916">
                  <a:moveTo>
                    <a:pt x="682" y="453"/>
                  </a:moveTo>
                  <a:cubicBezTo>
                    <a:pt x="659" y="453"/>
                    <a:pt x="635" y="451"/>
                    <a:pt x="612" y="447"/>
                  </a:cubicBezTo>
                  <a:cubicBezTo>
                    <a:pt x="588" y="443"/>
                    <a:pt x="559" y="438"/>
                    <a:pt x="528" y="432"/>
                  </a:cubicBezTo>
                  <a:cubicBezTo>
                    <a:pt x="423" y="412"/>
                    <a:pt x="291" y="388"/>
                    <a:pt x="196" y="385"/>
                  </a:cubicBezTo>
                  <a:cubicBezTo>
                    <a:pt x="88" y="382"/>
                    <a:pt x="54" y="299"/>
                    <a:pt x="29" y="238"/>
                  </a:cubicBezTo>
                  <a:cubicBezTo>
                    <a:pt x="25" y="228"/>
                    <a:pt x="21" y="219"/>
                    <a:pt x="18" y="211"/>
                  </a:cubicBezTo>
                  <a:cubicBezTo>
                    <a:pt x="0" y="172"/>
                    <a:pt x="0" y="117"/>
                    <a:pt x="16" y="74"/>
                  </a:cubicBezTo>
                  <a:cubicBezTo>
                    <a:pt x="27" y="46"/>
                    <a:pt x="44" y="27"/>
                    <a:pt x="65" y="18"/>
                  </a:cubicBezTo>
                  <a:cubicBezTo>
                    <a:pt x="106" y="0"/>
                    <a:pt x="181" y="21"/>
                    <a:pt x="240" y="37"/>
                  </a:cubicBezTo>
                  <a:cubicBezTo>
                    <a:pt x="264" y="43"/>
                    <a:pt x="286" y="49"/>
                    <a:pt x="302" y="52"/>
                  </a:cubicBezTo>
                  <a:cubicBezTo>
                    <a:pt x="361" y="63"/>
                    <a:pt x="568" y="29"/>
                    <a:pt x="570" y="28"/>
                  </a:cubicBezTo>
                  <a:cubicBezTo>
                    <a:pt x="631" y="25"/>
                    <a:pt x="786" y="31"/>
                    <a:pt x="850" y="73"/>
                  </a:cubicBezTo>
                  <a:cubicBezTo>
                    <a:pt x="916" y="116"/>
                    <a:pt x="899" y="281"/>
                    <a:pt x="876" y="359"/>
                  </a:cubicBezTo>
                  <a:cubicBezTo>
                    <a:pt x="857" y="424"/>
                    <a:pt x="771" y="453"/>
                    <a:pt x="682" y="453"/>
                  </a:cubicBezTo>
                  <a:close/>
                  <a:moveTo>
                    <a:pt x="105" y="15"/>
                  </a:moveTo>
                  <a:cubicBezTo>
                    <a:pt x="90" y="15"/>
                    <a:pt x="77" y="17"/>
                    <a:pt x="66" y="22"/>
                  </a:cubicBezTo>
                  <a:cubicBezTo>
                    <a:pt x="47" y="30"/>
                    <a:pt x="31" y="49"/>
                    <a:pt x="20" y="76"/>
                  </a:cubicBezTo>
                  <a:cubicBezTo>
                    <a:pt x="4" y="118"/>
                    <a:pt x="4" y="172"/>
                    <a:pt x="21" y="209"/>
                  </a:cubicBezTo>
                  <a:cubicBezTo>
                    <a:pt x="25" y="218"/>
                    <a:pt x="29" y="227"/>
                    <a:pt x="33" y="236"/>
                  </a:cubicBezTo>
                  <a:cubicBezTo>
                    <a:pt x="59" y="299"/>
                    <a:pt x="91" y="378"/>
                    <a:pt x="196" y="381"/>
                  </a:cubicBezTo>
                  <a:cubicBezTo>
                    <a:pt x="291" y="384"/>
                    <a:pt x="423" y="408"/>
                    <a:pt x="529" y="428"/>
                  </a:cubicBezTo>
                  <a:cubicBezTo>
                    <a:pt x="560" y="434"/>
                    <a:pt x="589" y="439"/>
                    <a:pt x="613" y="443"/>
                  </a:cubicBezTo>
                  <a:cubicBezTo>
                    <a:pt x="721" y="461"/>
                    <a:pt x="848" y="438"/>
                    <a:pt x="872" y="358"/>
                  </a:cubicBezTo>
                  <a:cubicBezTo>
                    <a:pt x="895" y="281"/>
                    <a:pt x="912" y="118"/>
                    <a:pt x="848" y="77"/>
                  </a:cubicBezTo>
                  <a:cubicBezTo>
                    <a:pt x="788" y="38"/>
                    <a:pt x="637" y="28"/>
                    <a:pt x="570" y="32"/>
                  </a:cubicBezTo>
                  <a:cubicBezTo>
                    <a:pt x="562" y="34"/>
                    <a:pt x="361" y="67"/>
                    <a:pt x="302" y="56"/>
                  </a:cubicBezTo>
                  <a:cubicBezTo>
                    <a:pt x="285" y="54"/>
                    <a:pt x="263" y="48"/>
                    <a:pt x="239" y="41"/>
                  </a:cubicBezTo>
                  <a:cubicBezTo>
                    <a:pt x="196" y="29"/>
                    <a:pt x="145" y="15"/>
                    <a:pt x="105" y="1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7"/>
            <p:cNvSpPr/>
            <p:nvPr/>
          </p:nvSpPr>
          <p:spPr>
            <a:xfrm rot="-3664213">
              <a:off x="7037106" y="-338138"/>
              <a:ext cx="494479" cy="224090"/>
            </a:xfrm>
            <a:custGeom>
              <a:rect b="b" l="l" r="r" t="t"/>
              <a:pathLst>
                <a:path extrusionOk="0" h="192" w="423">
                  <a:moveTo>
                    <a:pt x="322" y="189"/>
                  </a:moveTo>
                  <a:cubicBezTo>
                    <a:pt x="293" y="189"/>
                    <a:pt x="260" y="186"/>
                    <a:pt x="227" y="183"/>
                  </a:cubicBezTo>
                  <a:cubicBezTo>
                    <a:pt x="193" y="180"/>
                    <a:pt x="159" y="177"/>
                    <a:pt x="128" y="177"/>
                  </a:cubicBezTo>
                  <a:cubicBezTo>
                    <a:pt x="68" y="177"/>
                    <a:pt x="38" y="155"/>
                    <a:pt x="23" y="136"/>
                  </a:cubicBezTo>
                  <a:cubicBezTo>
                    <a:pt x="5" y="113"/>
                    <a:pt x="0" y="84"/>
                    <a:pt x="8" y="53"/>
                  </a:cubicBezTo>
                  <a:cubicBezTo>
                    <a:pt x="19" y="9"/>
                    <a:pt x="87" y="0"/>
                    <a:pt x="143" y="0"/>
                  </a:cubicBezTo>
                  <a:cubicBezTo>
                    <a:pt x="250" y="0"/>
                    <a:pt x="321" y="10"/>
                    <a:pt x="354" y="29"/>
                  </a:cubicBezTo>
                  <a:cubicBezTo>
                    <a:pt x="354" y="29"/>
                    <a:pt x="354" y="29"/>
                    <a:pt x="354" y="29"/>
                  </a:cubicBezTo>
                  <a:cubicBezTo>
                    <a:pt x="382" y="46"/>
                    <a:pt x="422" y="95"/>
                    <a:pt x="423" y="135"/>
                  </a:cubicBezTo>
                  <a:cubicBezTo>
                    <a:pt x="423" y="151"/>
                    <a:pt x="416" y="164"/>
                    <a:pt x="402" y="173"/>
                  </a:cubicBezTo>
                  <a:cubicBezTo>
                    <a:pt x="383" y="186"/>
                    <a:pt x="355" y="189"/>
                    <a:pt x="322" y="189"/>
                  </a:cubicBezTo>
                  <a:close/>
                  <a:moveTo>
                    <a:pt x="143" y="4"/>
                  </a:moveTo>
                  <a:cubicBezTo>
                    <a:pt x="89" y="4"/>
                    <a:pt x="22" y="13"/>
                    <a:pt x="12" y="54"/>
                  </a:cubicBezTo>
                  <a:cubicBezTo>
                    <a:pt x="4" y="83"/>
                    <a:pt x="10" y="112"/>
                    <a:pt x="26" y="133"/>
                  </a:cubicBezTo>
                  <a:cubicBezTo>
                    <a:pt x="41" y="151"/>
                    <a:pt x="70" y="173"/>
                    <a:pt x="128" y="173"/>
                  </a:cubicBezTo>
                  <a:cubicBezTo>
                    <a:pt x="159" y="173"/>
                    <a:pt x="194" y="176"/>
                    <a:pt x="227" y="179"/>
                  </a:cubicBezTo>
                  <a:cubicBezTo>
                    <a:pt x="298" y="186"/>
                    <a:pt x="366" y="192"/>
                    <a:pt x="400" y="170"/>
                  </a:cubicBezTo>
                  <a:cubicBezTo>
                    <a:pt x="413" y="162"/>
                    <a:pt x="419" y="150"/>
                    <a:pt x="419" y="135"/>
                  </a:cubicBezTo>
                  <a:cubicBezTo>
                    <a:pt x="418" y="97"/>
                    <a:pt x="378" y="49"/>
                    <a:pt x="352" y="33"/>
                  </a:cubicBezTo>
                  <a:cubicBezTo>
                    <a:pt x="320" y="14"/>
                    <a:pt x="249" y="4"/>
                    <a:pt x="143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1" name="Google Shape;651;p17"/>
            <p:cNvGrpSpPr/>
            <p:nvPr/>
          </p:nvGrpSpPr>
          <p:grpSpPr>
            <a:xfrm rot="7550244">
              <a:off x="-1963307" y="-799410"/>
              <a:ext cx="3305516" cy="3356482"/>
              <a:chOff x="6979249" y="-971677"/>
              <a:chExt cx="3305443" cy="3356407"/>
            </a:xfrm>
          </p:grpSpPr>
          <p:sp>
            <p:nvSpPr>
              <p:cNvPr id="652" name="Google Shape;652;p17"/>
              <p:cNvSpPr/>
              <p:nvPr/>
            </p:nvSpPr>
            <p:spPr>
              <a:xfrm rot="-3664216">
                <a:off x="7373877" y="-486480"/>
                <a:ext cx="2516187" cy="2386015"/>
              </a:xfrm>
              <a:custGeom>
                <a:rect b="b" l="l" r="r" t="t"/>
                <a:pathLst>
                  <a:path extrusionOk="0" h="2383" w="2514">
                    <a:moveTo>
                      <a:pt x="972" y="2383"/>
                    </a:moveTo>
                    <a:cubicBezTo>
                      <a:pt x="629" y="2383"/>
                      <a:pt x="548" y="2199"/>
                      <a:pt x="508" y="2107"/>
                    </a:cubicBezTo>
                    <a:cubicBezTo>
                      <a:pt x="503" y="2097"/>
                      <a:pt x="499" y="2088"/>
                      <a:pt x="495" y="2080"/>
                    </a:cubicBezTo>
                    <a:cubicBezTo>
                      <a:pt x="473" y="2034"/>
                      <a:pt x="508" y="1925"/>
                      <a:pt x="543" y="1819"/>
                    </a:cubicBezTo>
                    <a:cubicBezTo>
                      <a:pt x="570" y="1735"/>
                      <a:pt x="598" y="1648"/>
                      <a:pt x="595" y="1599"/>
                    </a:cubicBezTo>
                    <a:cubicBezTo>
                      <a:pt x="588" y="1490"/>
                      <a:pt x="503" y="1302"/>
                      <a:pt x="462" y="1246"/>
                    </a:cubicBezTo>
                    <a:cubicBezTo>
                      <a:pt x="433" y="1207"/>
                      <a:pt x="333" y="1181"/>
                      <a:pt x="244" y="1158"/>
                    </a:cubicBezTo>
                    <a:cubicBezTo>
                      <a:pt x="210" y="1149"/>
                      <a:pt x="178" y="1141"/>
                      <a:pt x="153" y="1133"/>
                    </a:cubicBezTo>
                    <a:cubicBezTo>
                      <a:pt x="81" y="1108"/>
                      <a:pt x="36" y="1011"/>
                      <a:pt x="15" y="835"/>
                    </a:cubicBezTo>
                    <a:cubicBezTo>
                      <a:pt x="0" y="707"/>
                      <a:pt x="271" y="585"/>
                      <a:pt x="345" y="564"/>
                    </a:cubicBezTo>
                    <a:cubicBezTo>
                      <a:pt x="420" y="543"/>
                      <a:pt x="495" y="417"/>
                      <a:pt x="495" y="315"/>
                    </a:cubicBezTo>
                    <a:cubicBezTo>
                      <a:pt x="495" y="213"/>
                      <a:pt x="504" y="124"/>
                      <a:pt x="614" y="62"/>
                    </a:cubicBezTo>
                    <a:cubicBezTo>
                      <a:pt x="723" y="0"/>
                      <a:pt x="1064" y="9"/>
                      <a:pt x="1166" y="51"/>
                    </a:cubicBezTo>
                    <a:cubicBezTo>
                      <a:pt x="1187" y="59"/>
                      <a:pt x="1212" y="71"/>
                      <a:pt x="1242" y="84"/>
                    </a:cubicBezTo>
                    <a:cubicBezTo>
                      <a:pt x="1362" y="139"/>
                      <a:pt x="1544" y="221"/>
                      <a:pt x="1745" y="257"/>
                    </a:cubicBezTo>
                    <a:cubicBezTo>
                      <a:pt x="2031" y="309"/>
                      <a:pt x="2275" y="362"/>
                      <a:pt x="2359" y="480"/>
                    </a:cubicBezTo>
                    <a:cubicBezTo>
                      <a:pt x="2445" y="599"/>
                      <a:pt x="2494" y="1014"/>
                      <a:pt x="2504" y="1372"/>
                    </a:cubicBezTo>
                    <a:cubicBezTo>
                      <a:pt x="2514" y="1706"/>
                      <a:pt x="2493" y="2128"/>
                      <a:pt x="2404" y="2217"/>
                    </a:cubicBezTo>
                    <a:cubicBezTo>
                      <a:pt x="2283" y="2338"/>
                      <a:pt x="1858" y="2351"/>
                      <a:pt x="1447" y="2363"/>
                    </a:cubicBezTo>
                    <a:cubicBezTo>
                      <a:pt x="1304" y="2368"/>
                      <a:pt x="1169" y="2372"/>
                      <a:pt x="1051" y="2380"/>
                    </a:cubicBezTo>
                    <a:cubicBezTo>
                      <a:pt x="1023" y="2382"/>
                      <a:pt x="997" y="2383"/>
                      <a:pt x="972" y="2383"/>
                    </a:cubicBezTo>
                    <a:close/>
                    <a:moveTo>
                      <a:pt x="896" y="21"/>
                    </a:moveTo>
                    <a:cubicBezTo>
                      <a:pt x="784" y="21"/>
                      <a:pt x="671" y="35"/>
                      <a:pt x="616" y="66"/>
                    </a:cubicBezTo>
                    <a:cubicBezTo>
                      <a:pt x="508" y="127"/>
                      <a:pt x="499" y="211"/>
                      <a:pt x="499" y="315"/>
                    </a:cubicBezTo>
                    <a:cubicBezTo>
                      <a:pt x="499" y="418"/>
                      <a:pt x="422" y="546"/>
                      <a:pt x="347" y="568"/>
                    </a:cubicBezTo>
                    <a:cubicBezTo>
                      <a:pt x="273" y="589"/>
                      <a:pt x="5" y="709"/>
                      <a:pt x="19" y="835"/>
                    </a:cubicBezTo>
                    <a:cubicBezTo>
                      <a:pt x="40" y="1009"/>
                      <a:pt x="84" y="1105"/>
                      <a:pt x="155" y="1129"/>
                    </a:cubicBezTo>
                    <a:cubicBezTo>
                      <a:pt x="179" y="1137"/>
                      <a:pt x="211" y="1145"/>
                      <a:pt x="245" y="1154"/>
                    </a:cubicBezTo>
                    <a:cubicBezTo>
                      <a:pt x="334" y="1177"/>
                      <a:pt x="436" y="1203"/>
                      <a:pt x="466" y="1244"/>
                    </a:cubicBezTo>
                    <a:cubicBezTo>
                      <a:pt x="507" y="1300"/>
                      <a:pt x="592" y="1489"/>
                      <a:pt x="599" y="1599"/>
                    </a:cubicBezTo>
                    <a:cubicBezTo>
                      <a:pt x="602" y="1649"/>
                      <a:pt x="575" y="1732"/>
                      <a:pt x="547" y="1820"/>
                    </a:cubicBezTo>
                    <a:cubicBezTo>
                      <a:pt x="512" y="1925"/>
                      <a:pt x="477" y="2034"/>
                      <a:pt x="499" y="2078"/>
                    </a:cubicBezTo>
                    <a:cubicBezTo>
                      <a:pt x="503" y="2086"/>
                      <a:pt x="507" y="2095"/>
                      <a:pt x="511" y="2105"/>
                    </a:cubicBezTo>
                    <a:cubicBezTo>
                      <a:pt x="551" y="2196"/>
                      <a:pt x="632" y="2379"/>
                      <a:pt x="973" y="2379"/>
                    </a:cubicBezTo>
                    <a:cubicBezTo>
                      <a:pt x="997" y="2379"/>
                      <a:pt x="1023" y="2378"/>
                      <a:pt x="1051" y="2376"/>
                    </a:cubicBezTo>
                    <a:cubicBezTo>
                      <a:pt x="1168" y="2368"/>
                      <a:pt x="1304" y="2363"/>
                      <a:pt x="1447" y="2359"/>
                    </a:cubicBezTo>
                    <a:cubicBezTo>
                      <a:pt x="1838" y="2347"/>
                      <a:pt x="2281" y="2334"/>
                      <a:pt x="2401" y="2214"/>
                    </a:cubicBezTo>
                    <a:cubicBezTo>
                      <a:pt x="2489" y="2126"/>
                      <a:pt x="2509" y="1706"/>
                      <a:pt x="2500" y="1373"/>
                    </a:cubicBezTo>
                    <a:cubicBezTo>
                      <a:pt x="2490" y="1015"/>
                      <a:pt x="2441" y="601"/>
                      <a:pt x="2356" y="482"/>
                    </a:cubicBezTo>
                    <a:cubicBezTo>
                      <a:pt x="2272" y="365"/>
                      <a:pt x="2030" y="313"/>
                      <a:pt x="1745" y="261"/>
                    </a:cubicBezTo>
                    <a:cubicBezTo>
                      <a:pt x="1542" y="225"/>
                      <a:pt x="1361" y="142"/>
                      <a:pt x="1241" y="88"/>
                    </a:cubicBezTo>
                    <a:cubicBezTo>
                      <a:pt x="1211" y="75"/>
                      <a:pt x="1185" y="63"/>
                      <a:pt x="1165" y="55"/>
                    </a:cubicBezTo>
                    <a:cubicBezTo>
                      <a:pt x="1114" y="34"/>
                      <a:pt x="1006" y="21"/>
                      <a:pt x="896" y="21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7"/>
              <p:cNvSpPr/>
              <p:nvPr/>
            </p:nvSpPr>
            <p:spPr>
              <a:xfrm rot="-3664211">
                <a:off x="7438002" y="-330042"/>
                <a:ext cx="2297110" cy="2070098"/>
              </a:xfrm>
              <a:custGeom>
                <a:rect b="b" l="l" r="r" t="t"/>
                <a:pathLst>
                  <a:path extrusionOk="0" h="2067" w="2295">
                    <a:moveTo>
                      <a:pt x="1081" y="2064"/>
                    </a:moveTo>
                    <a:cubicBezTo>
                      <a:pt x="956" y="2064"/>
                      <a:pt x="786" y="2054"/>
                      <a:pt x="739" y="2004"/>
                    </a:cubicBezTo>
                    <a:cubicBezTo>
                      <a:pt x="629" y="1886"/>
                      <a:pt x="695" y="1604"/>
                      <a:pt x="709" y="1548"/>
                    </a:cubicBezTo>
                    <a:cubicBezTo>
                      <a:pt x="734" y="1451"/>
                      <a:pt x="645" y="1301"/>
                      <a:pt x="581" y="1192"/>
                    </a:cubicBezTo>
                    <a:cubicBezTo>
                      <a:pt x="570" y="1174"/>
                      <a:pt x="559" y="1156"/>
                      <a:pt x="550" y="1140"/>
                    </a:cubicBezTo>
                    <a:cubicBezTo>
                      <a:pt x="489" y="1032"/>
                      <a:pt x="290" y="979"/>
                      <a:pt x="179" y="971"/>
                    </a:cubicBezTo>
                    <a:cubicBezTo>
                      <a:pt x="132" y="968"/>
                      <a:pt x="86" y="940"/>
                      <a:pt x="53" y="894"/>
                    </a:cubicBezTo>
                    <a:cubicBezTo>
                      <a:pt x="14" y="840"/>
                      <a:pt x="0" y="773"/>
                      <a:pt x="15" y="714"/>
                    </a:cubicBezTo>
                    <a:cubicBezTo>
                      <a:pt x="40" y="612"/>
                      <a:pt x="264" y="560"/>
                      <a:pt x="398" y="528"/>
                    </a:cubicBezTo>
                    <a:cubicBezTo>
                      <a:pt x="422" y="522"/>
                      <a:pt x="443" y="518"/>
                      <a:pt x="459" y="513"/>
                    </a:cubicBezTo>
                    <a:cubicBezTo>
                      <a:pt x="554" y="488"/>
                      <a:pt x="547" y="352"/>
                      <a:pt x="541" y="243"/>
                    </a:cubicBezTo>
                    <a:cubicBezTo>
                      <a:pt x="540" y="226"/>
                      <a:pt x="540" y="209"/>
                      <a:pt x="539" y="194"/>
                    </a:cubicBezTo>
                    <a:cubicBezTo>
                      <a:pt x="535" y="76"/>
                      <a:pt x="747" y="31"/>
                      <a:pt x="751" y="30"/>
                    </a:cubicBezTo>
                    <a:cubicBezTo>
                      <a:pt x="861" y="0"/>
                      <a:pt x="1036" y="135"/>
                      <a:pt x="1104" y="219"/>
                    </a:cubicBezTo>
                    <a:cubicBezTo>
                      <a:pt x="1167" y="297"/>
                      <a:pt x="1406" y="324"/>
                      <a:pt x="1626" y="277"/>
                    </a:cubicBezTo>
                    <a:cubicBezTo>
                      <a:pt x="1846" y="230"/>
                      <a:pt x="2116" y="440"/>
                      <a:pt x="2167" y="562"/>
                    </a:cubicBezTo>
                    <a:cubicBezTo>
                      <a:pt x="2217" y="682"/>
                      <a:pt x="2218" y="949"/>
                      <a:pt x="2197" y="1080"/>
                    </a:cubicBezTo>
                    <a:cubicBezTo>
                      <a:pt x="2186" y="1150"/>
                      <a:pt x="2214" y="1273"/>
                      <a:pt x="2241" y="1392"/>
                    </a:cubicBezTo>
                    <a:cubicBezTo>
                      <a:pt x="2268" y="1505"/>
                      <a:pt x="2295" y="1623"/>
                      <a:pt x="2289" y="1700"/>
                    </a:cubicBezTo>
                    <a:cubicBezTo>
                      <a:pt x="2281" y="1824"/>
                      <a:pt x="1999" y="1901"/>
                      <a:pt x="1792" y="1958"/>
                    </a:cubicBezTo>
                    <a:cubicBezTo>
                      <a:pt x="1732" y="1974"/>
                      <a:pt x="1680" y="1988"/>
                      <a:pt x="1646" y="2001"/>
                    </a:cubicBezTo>
                    <a:cubicBezTo>
                      <a:pt x="1569" y="2029"/>
                      <a:pt x="1365" y="2056"/>
                      <a:pt x="1172" y="2063"/>
                    </a:cubicBezTo>
                    <a:cubicBezTo>
                      <a:pt x="1148" y="2063"/>
                      <a:pt x="1116" y="2064"/>
                      <a:pt x="1081" y="2064"/>
                    </a:cubicBezTo>
                    <a:close/>
                    <a:moveTo>
                      <a:pt x="784" y="30"/>
                    </a:moveTo>
                    <a:cubicBezTo>
                      <a:pt x="773" y="30"/>
                      <a:pt x="762" y="31"/>
                      <a:pt x="752" y="34"/>
                    </a:cubicBezTo>
                    <a:cubicBezTo>
                      <a:pt x="752" y="34"/>
                      <a:pt x="752" y="34"/>
                      <a:pt x="752" y="34"/>
                    </a:cubicBezTo>
                    <a:cubicBezTo>
                      <a:pt x="750" y="34"/>
                      <a:pt x="540" y="79"/>
                      <a:pt x="543" y="194"/>
                    </a:cubicBezTo>
                    <a:cubicBezTo>
                      <a:pt x="544" y="209"/>
                      <a:pt x="545" y="225"/>
                      <a:pt x="545" y="242"/>
                    </a:cubicBezTo>
                    <a:cubicBezTo>
                      <a:pt x="551" y="353"/>
                      <a:pt x="558" y="491"/>
                      <a:pt x="461" y="517"/>
                    </a:cubicBezTo>
                    <a:cubicBezTo>
                      <a:pt x="444" y="522"/>
                      <a:pt x="423" y="526"/>
                      <a:pt x="399" y="532"/>
                    </a:cubicBezTo>
                    <a:cubicBezTo>
                      <a:pt x="266" y="563"/>
                      <a:pt x="44" y="616"/>
                      <a:pt x="19" y="715"/>
                    </a:cubicBezTo>
                    <a:cubicBezTo>
                      <a:pt x="4" y="773"/>
                      <a:pt x="18" y="839"/>
                      <a:pt x="56" y="891"/>
                    </a:cubicBezTo>
                    <a:cubicBezTo>
                      <a:pt x="89" y="936"/>
                      <a:pt x="134" y="964"/>
                      <a:pt x="180" y="967"/>
                    </a:cubicBezTo>
                    <a:cubicBezTo>
                      <a:pt x="291" y="975"/>
                      <a:pt x="492" y="1029"/>
                      <a:pt x="554" y="1138"/>
                    </a:cubicBezTo>
                    <a:cubicBezTo>
                      <a:pt x="563" y="1154"/>
                      <a:pt x="573" y="1171"/>
                      <a:pt x="584" y="1190"/>
                    </a:cubicBezTo>
                    <a:cubicBezTo>
                      <a:pt x="649" y="1300"/>
                      <a:pt x="738" y="1451"/>
                      <a:pt x="713" y="1549"/>
                    </a:cubicBezTo>
                    <a:cubicBezTo>
                      <a:pt x="699" y="1604"/>
                      <a:pt x="634" y="1885"/>
                      <a:pt x="742" y="2001"/>
                    </a:cubicBezTo>
                    <a:cubicBezTo>
                      <a:pt x="783" y="2046"/>
                      <a:pt x="940" y="2067"/>
                      <a:pt x="1172" y="2058"/>
                    </a:cubicBezTo>
                    <a:cubicBezTo>
                      <a:pt x="1364" y="2052"/>
                      <a:pt x="1567" y="2025"/>
                      <a:pt x="1644" y="1997"/>
                    </a:cubicBezTo>
                    <a:cubicBezTo>
                      <a:pt x="1679" y="1984"/>
                      <a:pt x="1731" y="1970"/>
                      <a:pt x="1791" y="1954"/>
                    </a:cubicBezTo>
                    <a:cubicBezTo>
                      <a:pt x="1985" y="1901"/>
                      <a:pt x="2277" y="1821"/>
                      <a:pt x="2285" y="1700"/>
                    </a:cubicBezTo>
                    <a:cubicBezTo>
                      <a:pt x="2291" y="1623"/>
                      <a:pt x="2263" y="1506"/>
                      <a:pt x="2237" y="1393"/>
                    </a:cubicBezTo>
                    <a:cubicBezTo>
                      <a:pt x="2209" y="1268"/>
                      <a:pt x="2181" y="1150"/>
                      <a:pt x="2193" y="1080"/>
                    </a:cubicBezTo>
                    <a:cubicBezTo>
                      <a:pt x="2214" y="952"/>
                      <a:pt x="2213" y="681"/>
                      <a:pt x="2164" y="564"/>
                    </a:cubicBezTo>
                    <a:cubicBezTo>
                      <a:pt x="2138" y="503"/>
                      <a:pt x="2055" y="420"/>
                      <a:pt x="1961" y="362"/>
                    </a:cubicBezTo>
                    <a:cubicBezTo>
                      <a:pt x="1893" y="320"/>
                      <a:pt x="1760" y="253"/>
                      <a:pt x="1627" y="281"/>
                    </a:cubicBezTo>
                    <a:cubicBezTo>
                      <a:pt x="1406" y="328"/>
                      <a:pt x="1165" y="301"/>
                      <a:pt x="1101" y="221"/>
                    </a:cubicBezTo>
                    <a:cubicBezTo>
                      <a:pt x="1040" y="146"/>
                      <a:pt x="892" y="30"/>
                      <a:pt x="784" y="3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7"/>
              <p:cNvSpPr/>
              <p:nvPr/>
            </p:nvSpPr>
            <p:spPr>
              <a:xfrm rot="-3664212">
                <a:off x="7646156" y="366793"/>
                <a:ext cx="523875" cy="515937"/>
              </a:xfrm>
              <a:custGeom>
                <a:rect b="b" l="l" r="r" t="t"/>
                <a:pathLst>
                  <a:path extrusionOk="0" h="514" w="524">
                    <a:moveTo>
                      <a:pt x="233" y="514"/>
                    </a:moveTo>
                    <a:cubicBezTo>
                      <a:pt x="222" y="514"/>
                      <a:pt x="211" y="513"/>
                      <a:pt x="201" y="513"/>
                    </a:cubicBezTo>
                    <a:cubicBezTo>
                      <a:pt x="118" y="507"/>
                      <a:pt x="56" y="417"/>
                      <a:pt x="22" y="252"/>
                    </a:cubicBezTo>
                    <a:cubicBezTo>
                      <a:pt x="0" y="147"/>
                      <a:pt x="68" y="52"/>
                      <a:pt x="182" y="25"/>
                    </a:cubicBezTo>
                    <a:cubicBezTo>
                      <a:pt x="291" y="0"/>
                      <a:pt x="363" y="57"/>
                      <a:pt x="391" y="115"/>
                    </a:cubicBezTo>
                    <a:cubicBezTo>
                      <a:pt x="391" y="115"/>
                      <a:pt x="391" y="115"/>
                      <a:pt x="391" y="115"/>
                    </a:cubicBezTo>
                    <a:cubicBezTo>
                      <a:pt x="399" y="129"/>
                      <a:pt x="413" y="147"/>
                      <a:pt x="429" y="168"/>
                    </a:cubicBezTo>
                    <a:cubicBezTo>
                      <a:pt x="469" y="220"/>
                      <a:pt x="524" y="291"/>
                      <a:pt x="524" y="374"/>
                    </a:cubicBezTo>
                    <a:cubicBezTo>
                      <a:pt x="524" y="400"/>
                      <a:pt x="514" y="423"/>
                      <a:pt x="493" y="443"/>
                    </a:cubicBezTo>
                    <a:cubicBezTo>
                      <a:pt x="435" y="496"/>
                      <a:pt x="315" y="514"/>
                      <a:pt x="233" y="514"/>
                    </a:cubicBezTo>
                    <a:close/>
                    <a:moveTo>
                      <a:pt x="233" y="23"/>
                    </a:moveTo>
                    <a:cubicBezTo>
                      <a:pt x="217" y="23"/>
                      <a:pt x="201" y="25"/>
                      <a:pt x="183" y="29"/>
                    </a:cubicBezTo>
                    <a:cubicBezTo>
                      <a:pt x="71" y="55"/>
                      <a:pt x="5" y="149"/>
                      <a:pt x="26" y="252"/>
                    </a:cubicBezTo>
                    <a:cubicBezTo>
                      <a:pt x="49" y="365"/>
                      <a:pt x="99" y="501"/>
                      <a:pt x="201" y="508"/>
                    </a:cubicBezTo>
                    <a:cubicBezTo>
                      <a:pt x="279" y="514"/>
                      <a:pt x="425" y="500"/>
                      <a:pt x="490" y="439"/>
                    </a:cubicBezTo>
                    <a:cubicBezTo>
                      <a:pt x="510" y="421"/>
                      <a:pt x="520" y="398"/>
                      <a:pt x="520" y="374"/>
                    </a:cubicBezTo>
                    <a:cubicBezTo>
                      <a:pt x="520" y="293"/>
                      <a:pt x="465" y="222"/>
                      <a:pt x="425" y="171"/>
                    </a:cubicBezTo>
                    <a:cubicBezTo>
                      <a:pt x="409" y="150"/>
                      <a:pt x="395" y="131"/>
                      <a:pt x="388" y="116"/>
                    </a:cubicBezTo>
                    <a:cubicBezTo>
                      <a:pt x="388" y="116"/>
                      <a:pt x="388" y="116"/>
                      <a:pt x="388" y="116"/>
                    </a:cubicBezTo>
                    <a:cubicBezTo>
                      <a:pt x="364" y="70"/>
                      <a:pt x="312" y="23"/>
                      <a:pt x="233" y="2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7"/>
              <p:cNvSpPr/>
              <p:nvPr/>
            </p:nvSpPr>
            <p:spPr>
              <a:xfrm rot="-3664212">
                <a:off x="7762369" y="1218018"/>
                <a:ext cx="368300" cy="187325"/>
              </a:xfrm>
              <a:custGeom>
                <a:rect b="b" l="l" r="r" t="t"/>
                <a:pathLst>
                  <a:path extrusionOk="0" h="187" w="368">
                    <a:moveTo>
                      <a:pt x="130" y="185"/>
                    </a:moveTo>
                    <a:cubicBezTo>
                      <a:pt x="93" y="185"/>
                      <a:pt x="53" y="178"/>
                      <a:pt x="28" y="155"/>
                    </a:cubicBezTo>
                    <a:cubicBezTo>
                      <a:pt x="9" y="137"/>
                      <a:pt x="0" y="113"/>
                      <a:pt x="3" y="82"/>
                    </a:cubicBezTo>
                    <a:cubicBezTo>
                      <a:pt x="8" y="11"/>
                      <a:pt x="82" y="11"/>
                      <a:pt x="147" y="11"/>
                    </a:cubicBezTo>
                    <a:cubicBezTo>
                      <a:pt x="173" y="10"/>
                      <a:pt x="198" y="10"/>
                      <a:pt x="218" y="6"/>
                    </a:cubicBezTo>
                    <a:cubicBezTo>
                      <a:pt x="218" y="6"/>
                      <a:pt x="218" y="6"/>
                      <a:pt x="218" y="6"/>
                    </a:cubicBezTo>
                    <a:cubicBezTo>
                      <a:pt x="249" y="0"/>
                      <a:pt x="282" y="9"/>
                      <a:pt x="311" y="31"/>
                    </a:cubicBezTo>
                    <a:cubicBezTo>
                      <a:pt x="341" y="53"/>
                      <a:pt x="363" y="87"/>
                      <a:pt x="365" y="115"/>
                    </a:cubicBezTo>
                    <a:cubicBezTo>
                      <a:pt x="368" y="156"/>
                      <a:pt x="312" y="164"/>
                      <a:pt x="240" y="173"/>
                    </a:cubicBezTo>
                    <a:cubicBezTo>
                      <a:pt x="224" y="175"/>
                      <a:pt x="207" y="177"/>
                      <a:pt x="190" y="180"/>
                    </a:cubicBezTo>
                    <a:cubicBezTo>
                      <a:pt x="174" y="183"/>
                      <a:pt x="153" y="185"/>
                      <a:pt x="130" y="185"/>
                    </a:cubicBezTo>
                    <a:close/>
                    <a:moveTo>
                      <a:pt x="219" y="10"/>
                    </a:moveTo>
                    <a:cubicBezTo>
                      <a:pt x="198" y="15"/>
                      <a:pt x="173" y="15"/>
                      <a:pt x="147" y="15"/>
                    </a:cubicBezTo>
                    <a:cubicBezTo>
                      <a:pt x="81" y="15"/>
                      <a:pt x="12" y="15"/>
                      <a:pt x="7" y="82"/>
                    </a:cubicBezTo>
                    <a:cubicBezTo>
                      <a:pt x="5" y="112"/>
                      <a:pt x="12" y="135"/>
                      <a:pt x="30" y="152"/>
                    </a:cubicBezTo>
                    <a:cubicBezTo>
                      <a:pt x="60" y="179"/>
                      <a:pt x="117" y="187"/>
                      <a:pt x="189" y="176"/>
                    </a:cubicBezTo>
                    <a:cubicBezTo>
                      <a:pt x="206" y="173"/>
                      <a:pt x="223" y="171"/>
                      <a:pt x="240" y="169"/>
                    </a:cubicBezTo>
                    <a:cubicBezTo>
                      <a:pt x="309" y="160"/>
                      <a:pt x="364" y="153"/>
                      <a:pt x="361" y="116"/>
                    </a:cubicBezTo>
                    <a:cubicBezTo>
                      <a:pt x="359" y="89"/>
                      <a:pt x="337" y="56"/>
                      <a:pt x="309" y="34"/>
                    </a:cubicBezTo>
                    <a:cubicBezTo>
                      <a:pt x="281" y="13"/>
                      <a:pt x="249" y="4"/>
                      <a:pt x="219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7"/>
              <p:cNvSpPr/>
              <p:nvPr/>
            </p:nvSpPr>
            <p:spPr>
              <a:xfrm rot="-3664217">
                <a:off x="8126332" y="-173626"/>
                <a:ext cx="1428749" cy="1441448"/>
              </a:xfrm>
              <a:custGeom>
                <a:rect b="b" l="l" r="r" t="t"/>
                <a:pathLst>
                  <a:path extrusionOk="0" h="1439" w="1428">
                    <a:moveTo>
                      <a:pt x="527" y="1417"/>
                    </a:moveTo>
                    <a:cubicBezTo>
                      <a:pt x="397" y="1417"/>
                      <a:pt x="261" y="1399"/>
                      <a:pt x="201" y="1375"/>
                    </a:cubicBezTo>
                    <a:cubicBezTo>
                      <a:pt x="106" y="1337"/>
                      <a:pt x="151" y="1168"/>
                      <a:pt x="184" y="1044"/>
                    </a:cubicBezTo>
                    <a:cubicBezTo>
                      <a:pt x="190" y="1021"/>
                      <a:pt x="195" y="1000"/>
                      <a:pt x="200" y="981"/>
                    </a:cubicBezTo>
                    <a:cubicBezTo>
                      <a:pt x="213" y="922"/>
                      <a:pt x="157" y="837"/>
                      <a:pt x="103" y="754"/>
                    </a:cubicBezTo>
                    <a:cubicBezTo>
                      <a:pt x="52" y="677"/>
                      <a:pt x="0" y="597"/>
                      <a:pt x="0" y="535"/>
                    </a:cubicBezTo>
                    <a:cubicBezTo>
                      <a:pt x="0" y="410"/>
                      <a:pt x="187" y="349"/>
                      <a:pt x="305" y="341"/>
                    </a:cubicBezTo>
                    <a:cubicBezTo>
                      <a:pt x="406" y="334"/>
                      <a:pt x="480" y="287"/>
                      <a:pt x="569" y="176"/>
                    </a:cubicBezTo>
                    <a:cubicBezTo>
                      <a:pt x="612" y="122"/>
                      <a:pt x="712" y="67"/>
                      <a:pt x="825" y="35"/>
                    </a:cubicBezTo>
                    <a:cubicBezTo>
                      <a:pt x="946" y="0"/>
                      <a:pt x="1047" y="2"/>
                      <a:pt x="1096" y="39"/>
                    </a:cubicBezTo>
                    <a:cubicBezTo>
                      <a:pt x="1157" y="85"/>
                      <a:pt x="1357" y="246"/>
                      <a:pt x="1348" y="362"/>
                    </a:cubicBezTo>
                    <a:cubicBezTo>
                      <a:pt x="1341" y="460"/>
                      <a:pt x="1377" y="730"/>
                      <a:pt x="1414" y="852"/>
                    </a:cubicBezTo>
                    <a:cubicBezTo>
                      <a:pt x="1428" y="897"/>
                      <a:pt x="1419" y="947"/>
                      <a:pt x="1389" y="998"/>
                    </a:cubicBezTo>
                    <a:cubicBezTo>
                      <a:pt x="1346" y="1071"/>
                      <a:pt x="1265" y="1130"/>
                      <a:pt x="1188" y="1146"/>
                    </a:cubicBezTo>
                    <a:cubicBezTo>
                      <a:pt x="1057" y="1173"/>
                      <a:pt x="894" y="1294"/>
                      <a:pt x="808" y="1364"/>
                    </a:cubicBezTo>
                    <a:cubicBezTo>
                      <a:pt x="761" y="1402"/>
                      <a:pt x="647" y="1417"/>
                      <a:pt x="527" y="1417"/>
                    </a:cubicBezTo>
                    <a:close/>
                    <a:moveTo>
                      <a:pt x="983" y="14"/>
                    </a:moveTo>
                    <a:cubicBezTo>
                      <a:pt x="843" y="14"/>
                      <a:pt x="641" y="93"/>
                      <a:pt x="572" y="178"/>
                    </a:cubicBezTo>
                    <a:cubicBezTo>
                      <a:pt x="482" y="291"/>
                      <a:pt x="407" y="338"/>
                      <a:pt x="305" y="345"/>
                    </a:cubicBezTo>
                    <a:cubicBezTo>
                      <a:pt x="189" y="353"/>
                      <a:pt x="4" y="412"/>
                      <a:pt x="4" y="535"/>
                    </a:cubicBezTo>
                    <a:cubicBezTo>
                      <a:pt x="4" y="596"/>
                      <a:pt x="56" y="675"/>
                      <a:pt x="106" y="752"/>
                    </a:cubicBezTo>
                    <a:cubicBezTo>
                      <a:pt x="163" y="839"/>
                      <a:pt x="217" y="922"/>
                      <a:pt x="204" y="982"/>
                    </a:cubicBezTo>
                    <a:cubicBezTo>
                      <a:pt x="199" y="1001"/>
                      <a:pt x="194" y="1022"/>
                      <a:pt x="188" y="1045"/>
                    </a:cubicBezTo>
                    <a:cubicBezTo>
                      <a:pt x="155" y="1167"/>
                      <a:pt x="111" y="1335"/>
                      <a:pt x="202" y="1371"/>
                    </a:cubicBezTo>
                    <a:cubicBezTo>
                      <a:pt x="317" y="1417"/>
                      <a:pt x="709" y="1439"/>
                      <a:pt x="806" y="1360"/>
                    </a:cubicBezTo>
                    <a:cubicBezTo>
                      <a:pt x="891" y="1291"/>
                      <a:pt x="1055" y="1169"/>
                      <a:pt x="1187" y="1142"/>
                    </a:cubicBezTo>
                    <a:cubicBezTo>
                      <a:pt x="1263" y="1126"/>
                      <a:pt x="1343" y="1067"/>
                      <a:pt x="1386" y="995"/>
                    </a:cubicBezTo>
                    <a:cubicBezTo>
                      <a:pt x="1406" y="961"/>
                      <a:pt x="1427" y="908"/>
                      <a:pt x="1410" y="853"/>
                    </a:cubicBezTo>
                    <a:cubicBezTo>
                      <a:pt x="1373" y="731"/>
                      <a:pt x="1337" y="460"/>
                      <a:pt x="1344" y="361"/>
                    </a:cubicBezTo>
                    <a:cubicBezTo>
                      <a:pt x="1352" y="248"/>
                      <a:pt x="1154" y="88"/>
                      <a:pt x="1094" y="42"/>
                    </a:cubicBezTo>
                    <a:cubicBezTo>
                      <a:pt x="1068" y="23"/>
                      <a:pt x="1029" y="14"/>
                      <a:pt x="983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7"/>
              <p:cNvSpPr/>
              <p:nvPr/>
            </p:nvSpPr>
            <p:spPr>
              <a:xfrm rot="-3664213">
                <a:off x="7725051" y="499132"/>
                <a:ext cx="274638" cy="246063"/>
              </a:xfrm>
              <a:custGeom>
                <a:rect b="b" l="l" r="r" t="t"/>
                <a:pathLst>
                  <a:path extrusionOk="0" h="246" w="275">
                    <a:moveTo>
                      <a:pt x="129" y="246"/>
                    </a:moveTo>
                    <a:cubicBezTo>
                      <a:pt x="110" y="246"/>
                      <a:pt x="92" y="243"/>
                      <a:pt x="77" y="239"/>
                    </a:cubicBezTo>
                    <a:cubicBezTo>
                      <a:pt x="49" y="231"/>
                      <a:pt x="30" y="218"/>
                      <a:pt x="21" y="202"/>
                    </a:cubicBezTo>
                    <a:cubicBezTo>
                      <a:pt x="1" y="160"/>
                      <a:pt x="0" y="82"/>
                      <a:pt x="85" y="40"/>
                    </a:cubicBezTo>
                    <a:cubicBezTo>
                      <a:pt x="166" y="0"/>
                      <a:pt x="197" y="53"/>
                      <a:pt x="222" y="97"/>
                    </a:cubicBezTo>
                    <a:cubicBezTo>
                      <a:pt x="224" y="100"/>
                      <a:pt x="224" y="100"/>
                      <a:pt x="224" y="100"/>
                    </a:cubicBezTo>
                    <a:cubicBezTo>
                      <a:pt x="249" y="142"/>
                      <a:pt x="275" y="186"/>
                      <a:pt x="213" y="225"/>
                    </a:cubicBezTo>
                    <a:cubicBezTo>
                      <a:pt x="188" y="240"/>
                      <a:pt x="158" y="246"/>
                      <a:pt x="129" y="246"/>
                    </a:cubicBezTo>
                    <a:close/>
                    <a:moveTo>
                      <a:pt x="137" y="30"/>
                    </a:moveTo>
                    <a:cubicBezTo>
                      <a:pt x="123" y="30"/>
                      <a:pt x="107" y="34"/>
                      <a:pt x="87" y="44"/>
                    </a:cubicBezTo>
                    <a:cubicBezTo>
                      <a:pt x="5" y="85"/>
                      <a:pt x="5" y="160"/>
                      <a:pt x="25" y="200"/>
                    </a:cubicBezTo>
                    <a:cubicBezTo>
                      <a:pt x="33" y="215"/>
                      <a:pt x="52" y="228"/>
                      <a:pt x="78" y="235"/>
                    </a:cubicBezTo>
                    <a:cubicBezTo>
                      <a:pt x="116" y="246"/>
                      <a:pt x="171" y="245"/>
                      <a:pt x="210" y="221"/>
                    </a:cubicBezTo>
                    <a:cubicBezTo>
                      <a:pt x="269" y="184"/>
                      <a:pt x="246" y="144"/>
                      <a:pt x="221" y="102"/>
                    </a:cubicBezTo>
                    <a:cubicBezTo>
                      <a:pt x="219" y="99"/>
                      <a:pt x="219" y="99"/>
                      <a:pt x="219" y="99"/>
                    </a:cubicBezTo>
                    <a:cubicBezTo>
                      <a:pt x="200" y="66"/>
                      <a:pt x="179" y="30"/>
                      <a:pt x="137" y="3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7"/>
              <p:cNvSpPr/>
              <p:nvPr/>
            </p:nvSpPr>
            <p:spPr>
              <a:xfrm rot="-3664218">
                <a:off x="8921099" y="839207"/>
                <a:ext cx="401637" cy="301624"/>
              </a:xfrm>
              <a:custGeom>
                <a:rect b="b" l="l" r="r" t="t"/>
                <a:pathLst>
                  <a:path extrusionOk="0" h="302" w="401">
                    <a:moveTo>
                      <a:pt x="282" y="284"/>
                    </a:moveTo>
                    <a:cubicBezTo>
                      <a:pt x="187" y="284"/>
                      <a:pt x="59" y="256"/>
                      <a:pt x="26" y="240"/>
                    </a:cubicBezTo>
                    <a:cubicBezTo>
                      <a:pt x="14" y="234"/>
                      <a:pt x="6" y="220"/>
                      <a:pt x="4" y="199"/>
                    </a:cubicBezTo>
                    <a:cubicBezTo>
                      <a:pt x="0" y="151"/>
                      <a:pt x="27" y="73"/>
                      <a:pt x="74" y="37"/>
                    </a:cubicBezTo>
                    <a:cubicBezTo>
                      <a:pt x="123" y="0"/>
                      <a:pt x="192" y="35"/>
                      <a:pt x="253" y="66"/>
                    </a:cubicBezTo>
                    <a:cubicBezTo>
                      <a:pt x="272" y="76"/>
                      <a:pt x="291" y="85"/>
                      <a:pt x="308" y="92"/>
                    </a:cubicBezTo>
                    <a:cubicBezTo>
                      <a:pt x="356" y="111"/>
                      <a:pt x="396" y="163"/>
                      <a:pt x="399" y="209"/>
                    </a:cubicBezTo>
                    <a:cubicBezTo>
                      <a:pt x="401" y="236"/>
                      <a:pt x="390" y="257"/>
                      <a:pt x="368" y="269"/>
                    </a:cubicBezTo>
                    <a:cubicBezTo>
                      <a:pt x="349" y="280"/>
                      <a:pt x="318" y="284"/>
                      <a:pt x="282" y="284"/>
                    </a:cubicBezTo>
                    <a:close/>
                    <a:moveTo>
                      <a:pt x="124" y="25"/>
                    </a:moveTo>
                    <a:cubicBezTo>
                      <a:pt x="107" y="25"/>
                      <a:pt x="91" y="29"/>
                      <a:pt x="76" y="40"/>
                    </a:cubicBezTo>
                    <a:cubicBezTo>
                      <a:pt x="31" y="75"/>
                      <a:pt x="4" y="152"/>
                      <a:pt x="9" y="199"/>
                    </a:cubicBezTo>
                    <a:cubicBezTo>
                      <a:pt x="10" y="212"/>
                      <a:pt x="14" y="229"/>
                      <a:pt x="28" y="236"/>
                    </a:cubicBezTo>
                    <a:cubicBezTo>
                      <a:pt x="72" y="258"/>
                      <a:pt x="301" y="302"/>
                      <a:pt x="366" y="266"/>
                    </a:cubicBezTo>
                    <a:cubicBezTo>
                      <a:pt x="392" y="251"/>
                      <a:pt x="396" y="227"/>
                      <a:pt x="395" y="210"/>
                    </a:cubicBezTo>
                    <a:cubicBezTo>
                      <a:pt x="392" y="165"/>
                      <a:pt x="353" y="114"/>
                      <a:pt x="307" y="96"/>
                    </a:cubicBezTo>
                    <a:cubicBezTo>
                      <a:pt x="307" y="96"/>
                      <a:pt x="307" y="96"/>
                      <a:pt x="307" y="96"/>
                    </a:cubicBezTo>
                    <a:cubicBezTo>
                      <a:pt x="289" y="89"/>
                      <a:pt x="270" y="79"/>
                      <a:pt x="251" y="69"/>
                    </a:cubicBezTo>
                    <a:cubicBezTo>
                      <a:pt x="207" y="47"/>
                      <a:pt x="163" y="25"/>
                      <a:pt x="124" y="2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7"/>
              <p:cNvSpPr/>
              <p:nvPr/>
            </p:nvSpPr>
            <p:spPr>
              <a:xfrm rot="-3664213">
                <a:off x="8449388" y="274116"/>
                <a:ext cx="642937" cy="401637"/>
              </a:xfrm>
              <a:custGeom>
                <a:rect b="b" l="l" r="r" t="t"/>
                <a:pathLst>
                  <a:path extrusionOk="0" h="401" w="643">
                    <a:moveTo>
                      <a:pt x="308" y="393"/>
                    </a:moveTo>
                    <a:cubicBezTo>
                      <a:pt x="234" y="393"/>
                      <a:pt x="125" y="338"/>
                      <a:pt x="63" y="302"/>
                    </a:cubicBezTo>
                    <a:cubicBezTo>
                      <a:pt x="8" y="271"/>
                      <a:pt x="0" y="169"/>
                      <a:pt x="32" y="111"/>
                    </a:cubicBezTo>
                    <a:cubicBezTo>
                      <a:pt x="64" y="55"/>
                      <a:pt x="137" y="67"/>
                      <a:pt x="186" y="75"/>
                    </a:cubicBezTo>
                    <a:cubicBezTo>
                      <a:pt x="190" y="76"/>
                      <a:pt x="193" y="76"/>
                      <a:pt x="197" y="77"/>
                    </a:cubicBezTo>
                    <a:cubicBezTo>
                      <a:pt x="242" y="84"/>
                      <a:pt x="338" y="75"/>
                      <a:pt x="395" y="40"/>
                    </a:cubicBezTo>
                    <a:cubicBezTo>
                      <a:pt x="462" y="0"/>
                      <a:pt x="558" y="101"/>
                      <a:pt x="586" y="133"/>
                    </a:cubicBezTo>
                    <a:cubicBezTo>
                      <a:pt x="643" y="199"/>
                      <a:pt x="612" y="259"/>
                      <a:pt x="579" y="305"/>
                    </a:cubicBezTo>
                    <a:cubicBezTo>
                      <a:pt x="543" y="354"/>
                      <a:pt x="444" y="371"/>
                      <a:pt x="365" y="385"/>
                    </a:cubicBezTo>
                    <a:cubicBezTo>
                      <a:pt x="352" y="387"/>
                      <a:pt x="341" y="389"/>
                      <a:pt x="330" y="391"/>
                    </a:cubicBezTo>
                    <a:cubicBezTo>
                      <a:pt x="323" y="392"/>
                      <a:pt x="316" y="393"/>
                      <a:pt x="308" y="393"/>
                    </a:cubicBezTo>
                    <a:close/>
                    <a:moveTo>
                      <a:pt x="121" y="72"/>
                    </a:moveTo>
                    <a:cubicBezTo>
                      <a:pt x="87" y="72"/>
                      <a:pt x="54" y="81"/>
                      <a:pt x="36" y="113"/>
                    </a:cubicBezTo>
                    <a:cubicBezTo>
                      <a:pt x="5" y="169"/>
                      <a:pt x="13" y="269"/>
                      <a:pt x="65" y="299"/>
                    </a:cubicBezTo>
                    <a:cubicBezTo>
                      <a:pt x="133" y="337"/>
                      <a:pt x="258" y="401"/>
                      <a:pt x="329" y="387"/>
                    </a:cubicBezTo>
                    <a:cubicBezTo>
                      <a:pt x="340" y="385"/>
                      <a:pt x="352" y="383"/>
                      <a:pt x="364" y="381"/>
                    </a:cubicBezTo>
                    <a:cubicBezTo>
                      <a:pt x="439" y="368"/>
                      <a:pt x="541" y="350"/>
                      <a:pt x="575" y="303"/>
                    </a:cubicBezTo>
                    <a:cubicBezTo>
                      <a:pt x="624" y="236"/>
                      <a:pt x="627" y="186"/>
                      <a:pt x="583" y="136"/>
                    </a:cubicBezTo>
                    <a:cubicBezTo>
                      <a:pt x="555" y="104"/>
                      <a:pt x="461" y="5"/>
                      <a:pt x="397" y="44"/>
                    </a:cubicBezTo>
                    <a:cubicBezTo>
                      <a:pt x="339" y="79"/>
                      <a:pt x="242" y="88"/>
                      <a:pt x="196" y="81"/>
                    </a:cubicBezTo>
                    <a:cubicBezTo>
                      <a:pt x="193" y="80"/>
                      <a:pt x="189" y="80"/>
                      <a:pt x="185" y="79"/>
                    </a:cubicBezTo>
                    <a:cubicBezTo>
                      <a:pt x="166" y="76"/>
                      <a:pt x="144" y="72"/>
                      <a:pt x="121" y="7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7"/>
              <p:cNvSpPr/>
              <p:nvPr/>
            </p:nvSpPr>
            <p:spPr>
              <a:xfrm rot="-3664213">
                <a:off x="7140050" y="-329152"/>
                <a:ext cx="423864" cy="192088"/>
              </a:xfrm>
              <a:custGeom>
                <a:rect b="b" l="l" r="r" t="t"/>
                <a:pathLst>
                  <a:path extrusionOk="0" h="192" w="423">
                    <a:moveTo>
                      <a:pt x="322" y="189"/>
                    </a:moveTo>
                    <a:cubicBezTo>
                      <a:pt x="293" y="189"/>
                      <a:pt x="260" y="186"/>
                      <a:pt x="227" y="183"/>
                    </a:cubicBezTo>
                    <a:cubicBezTo>
                      <a:pt x="193" y="180"/>
                      <a:pt x="159" y="177"/>
                      <a:pt x="128" y="177"/>
                    </a:cubicBezTo>
                    <a:cubicBezTo>
                      <a:pt x="68" y="177"/>
                      <a:pt x="38" y="155"/>
                      <a:pt x="23" y="136"/>
                    </a:cubicBezTo>
                    <a:cubicBezTo>
                      <a:pt x="5" y="113"/>
                      <a:pt x="0" y="84"/>
                      <a:pt x="8" y="53"/>
                    </a:cubicBezTo>
                    <a:cubicBezTo>
                      <a:pt x="19" y="9"/>
                      <a:pt x="87" y="0"/>
                      <a:pt x="143" y="0"/>
                    </a:cubicBezTo>
                    <a:cubicBezTo>
                      <a:pt x="250" y="0"/>
                      <a:pt x="321" y="10"/>
                      <a:pt x="354" y="29"/>
                    </a:cubicBezTo>
                    <a:cubicBezTo>
                      <a:pt x="354" y="29"/>
                      <a:pt x="354" y="29"/>
                      <a:pt x="354" y="29"/>
                    </a:cubicBezTo>
                    <a:cubicBezTo>
                      <a:pt x="382" y="46"/>
                      <a:pt x="422" y="95"/>
                      <a:pt x="423" y="135"/>
                    </a:cubicBezTo>
                    <a:cubicBezTo>
                      <a:pt x="423" y="151"/>
                      <a:pt x="416" y="164"/>
                      <a:pt x="402" y="173"/>
                    </a:cubicBezTo>
                    <a:cubicBezTo>
                      <a:pt x="383" y="186"/>
                      <a:pt x="355" y="189"/>
                      <a:pt x="322" y="189"/>
                    </a:cubicBezTo>
                    <a:close/>
                    <a:moveTo>
                      <a:pt x="143" y="4"/>
                    </a:moveTo>
                    <a:cubicBezTo>
                      <a:pt x="89" y="4"/>
                      <a:pt x="22" y="13"/>
                      <a:pt x="12" y="54"/>
                    </a:cubicBezTo>
                    <a:cubicBezTo>
                      <a:pt x="4" y="83"/>
                      <a:pt x="10" y="112"/>
                      <a:pt x="26" y="133"/>
                    </a:cubicBezTo>
                    <a:cubicBezTo>
                      <a:pt x="41" y="151"/>
                      <a:pt x="70" y="173"/>
                      <a:pt x="128" y="173"/>
                    </a:cubicBezTo>
                    <a:cubicBezTo>
                      <a:pt x="159" y="173"/>
                      <a:pt x="194" y="176"/>
                      <a:pt x="227" y="179"/>
                    </a:cubicBezTo>
                    <a:cubicBezTo>
                      <a:pt x="298" y="186"/>
                      <a:pt x="366" y="192"/>
                      <a:pt x="400" y="170"/>
                    </a:cubicBezTo>
                    <a:cubicBezTo>
                      <a:pt x="413" y="162"/>
                      <a:pt x="419" y="150"/>
                      <a:pt x="419" y="135"/>
                    </a:cubicBezTo>
                    <a:cubicBezTo>
                      <a:pt x="418" y="97"/>
                      <a:pt x="378" y="49"/>
                      <a:pt x="352" y="33"/>
                    </a:cubicBezTo>
                    <a:cubicBezTo>
                      <a:pt x="320" y="14"/>
                      <a:pt x="249" y="4"/>
                      <a:pt x="14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1" name="Google Shape;661;p17"/>
          <p:cNvSpPr txBox="1"/>
          <p:nvPr>
            <p:ph hasCustomPrompt="1" type="title"/>
          </p:nvPr>
        </p:nvSpPr>
        <p:spPr>
          <a:xfrm>
            <a:off x="798400" y="2427299"/>
            <a:ext cx="3492600" cy="548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2" name="Google Shape;662;p17"/>
          <p:cNvSpPr txBox="1"/>
          <p:nvPr>
            <p:ph idx="1" type="subTitle"/>
          </p:nvPr>
        </p:nvSpPr>
        <p:spPr>
          <a:xfrm>
            <a:off x="798388" y="2905571"/>
            <a:ext cx="34926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63" name="Google Shape;663;p17"/>
          <p:cNvSpPr txBox="1"/>
          <p:nvPr>
            <p:ph hasCustomPrompt="1" idx="2" type="title"/>
          </p:nvPr>
        </p:nvSpPr>
        <p:spPr>
          <a:xfrm>
            <a:off x="2825700" y="1167103"/>
            <a:ext cx="3492600" cy="555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4" name="Google Shape;664;p17"/>
          <p:cNvSpPr txBox="1"/>
          <p:nvPr>
            <p:ph idx="3" type="subTitle"/>
          </p:nvPr>
        </p:nvSpPr>
        <p:spPr>
          <a:xfrm>
            <a:off x="2825694" y="1652074"/>
            <a:ext cx="34926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65" name="Google Shape;665;p17"/>
          <p:cNvSpPr txBox="1"/>
          <p:nvPr>
            <p:ph hasCustomPrompt="1" idx="4" type="title"/>
          </p:nvPr>
        </p:nvSpPr>
        <p:spPr>
          <a:xfrm>
            <a:off x="4853025" y="2427299"/>
            <a:ext cx="3492600" cy="548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6" name="Google Shape;666;p17"/>
          <p:cNvSpPr txBox="1"/>
          <p:nvPr>
            <p:ph idx="5" type="subTitle"/>
          </p:nvPr>
        </p:nvSpPr>
        <p:spPr>
          <a:xfrm>
            <a:off x="4853013" y="2905572"/>
            <a:ext cx="34926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667" name="Google Shape;667;p17"/>
          <p:cNvGrpSpPr/>
          <p:nvPr/>
        </p:nvGrpSpPr>
        <p:grpSpPr>
          <a:xfrm>
            <a:off x="-592424" y="-27210"/>
            <a:ext cx="10151824" cy="1829326"/>
            <a:chOff x="-592424" y="-27210"/>
            <a:chExt cx="10151824" cy="1829326"/>
          </a:xfrm>
        </p:grpSpPr>
        <p:pic>
          <p:nvPicPr>
            <p:cNvPr id="668" name="Google Shape;668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739365">
              <a:off x="8615750" y="53954"/>
              <a:ext cx="857626" cy="898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9" name="Google Shape;669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6114809">
              <a:off x="-538178" y="893168"/>
              <a:ext cx="860601" cy="808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0" name="Google Shape;670;p17"/>
          <p:cNvGrpSpPr/>
          <p:nvPr/>
        </p:nvGrpSpPr>
        <p:grpSpPr>
          <a:xfrm>
            <a:off x="325037" y="3590953"/>
            <a:ext cx="9449768" cy="4560356"/>
            <a:chOff x="0" y="2771776"/>
            <a:chExt cx="5156200" cy="3062286"/>
          </a:xfrm>
        </p:grpSpPr>
        <p:sp>
          <p:nvSpPr>
            <p:cNvPr id="671" name="Google Shape;671;p17"/>
            <p:cNvSpPr/>
            <p:nvPr/>
          </p:nvSpPr>
          <p:spPr>
            <a:xfrm>
              <a:off x="1962150" y="3011488"/>
              <a:ext cx="2797178" cy="2262189"/>
            </a:xfrm>
            <a:custGeom>
              <a:rect b="b" l="l" r="r" t="t"/>
              <a:pathLst>
                <a:path extrusionOk="0" h="2258" w="2794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7"/>
            <p:cNvSpPr/>
            <p:nvPr/>
          </p:nvSpPr>
          <p:spPr>
            <a:xfrm>
              <a:off x="2160588" y="3625851"/>
              <a:ext cx="111125" cy="190500"/>
            </a:xfrm>
            <a:custGeom>
              <a:rect b="b" l="l" r="r" t="t"/>
              <a:pathLst>
                <a:path extrusionOk="0" h="191" w="111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7"/>
            <p:cNvSpPr/>
            <p:nvPr/>
          </p:nvSpPr>
          <p:spPr>
            <a:xfrm>
              <a:off x="2101850" y="3700463"/>
              <a:ext cx="69850" cy="96838"/>
            </a:xfrm>
            <a:custGeom>
              <a:rect b="b" l="l" r="r" t="t"/>
              <a:pathLst>
                <a:path extrusionOk="0" h="98" w="7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7"/>
            <p:cNvSpPr/>
            <p:nvPr/>
          </p:nvSpPr>
          <p:spPr>
            <a:xfrm>
              <a:off x="1924050" y="3424238"/>
              <a:ext cx="144463" cy="90488"/>
            </a:xfrm>
            <a:custGeom>
              <a:rect b="b" l="l" r="r" t="t"/>
              <a:pathLst>
                <a:path extrusionOk="0" h="91" w="145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7"/>
            <p:cNvSpPr/>
            <p:nvPr/>
          </p:nvSpPr>
          <p:spPr>
            <a:xfrm>
              <a:off x="3424238" y="4486276"/>
              <a:ext cx="38100" cy="53975"/>
            </a:xfrm>
            <a:custGeom>
              <a:rect b="b" l="l" r="r" t="t"/>
              <a:pathLst>
                <a:path extrusionOk="0" h="54" w="37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7"/>
            <p:cNvSpPr/>
            <p:nvPr/>
          </p:nvSpPr>
          <p:spPr>
            <a:xfrm>
              <a:off x="3665538" y="4548188"/>
              <a:ext cx="200025" cy="190500"/>
            </a:xfrm>
            <a:custGeom>
              <a:rect b="b" l="l" r="r" t="t"/>
              <a:pathLst>
                <a:path extrusionOk="0" h="191" w="20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7"/>
            <p:cNvSpPr/>
            <p:nvPr/>
          </p:nvSpPr>
          <p:spPr>
            <a:xfrm>
              <a:off x="3856038" y="4725988"/>
              <a:ext cx="165100" cy="50800"/>
            </a:xfrm>
            <a:custGeom>
              <a:rect b="b" l="l" r="r" t="t"/>
              <a:pathLst>
                <a:path extrusionOk="0" h="52" w="165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7"/>
            <p:cNvSpPr/>
            <p:nvPr/>
          </p:nvSpPr>
          <p:spPr>
            <a:xfrm>
              <a:off x="3878263" y="4530726"/>
              <a:ext cx="171450" cy="168275"/>
            </a:xfrm>
            <a:custGeom>
              <a:rect b="b" l="l" r="r" t="t"/>
              <a:pathLst>
                <a:path extrusionOk="0" h="169" w="171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7"/>
            <p:cNvSpPr/>
            <p:nvPr/>
          </p:nvSpPr>
          <p:spPr>
            <a:xfrm>
              <a:off x="4044950" y="4600576"/>
              <a:ext cx="96838" cy="133350"/>
            </a:xfrm>
            <a:custGeom>
              <a:rect b="b" l="l" r="r" t="t"/>
              <a:pathLst>
                <a:path extrusionOk="0" h="133" w="96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17"/>
            <p:cNvSpPr/>
            <p:nvPr/>
          </p:nvSpPr>
          <p:spPr>
            <a:xfrm>
              <a:off x="4024313" y="4760913"/>
              <a:ext cx="57150" cy="22225"/>
            </a:xfrm>
            <a:custGeom>
              <a:rect b="b" l="l" r="r" t="t"/>
              <a:pathLst>
                <a:path extrusionOk="0" h="22" w="57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7"/>
            <p:cNvSpPr/>
            <p:nvPr/>
          </p:nvSpPr>
          <p:spPr>
            <a:xfrm>
              <a:off x="4071938" y="4783138"/>
              <a:ext cx="39688" cy="25400"/>
            </a:xfrm>
            <a:custGeom>
              <a:rect b="b" l="l" r="r" t="t"/>
              <a:pathLst>
                <a:path extrusionOk="0" h="26" w="39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17"/>
            <p:cNvSpPr/>
            <p:nvPr/>
          </p:nvSpPr>
          <p:spPr>
            <a:xfrm>
              <a:off x="4141788" y="4770438"/>
              <a:ext cx="57150" cy="44450"/>
            </a:xfrm>
            <a:custGeom>
              <a:rect b="b" l="l" r="r" t="t"/>
              <a:pathLst>
                <a:path extrusionOk="0" h="45" w="57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7"/>
            <p:cNvSpPr/>
            <p:nvPr/>
          </p:nvSpPr>
          <p:spPr>
            <a:xfrm>
              <a:off x="4202113" y="4643438"/>
              <a:ext cx="393700" cy="173038"/>
            </a:xfrm>
            <a:custGeom>
              <a:rect b="b" l="l" r="r" t="t"/>
              <a:pathLst>
                <a:path extrusionOk="0" h="173" w="392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17"/>
            <p:cNvSpPr/>
            <p:nvPr/>
          </p:nvSpPr>
          <p:spPr>
            <a:xfrm>
              <a:off x="4078288" y="4764088"/>
              <a:ext cx="79375" cy="19050"/>
            </a:xfrm>
            <a:custGeom>
              <a:rect b="b" l="l" r="r" t="t"/>
              <a:pathLst>
                <a:path extrusionOk="0" h="18" w="79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7"/>
            <p:cNvSpPr/>
            <p:nvPr/>
          </p:nvSpPr>
          <p:spPr>
            <a:xfrm>
              <a:off x="4162425" y="4684713"/>
              <a:ext cx="17463" cy="14288"/>
            </a:xfrm>
            <a:custGeom>
              <a:rect b="b" l="l" r="r" t="t"/>
              <a:pathLst>
                <a:path extrusionOk="0" h="14" w="18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17"/>
            <p:cNvSpPr/>
            <p:nvPr/>
          </p:nvSpPr>
          <p:spPr>
            <a:xfrm>
              <a:off x="4191000" y="4681538"/>
              <a:ext cx="53975" cy="19050"/>
            </a:xfrm>
            <a:custGeom>
              <a:rect b="b" l="l" r="r" t="t"/>
              <a:pathLst>
                <a:path extrusionOk="0" h="19" w="53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17"/>
            <p:cNvSpPr/>
            <p:nvPr/>
          </p:nvSpPr>
          <p:spPr>
            <a:xfrm>
              <a:off x="4159250" y="4595813"/>
              <a:ext cx="38100" cy="65088"/>
            </a:xfrm>
            <a:custGeom>
              <a:rect b="b" l="l" r="r" t="t"/>
              <a:pathLst>
                <a:path extrusionOk="0" h="66" w="37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17"/>
            <p:cNvSpPr/>
            <p:nvPr/>
          </p:nvSpPr>
          <p:spPr>
            <a:xfrm>
              <a:off x="4281488" y="4719638"/>
              <a:ext cx="31750" cy="36513"/>
            </a:xfrm>
            <a:custGeom>
              <a:rect b="b" l="l" r="r" t="t"/>
              <a:pathLst>
                <a:path extrusionOk="0" h="36" w="32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17"/>
            <p:cNvSpPr/>
            <p:nvPr/>
          </p:nvSpPr>
          <p:spPr>
            <a:xfrm>
              <a:off x="4246563" y="4738688"/>
              <a:ext cx="26988" cy="31750"/>
            </a:xfrm>
            <a:custGeom>
              <a:rect b="b" l="l" r="r" t="t"/>
              <a:pathLst>
                <a:path extrusionOk="0" h="31" w="27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17"/>
            <p:cNvSpPr/>
            <p:nvPr/>
          </p:nvSpPr>
          <p:spPr>
            <a:xfrm>
              <a:off x="4021138" y="4803776"/>
              <a:ext cx="687388" cy="560388"/>
            </a:xfrm>
            <a:custGeom>
              <a:rect b="b" l="l" r="r" t="t"/>
              <a:pathLst>
                <a:path extrusionOk="0" h="560" w="688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17"/>
            <p:cNvSpPr/>
            <p:nvPr/>
          </p:nvSpPr>
          <p:spPr>
            <a:xfrm>
              <a:off x="4619625" y="5403851"/>
              <a:ext cx="76200" cy="77788"/>
            </a:xfrm>
            <a:custGeom>
              <a:rect b="b" l="l" r="r" t="t"/>
              <a:pathLst>
                <a:path extrusionOk="0" h="77" w="76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7"/>
            <p:cNvSpPr/>
            <p:nvPr/>
          </p:nvSpPr>
          <p:spPr>
            <a:xfrm>
              <a:off x="4094163" y="4102101"/>
              <a:ext cx="49213" cy="57150"/>
            </a:xfrm>
            <a:custGeom>
              <a:rect b="b" l="l" r="r" t="t"/>
              <a:pathLst>
                <a:path extrusionOk="0" h="57" w="49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17"/>
            <p:cNvSpPr/>
            <p:nvPr/>
          </p:nvSpPr>
          <p:spPr>
            <a:xfrm>
              <a:off x="4108450" y="3983038"/>
              <a:ext cx="149225" cy="142875"/>
            </a:xfrm>
            <a:custGeom>
              <a:rect b="b" l="l" r="r" t="t"/>
              <a:pathLst>
                <a:path extrusionOk="0" h="144" w="149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17"/>
            <p:cNvSpPr/>
            <p:nvPr/>
          </p:nvSpPr>
          <p:spPr>
            <a:xfrm>
              <a:off x="4197350" y="3900488"/>
              <a:ext cx="87313" cy="74613"/>
            </a:xfrm>
            <a:custGeom>
              <a:rect b="b" l="l" r="r" t="t"/>
              <a:pathLst>
                <a:path extrusionOk="0" h="74" w="87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17"/>
            <p:cNvSpPr/>
            <p:nvPr/>
          </p:nvSpPr>
          <p:spPr>
            <a:xfrm>
              <a:off x="4183063" y="3716338"/>
              <a:ext cx="63500" cy="174625"/>
            </a:xfrm>
            <a:custGeom>
              <a:rect b="b" l="l" r="r" t="t"/>
              <a:pathLst>
                <a:path extrusionOk="0" h="174" w="63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17"/>
            <p:cNvSpPr/>
            <p:nvPr/>
          </p:nvSpPr>
          <p:spPr>
            <a:xfrm>
              <a:off x="4319588" y="3883026"/>
              <a:ext cx="22225" cy="19050"/>
            </a:xfrm>
            <a:custGeom>
              <a:rect b="b" l="l" r="r" t="t"/>
              <a:pathLst>
                <a:path extrusionOk="0" h="19" w="22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17"/>
            <p:cNvSpPr/>
            <p:nvPr/>
          </p:nvSpPr>
          <p:spPr>
            <a:xfrm>
              <a:off x="4291013" y="3892551"/>
              <a:ext cx="28575" cy="26988"/>
            </a:xfrm>
            <a:custGeom>
              <a:rect b="b" l="l" r="r" t="t"/>
              <a:pathLst>
                <a:path extrusionOk="0" h="28" w="28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17"/>
            <p:cNvSpPr/>
            <p:nvPr/>
          </p:nvSpPr>
          <p:spPr>
            <a:xfrm>
              <a:off x="4132263" y="4097338"/>
              <a:ext cx="34925" cy="39688"/>
            </a:xfrm>
            <a:custGeom>
              <a:rect b="b" l="l" r="r" t="t"/>
              <a:pathLst>
                <a:path extrusionOk="0" h="39" w="35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17"/>
            <p:cNvSpPr/>
            <p:nvPr/>
          </p:nvSpPr>
          <p:spPr>
            <a:xfrm>
              <a:off x="3986213" y="4237038"/>
              <a:ext cx="31750" cy="60325"/>
            </a:xfrm>
            <a:custGeom>
              <a:rect b="b" l="l" r="r" t="t"/>
              <a:pathLst>
                <a:path extrusionOk="0" h="60" w="31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17"/>
            <p:cNvSpPr/>
            <p:nvPr/>
          </p:nvSpPr>
          <p:spPr>
            <a:xfrm>
              <a:off x="3833813" y="4316413"/>
              <a:ext cx="34925" cy="44450"/>
            </a:xfrm>
            <a:custGeom>
              <a:rect b="b" l="l" r="r" t="t"/>
              <a:pathLst>
                <a:path extrusionOk="0" h="45" w="36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17"/>
            <p:cNvSpPr/>
            <p:nvPr/>
          </p:nvSpPr>
          <p:spPr>
            <a:xfrm>
              <a:off x="4513263" y="4676776"/>
              <a:ext cx="77788" cy="69850"/>
            </a:xfrm>
            <a:custGeom>
              <a:rect b="b" l="l" r="r" t="t"/>
              <a:pathLst>
                <a:path extrusionOk="0" h="69" w="77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7"/>
            <p:cNvSpPr/>
            <p:nvPr/>
          </p:nvSpPr>
          <p:spPr>
            <a:xfrm>
              <a:off x="2903538" y="4829176"/>
              <a:ext cx="106363" cy="254000"/>
            </a:xfrm>
            <a:custGeom>
              <a:rect b="b" l="l" r="r" t="t"/>
              <a:pathLst>
                <a:path extrusionOk="0" h="253" w="106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2903538" y="3051176"/>
              <a:ext cx="215900" cy="244475"/>
            </a:xfrm>
            <a:custGeom>
              <a:rect b="b" l="l" r="r" t="t"/>
              <a:pathLst>
                <a:path extrusionOk="0" h="245" w="215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4065588" y="4494213"/>
              <a:ext cx="74613" cy="63500"/>
            </a:xfrm>
            <a:custGeom>
              <a:rect b="b" l="l" r="r" t="t"/>
              <a:pathLst>
                <a:path extrusionOk="0" h="63" w="74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4000500" y="4348163"/>
              <a:ext cx="47625" cy="87313"/>
            </a:xfrm>
            <a:custGeom>
              <a:rect b="b" l="l" r="r" t="t"/>
              <a:pathLst>
                <a:path extrusionOk="0" h="88" w="47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4048125" y="4421188"/>
              <a:ext cx="69850" cy="84138"/>
            </a:xfrm>
            <a:custGeom>
              <a:rect b="b" l="l" r="r" t="t"/>
              <a:pathLst>
                <a:path extrusionOk="0" h="83" w="7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4019550" y="4427538"/>
              <a:ext cx="25400" cy="31750"/>
            </a:xfrm>
            <a:custGeom>
              <a:rect b="b" l="l" r="r" t="t"/>
              <a:pathLst>
                <a:path extrusionOk="0" h="32" w="26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3979863" y="4452938"/>
              <a:ext cx="39688" cy="55563"/>
            </a:xfrm>
            <a:custGeom>
              <a:rect b="b" l="l" r="r" t="t"/>
              <a:pathLst>
                <a:path extrusionOk="0" h="56" w="39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7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7"/>
            <p:cNvSpPr/>
            <p:nvPr/>
          </p:nvSpPr>
          <p:spPr>
            <a:xfrm>
              <a:off x="0" y="3252788"/>
              <a:ext cx="1682748" cy="2581274"/>
            </a:xfrm>
            <a:custGeom>
              <a:rect b="b" l="l" r="r" t="t"/>
              <a:pathLst>
                <a:path extrusionOk="0" h="2578" w="1681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7"/>
            <p:cNvSpPr/>
            <p:nvPr/>
          </p:nvSpPr>
          <p:spPr>
            <a:xfrm>
              <a:off x="1341438" y="2771776"/>
              <a:ext cx="746125" cy="828675"/>
            </a:xfrm>
            <a:custGeom>
              <a:rect b="b" l="l" r="r" t="t"/>
              <a:pathLst>
                <a:path extrusionOk="0" h="827" w="745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7"/>
            <p:cNvSpPr/>
            <p:nvPr/>
          </p:nvSpPr>
          <p:spPr>
            <a:xfrm>
              <a:off x="5035550" y="5357813"/>
              <a:ext cx="120650" cy="219075"/>
            </a:xfrm>
            <a:custGeom>
              <a:rect b="b" l="l" r="r" t="t"/>
              <a:pathLst>
                <a:path extrusionOk="0" h="219" w="12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18"/>
          <p:cNvGrpSpPr/>
          <p:nvPr/>
        </p:nvGrpSpPr>
        <p:grpSpPr>
          <a:xfrm>
            <a:off x="-1172324" y="2784490"/>
            <a:ext cx="11494244" cy="3326244"/>
            <a:chOff x="-1172324" y="2784490"/>
            <a:chExt cx="11494244" cy="3326244"/>
          </a:xfrm>
        </p:grpSpPr>
        <p:grpSp>
          <p:nvGrpSpPr>
            <p:cNvPr id="715" name="Google Shape;715;p18"/>
            <p:cNvGrpSpPr/>
            <p:nvPr/>
          </p:nvGrpSpPr>
          <p:grpSpPr>
            <a:xfrm rot="-949327">
              <a:off x="6145320" y="3276091"/>
              <a:ext cx="3931662" cy="2343042"/>
              <a:chOff x="2762188" y="3495838"/>
              <a:chExt cx="2598724" cy="1548688"/>
            </a:xfrm>
          </p:grpSpPr>
          <p:sp>
            <p:nvSpPr>
              <p:cNvPr id="716" name="Google Shape;716;p18"/>
              <p:cNvSpPr/>
              <p:nvPr/>
            </p:nvSpPr>
            <p:spPr>
              <a:xfrm>
                <a:off x="4510013" y="3683163"/>
                <a:ext cx="768349" cy="762000"/>
              </a:xfrm>
              <a:custGeom>
                <a:rect b="b" l="l" r="r" t="t"/>
                <a:pathLst>
                  <a:path extrusionOk="0" h="762" w="768">
                    <a:moveTo>
                      <a:pt x="304" y="728"/>
                    </a:moveTo>
                    <a:cubicBezTo>
                      <a:pt x="252" y="728"/>
                      <a:pt x="198" y="698"/>
                      <a:pt x="139" y="653"/>
                    </a:cubicBezTo>
                    <a:cubicBezTo>
                      <a:pt x="39" y="576"/>
                      <a:pt x="0" y="418"/>
                      <a:pt x="58" y="328"/>
                    </a:cubicBezTo>
                    <a:cubicBezTo>
                      <a:pt x="80" y="295"/>
                      <a:pt x="99" y="270"/>
                      <a:pt x="115" y="248"/>
                    </a:cubicBezTo>
                    <a:cubicBezTo>
                      <a:pt x="145" y="209"/>
                      <a:pt x="168" y="178"/>
                      <a:pt x="189" y="128"/>
                    </a:cubicBezTo>
                    <a:cubicBezTo>
                      <a:pt x="226" y="39"/>
                      <a:pt x="306" y="3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78" y="1"/>
                      <a:pt x="592" y="19"/>
                      <a:pt x="652" y="82"/>
                    </a:cubicBezTo>
                    <a:cubicBezTo>
                      <a:pt x="713" y="145"/>
                      <a:pt x="768" y="289"/>
                      <a:pt x="713" y="393"/>
                    </a:cubicBezTo>
                    <a:cubicBezTo>
                      <a:pt x="682" y="451"/>
                      <a:pt x="628" y="493"/>
                      <a:pt x="571" y="538"/>
                    </a:cubicBezTo>
                    <a:cubicBezTo>
                      <a:pt x="527" y="573"/>
                      <a:pt x="481" y="609"/>
                      <a:pt x="438" y="657"/>
                    </a:cubicBezTo>
                    <a:cubicBezTo>
                      <a:pt x="392" y="707"/>
                      <a:pt x="349" y="728"/>
                      <a:pt x="304" y="728"/>
                    </a:cubicBezTo>
                    <a:close/>
                    <a:moveTo>
                      <a:pt x="369" y="4"/>
                    </a:moveTo>
                    <a:cubicBezTo>
                      <a:pt x="308" y="7"/>
                      <a:pt x="229" y="42"/>
                      <a:pt x="193" y="129"/>
                    </a:cubicBezTo>
                    <a:cubicBezTo>
                      <a:pt x="172" y="181"/>
                      <a:pt x="148" y="211"/>
                      <a:pt x="119" y="250"/>
                    </a:cubicBezTo>
                    <a:cubicBezTo>
                      <a:pt x="102" y="272"/>
                      <a:pt x="83" y="297"/>
                      <a:pt x="62" y="330"/>
                    </a:cubicBezTo>
                    <a:cubicBezTo>
                      <a:pt x="4" y="419"/>
                      <a:pt x="43" y="574"/>
                      <a:pt x="142" y="650"/>
                    </a:cubicBezTo>
                    <a:cubicBezTo>
                      <a:pt x="247" y="731"/>
                      <a:pt x="337" y="762"/>
                      <a:pt x="435" y="654"/>
                    </a:cubicBezTo>
                    <a:cubicBezTo>
                      <a:pt x="478" y="605"/>
                      <a:pt x="524" y="569"/>
                      <a:pt x="569" y="535"/>
                    </a:cubicBezTo>
                    <a:cubicBezTo>
                      <a:pt x="628" y="489"/>
                      <a:pt x="679" y="449"/>
                      <a:pt x="710" y="391"/>
                    </a:cubicBezTo>
                    <a:cubicBezTo>
                      <a:pt x="763" y="290"/>
                      <a:pt x="708" y="146"/>
                      <a:pt x="649" y="84"/>
                    </a:cubicBezTo>
                    <a:cubicBezTo>
                      <a:pt x="591" y="23"/>
                      <a:pt x="375" y="5"/>
                      <a:pt x="369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8"/>
              <p:cNvSpPr/>
              <p:nvPr/>
            </p:nvSpPr>
            <p:spPr>
              <a:xfrm>
                <a:off x="4681463" y="4024476"/>
                <a:ext cx="263525" cy="214313"/>
              </a:xfrm>
              <a:custGeom>
                <a:rect b="b" l="l" r="r" t="t"/>
                <a:pathLst>
                  <a:path extrusionOk="0" h="213" w="263">
                    <a:moveTo>
                      <a:pt x="128" y="211"/>
                    </a:moveTo>
                    <a:cubicBezTo>
                      <a:pt x="125" y="211"/>
                      <a:pt x="122" y="210"/>
                      <a:pt x="119" y="210"/>
                    </a:cubicBezTo>
                    <a:cubicBezTo>
                      <a:pt x="82" y="203"/>
                      <a:pt x="20" y="190"/>
                      <a:pt x="10" y="130"/>
                    </a:cubicBezTo>
                    <a:cubicBezTo>
                      <a:pt x="0" y="68"/>
                      <a:pt x="71" y="30"/>
                      <a:pt x="114" y="13"/>
                    </a:cubicBezTo>
                    <a:cubicBezTo>
                      <a:pt x="114" y="13"/>
                      <a:pt x="114" y="13"/>
                      <a:pt x="114" y="13"/>
                    </a:cubicBezTo>
                    <a:cubicBezTo>
                      <a:pt x="147" y="0"/>
                      <a:pt x="201" y="25"/>
                      <a:pt x="233" y="57"/>
                    </a:cubicBezTo>
                    <a:cubicBezTo>
                      <a:pt x="254" y="79"/>
                      <a:pt x="263" y="101"/>
                      <a:pt x="256" y="118"/>
                    </a:cubicBezTo>
                    <a:cubicBezTo>
                      <a:pt x="238" y="162"/>
                      <a:pt x="169" y="211"/>
                      <a:pt x="128" y="211"/>
                    </a:cubicBezTo>
                    <a:close/>
                    <a:moveTo>
                      <a:pt x="134" y="14"/>
                    </a:moveTo>
                    <a:cubicBezTo>
                      <a:pt x="127" y="14"/>
                      <a:pt x="121" y="15"/>
                      <a:pt x="116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74" y="34"/>
                      <a:pt x="4" y="71"/>
                      <a:pt x="14" y="130"/>
                    </a:cubicBezTo>
                    <a:cubicBezTo>
                      <a:pt x="23" y="187"/>
                      <a:pt x="84" y="199"/>
                      <a:pt x="120" y="206"/>
                    </a:cubicBezTo>
                    <a:cubicBezTo>
                      <a:pt x="159" y="213"/>
                      <a:pt x="234" y="163"/>
                      <a:pt x="252" y="117"/>
                    </a:cubicBezTo>
                    <a:cubicBezTo>
                      <a:pt x="259" y="101"/>
                      <a:pt x="250" y="80"/>
                      <a:pt x="230" y="60"/>
                    </a:cubicBezTo>
                    <a:cubicBezTo>
                      <a:pt x="205" y="35"/>
                      <a:pt x="165" y="14"/>
                      <a:pt x="134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18"/>
              <p:cNvSpPr/>
              <p:nvPr/>
            </p:nvSpPr>
            <p:spPr>
              <a:xfrm>
                <a:off x="2762188" y="3968201"/>
                <a:ext cx="1530349" cy="1076325"/>
              </a:xfrm>
              <a:custGeom>
                <a:rect b="b" l="l" r="r" t="t"/>
                <a:pathLst>
                  <a:path extrusionOk="0" h="1074" w="1528">
                    <a:moveTo>
                      <a:pt x="770" y="1074"/>
                    </a:moveTo>
                    <a:cubicBezTo>
                      <a:pt x="523" y="1074"/>
                      <a:pt x="287" y="1049"/>
                      <a:pt x="200" y="1013"/>
                    </a:cubicBezTo>
                    <a:cubicBezTo>
                      <a:pt x="10" y="933"/>
                      <a:pt x="0" y="473"/>
                      <a:pt x="0" y="382"/>
                    </a:cubicBezTo>
                    <a:cubicBezTo>
                      <a:pt x="0" y="237"/>
                      <a:pt x="54" y="127"/>
                      <a:pt x="157" y="65"/>
                    </a:cubicBezTo>
                    <a:cubicBezTo>
                      <a:pt x="265" y="0"/>
                      <a:pt x="450" y="91"/>
                      <a:pt x="598" y="165"/>
                    </a:cubicBezTo>
                    <a:cubicBezTo>
                      <a:pt x="648" y="189"/>
                      <a:pt x="694" y="212"/>
                      <a:pt x="732" y="226"/>
                    </a:cubicBezTo>
                    <a:cubicBezTo>
                      <a:pt x="806" y="254"/>
                      <a:pt x="892" y="258"/>
                      <a:pt x="974" y="263"/>
                    </a:cubicBezTo>
                    <a:cubicBezTo>
                      <a:pt x="1031" y="266"/>
                      <a:pt x="1090" y="269"/>
                      <a:pt x="1143" y="280"/>
                    </a:cubicBezTo>
                    <a:cubicBezTo>
                      <a:pt x="1247" y="301"/>
                      <a:pt x="1379" y="351"/>
                      <a:pt x="1417" y="402"/>
                    </a:cubicBezTo>
                    <a:cubicBezTo>
                      <a:pt x="1495" y="506"/>
                      <a:pt x="1528" y="835"/>
                      <a:pt x="1384" y="973"/>
                    </a:cubicBezTo>
                    <a:cubicBezTo>
                      <a:pt x="1321" y="1033"/>
                      <a:pt x="1106" y="1071"/>
                      <a:pt x="809" y="1074"/>
                    </a:cubicBezTo>
                    <a:cubicBezTo>
                      <a:pt x="796" y="1074"/>
                      <a:pt x="783" y="1074"/>
                      <a:pt x="770" y="1074"/>
                    </a:cubicBezTo>
                    <a:close/>
                    <a:moveTo>
                      <a:pt x="160" y="69"/>
                    </a:moveTo>
                    <a:cubicBezTo>
                      <a:pt x="58" y="130"/>
                      <a:pt x="4" y="238"/>
                      <a:pt x="4" y="382"/>
                    </a:cubicBezTo>
                    <a:cubicBezTo>
                      <a:pt x="4" y="473"/>
                      <a:pt x="14" y="930"/>
                      <a:pt x="202" y="1009"/>
                    </a:cubicBezTo>
                    <a:cubicBezTo>
                      <a:pt x="293" y="1047"/>
                      <a:pt x="548" y="1072"/>
                      <a:pt x="809" y="1070"/>
                    </a:cubicBezTo>
                    <a:cubicBezTo>
                      <a:pt x="1105" y="1067"/>
                      <a:pt x="1319" y="1029"/>
                      <a:pt x="1381" y="970"/>
                    </a:cubicBezTo>
                    <a:cubicBezTo>
                      <a:pt x="1466" y="889"/>
                      <a:pt x="1479" y="751"/>
                      <a:pt x="1479" y="675"/>
                    </a:cubicBezTo>
                    <a:cubicBezTo>
                      <a:pt x="1480" y="566"/>
                      <a:pt x="1453" y="457"/>
                      <a:pt x="1414" y="405"/>
                    </a:cubicBezTo>
                    <a:cubicBezTo>
                      <a:pt x="1376" y="354"/>
                      <a:pt x="1246" y="305"/>
                      <a:pt x="1142" y="284"/>
                    </a:cubicBezTo>
                    <a:cubicBezTo>
                      <a:pt x="1089" y="273"/>
                      <a:pt x="1031" y="270"/>
                      <a:pt x="974" y="267"/>
                    </a:cubicBezTo>
                    <a:cubicBezTo>
                      <a:pt x="891" y="263"/>
                      <a:pt x="805" y="258"/>
                      <a:pt x="730" y="230"/>
                    </a:cubicBezTo>
                    <a:cubicBezTo>
                      <a:pt x="692" y="216"/>
                      <a:pt x="646" y="193"/>
                      <a:pt x="597" y="168"/>
                    </a:cubicBezTo>
                    <a:cubicBezTo>
                      <a:pt x="449" y="96"/>
                      <a:pt x="265" y="5"/>
                      <a:pt x="160" y="6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8"/>
              <p:cNvSpPr/>
              <p:nvPr/>
            </p:nvSpPr>
            <p:spPr>
              <a:xfrm>
                <a:off x="2936813" y="4155526"/>
                <a:ext cx="1036637" cy="704851"/>
              </a:xfrm>
              <a:custGeom>
                <a:rect b="b" l="l" r="r" t="t"/>
                <a:pathLst>
                  <a:path extrusionOk="0" h="703" w="1037">
                    <a:moveTo>
                      <a:pt x="670" y="700"/>
                    </a:moveTo>
                    <a:cubicBezTo>
                      <a:pt x="664" y="700"/>
                      <a:pt x="658" y="700"/>
                      <a:pt x="653" y="700"/>
                    </a:cubicBezTo>
                    <a:cubicBezTo>
                      <a:pt x="509" y="690"/>
                      <a:pt x="111" y="643"/>
                      <a:pt x="67" y="596"/>
                    </a:cubicBezTo>
                    <a:cubicBezTo>
                      <a:pt x="25" y="550"/>
                      <a:pt x="0" y="149"/>
                      <a:pt x="63" y="72"/>
                    </a:cubicBezTo>
                    <a:cubicBezTo>
                      <a:pt x="121" y="2"/>
                      <a:pt x="203" y="0"/>
                      <a:pt x="313" y="68"/>
                    </a:cubicBezTo>
                    <a:cubicBezTo>
                      <a:pt x="337" y="83"/>
                      <a:pt x="363" y="100"/>
                      <a:pt x="390" y="119"/>
                    </a:cubicBezTo>
                    <a:cubicBezTo>
                      <a:pt x="481" y="182"/>
                      <a:pt x="584" y="253"/>
                      <a:pt x="676" y="248"/>
                    </a:cubicBezTo>
                    <a:cubicBezTo>
                      <a:pt x="691" y="247"/>
                      <a:pt x="709" y="245"/>
                      <a:pt x="728" y="243"/>
                    </a:cubicBezTo>
                    <a:cubicBezTo>
                      <a:pt x="795" y="235"/>
                      <a:pt x="877" y="225"/>
                      <a:pt x="930" y="252"/>
                    </a:cubicBezTo>
                    <a:cubicBezTo>
                      <a:pt x="993" y="284"/>
                      <a:pt x="1029" y="391"/>
                      <a:pt x="1034" y="456"/>
                    </a:cubicBezTo>
                    <a:cubicBezTo>
                      <a:pt x="1037" y="493"/>
                      <a:pt x="1019" y="532"/>
                      <a:pt x="982" y="570"/>
                    </a:cubicBezTo>
                    <a:cubicBezTo>
                      <a:pt x="909" y="644"/>
                      <a:pt x="773" y="700"/>
                      <a:pt x="670" y="700"/>
                    </a:cubicBezTo>
                    <a:close/>
                    <a:moveTo>
                      <a:pt x="65" y="73"/>
                    </a:moveTo>
                    <a:cubicBezTo>
                      <a:pt x="67" y="74"/>
                      <a:pt x="67" y="74"/>
                      <a:pt x="67" y="74"/>
                    </a:cubicBezTo>
                    <a:cubicBezTo>
                      <a:pt x="35" y="113"/>
                      <a:pt x="27" y="238"/>
                      <a:pt x="30" y="344"/>
                    </a:cubicBezTo>
                    <a:cubicBezTo>
                      <a:pt x="33" y="466"/>
                      <a:pt x="50" y="571"/>
                      <a:pt x="70" y="593"/>
                    </a:cubicBezTo>
                    <a:cubicBezTo>
                      <a:pt x="113" y="640"/>
                      <a:pt x="510" y="686"/>
                      <a:pt x="653" y="696"/>
                    </a:cubicBezTo>
                    <a:cubicBezTo>
                      <a:pt x="756" y="703"/>
                      <a:pt x="902" y="645"/>
                      <a:pt x="979" y="567"/>
                    </a:cubicBezTo>
                    <a:cubicBezTo>
                      <a:pt x="1015" y="530"/>
                      <a:pt x="1033" y="492"/>
                      <a:pt x="1030" y="457"/>
                    </a:cubicBezTo>
                    <a:cubicBezTo>
                      <a:pt x="1025" y="392"/>
                      <a:pt x="990" y="287"/>
                      <a:pt x="928" y="255"/>
                    </a:cubicBezTo>
                    <a:cubicBezTo>
                      <a:pt x="876" y="229"/>
                      <a:pt x="795" y="239"/>
                      <a:pt x="729" y="247"/>
                    </a:cubicBezTo>
                    <a:cubicBezTo>
                      <a:pt x="709" y="249"/>
                      <a:pt x="691" y="251"/>
                      <a:pt x="676" y="252"/>
                    </a:cubicBezTo>
                    <a:cubicBezTo>
                      <a:pt x="583" y="258"/>
                      <a:pt x="479" y="186"/>
                      <a:pt x="387" y="123"/>
                    </a:cubicBezTo>
                    <a:cubicBezTo>
                      <a:pt x="360" y="104"/>
                      <a:pt x="335" y="86"/>
                      <a:pt x="311" y="72"/>
                    </a:cubicBezTo>
                    <a:cubicBezTo>
                      <a:pt x="202" y="5"/>
                      <a:pt x="123" y="6"/>
                      <a:pt x="67" y="74"/>
                    </a:cubicBezTo>
                    <a:lnTo>
                      <a:pt x="65" y="7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8"/>
              <p:cNvSpPr/>
              <p:nvPr/>
            </p:nvSpPr>
            <p:spPr>
              <a:xfrm>
                <a:off x="3041588" y="4315863"/>
                <a:ext cx="295275" cy="322263"/>
              </a:xfrm>
              <a:custGeom>
                <a:rect b="b" l="l" r="r" t="t"/>
                <a:pathLst>
                  <a:path extrusionOk="0" h="323" w="295">
                    <a:moveTo>
                      <a:pt x="168" y="306"/>
                    </a:moveTo>
                    <a:cubicBezTo>
                      <a:pt x="132" y="306"/>
                      <a:pt x="95" y="292"/>
                      <a:pt x="68" y="277"/>
                    </a:cubicBezTo>
                    <a:cubicBezTo>
                      <a:pt x="9" y="243"/>
                      <a:pt x="0" y="157"/>
                      <a:pt x="17" y="91"/>
                    </a:cubicBezTo>
                    <a:cubicBezTo>
                      <a:pt x="34" y="28"/>
                      <a:pt x="44" y="0"/>
                      <a:pt x="109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49" y="0"/>
                      <a:pt x="210" y="16"/>
                      <a:pt x="254" y="61"/>
                    </a:cubicBezTo>
                    <a:cubicBezTo>
                      <a:pt x="295" y="104"/>
                      <a:pt x="284" y="213"/>
                      <a:pt x="246" y="269"/>
                    </a:cubicBezTo>
                    <a:cubicBezTo>
                      <a:pt x="227" y="296"/>
                      <a:pt x="199" y="306"/>
                      <a:pt x="168" y="306"/>
                    </a:cubicBezTo>
                    <a:close/>
                    <a:moveTo>
                      <a:pt x="109" y="2"/>
                    </a:moveTo>
                    <a:cubicBezTo>
                      <a:pt x="109" y="4"/>
                      <a:pt x="109" y="4"/>
                      <a:pt x="109" y="4"/>
                    </a:cubicBezTo>
                    <a:cubicBezTo>
                      <a:pt x="47" y="4"/>
                      <a:pt x="38" y="29"/>
                      <a:pt x="21" y="92"/>
                    </a:cubicBezTo>
                    <a:cubicBezTo>
                      <a:pt x="5" y="156"/>
                      <a:pt x="13" y="240"/>
                      <a:pt x="70" y="273"/>
                    </a:cubicBezTo>
                    <a:cubicBezTo>
                      <a:pt x="118" y="301"/>
                      <a:pt x="204" y="323"/>
                      <a:pt x="243" y="266"/>
                    </a:cubicBezTo>
                    <a:cubicBezTo>
                      <a:pt x="280" y="212"/>
                      <a:pt x="291" y="106"/>
                      <a:pt x="251" y="64"/>
                    </a:cubicBezTo>
                    <a:cubicBezTo>
                      <a:pt x="208" y="20"/>
                      <a:pt x="148" y="4"/>
                      <a:pt x="109" y="4"/>
                    </a:cubicBezTo>
                    <a:lnTo>
                      <a:pt x="109" y="2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8"/>
              <p:cNvSpPr/>
              <p:nvPr/>
            </p:nvSpPr>
            <p:spPr>
              <a:xfrm>
                <a:off x="4292525" y="3495838"/>
                <a:ext cx="1068387" cy="1281112"/>
              </a:xfrm>
              <a:custGeom>
                <a:rect b="b" l="l" r="r" t="t"/>
                <a:pathLst>
                  <a:path extrusionOk="0" h="1278" w="1068">
                    <a:moveTo>
                      <a:pt x="352" y="1268"/>
                    </a:moveTo>
                    <a:cubicBezTo>
                      <a:pt x="320" y="1268"/>
                      <a:pt x="292" y="1258"/>
                      <a:pt x="270" y="1247"/>
                    </a:cubicBezTo>
                    <a:cubicBezTo>
                      <a:pt x="208" y="1215"/>
                      <a:pt x="165" y="1155"/>
                      <a:pt x="162" y="1117"/>
                    </a:cubicBezTo>
                    <a:cubicBezTo>
                      <a:pt x="157" y="1070"/>
                      <a:pt x="116" y="967"/>
                      <a:pt x="77" y="868"/>
                    </a:cubicBezTo>
                    <a:cubicBezTo>
                      <a:pt x="60" y="823"/>
                      <a:pt x="43" y="781"/>
                      <a:pt x="30" y="745"/>
                    </a:cubicBezTo>
                    <a:cubicBezTo>
                      <a:pt x="0" y="662"/>
                      <a:pt x="46" y="568"/>
                      <a:pt x="162" y="475"/>
                    </a:cubicBezTo>
                    <a:cubicBezTo>
                      <a:pt x="220" y="429"/>
                      <a:pt x="310" y="297"/>
                      <a:pt x="321" y="195"/>
                    </a:cubicBezTo>
                    <a:cubicBezTo>
                      <a:pt x="330" y="100"/>
                      <a:pt x="442" y="58"/>
                      <a:pt x="510" y="33"/>
                    </a:cubicBezTo>
                    <a:cubicBezTo>
                      <a:pt x="515" y="31"/>
                      <a:pt x="521" y="29"/>
                      <a:pt x="526" y="27"/>
                    </a:cubicBezTo>
                    <a:cubicBezTo>
                      <a:pt x="594" y="0"/>
                      <a:pt x="888" y="104"/>
                      <a:pt x="957" y="179"/>
                    </a:cubicBezTo>
                    <a:cubicBezTo>
                      <a:pt x="1026" y="256"/>
                      <a:pt x="1040" y="366"/>
                      <a:pt x="1054" y="473"/>
                    </a:cubicBezTo>
                    <a:cubicBezTo>
                      <a:pt x="1068" y="582"/>
                      <a:pt x="964" y="810"/>
                      <a:pt x="863" y="894"/>
                    </a:cubicBezTo>
                    <a:cubicBezTo>
                      <a:pt x="835" y="917"/>
                      <a:pt x="800" y="948"/>
                      <a:pt x="760" y="984"/>
                    </a:cubicBezTo>
                    <a:cubicBezTo>
                      <a:pt x="657" y="1076"/>
                      <a:pt x="529" y="1190"/>
                      <a:pt x="434" y="1245"/>
                    </a:cubicBezTo>
                    <a:cubicBezTo>
                      <a:pt x="405" y="1262"/>
                      <a:pt x="377" y="1268"/>
                      <a:pt x="352" y="1268"/>
                    </a:cubicBezTo>
                    <a:close/>
                    <a:moveTo>
                      <a:pt x="555" y="27"/>
                    </a:moveTo>
                    <a:cubicBezTo>
                      <a:pt x="543" y="27"/>
                      <a:pt x="534" y="28"/>
                      <a:pt x="527" y="31"/>
                    </a:cubicBezTo>
                    <a:cubicBezTo>
                      <a:pt x="522" y="33"/>
                      <a:pt x="517" y="35"/>
                      <a:pt x="511" y="37"/>
                    </a:cubicBezTo>
                    <a:cubicBezTo>
                      <a:pt x="445" y="62"/>
                      <a:pt x="334" y="103"/>
                      <a:pt x="325" y="195"/>
                    </a:cubicBezTo>
                    <a:cubicBezTo>
                      <a:pt x="314" y="299"/>
                      <a:pt x="223" y="432"/>
                      <a:pt x="165" y="479"/>
                    </a:cubicBezTo>
                    <a:cubicBezTo>
                      <a:pt x="50" y="570"/>
                      <a:pt x="5" y="662"/>
                      <a:pt x="34" y="744"/>
                    </a:cubicBezTo>
                    <a:cubicBezTo>
                      <a:pt x="47" y="779"/>
                      <a:pt x="64" y="821"/>
                      <a:pt x="81" y="866"/>
                    </a:cubicBezTo>
                    <a:cubicBezTo>
                      <a:pt x="120" y="966"/>
                      <a:pt x="161" y="1069"/>
                      <a:pt x="166" y="1116"/>
                    </a:cubicBezTo>
                    <a:cubicBezTo>
                      <a:pt x="169" y="1153"/>
                      <a:pt x="211" y="1212"/>
                      <a:pt x="272" y="1243"/>
                    </a:cubicBezTo>
                    <a:cubicBezTo>
                      <a:pt x="310" y="1263"/>
                      <a:pt x="368" y="1278"/>
                      <a:pt x="432" y="1241"/>
                    </a:cubicBezTo>
                    <a:cubicBezTo>
                      <a:pt x="527" y="1187"/>
                      <a:pt x="654" y="1073"/>
                      <a:pt x="757" y="981"/>
                    </a:cubicBezTo>
                    <a:cubicBezTo>
                      <a:pt x="798" y="945"/>
                      <a:pt x="832" y="914"/>
                      <a:pt x="860" y="891"/>
                    </a:cubicBezTo>
                    <a:cubicBezTo>
                      <a:pt x="961" y="808"/>
                      <a:pt x="1064" y="581"/>
                      <a:pt x="1050" y="474"/>
                    </a:cubicBezTo>
                    <a:cubicBezTo>
                      <a:pt x="1036" y="367"/>
                      <a:pt x="1022" y="257"/>
                      <a:pt x="954" y="182"/>
                    </a:cubicBezTo>
                    <a:cubicBezTo>
                      <a:pt x="916" y="141"/>
                      <a:pt x="818" y="96"/>
                      <a:pt x="739" y="69"/>
                    </a:cubicBezTo>
                    <a:cubicBezTo>
                      <a:pt x="662" y="42"/>
                      <a:pt x="595" y="27"/>
                      <a:pt x="555" y="2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2" name="Google Shape;722;p18"/>
            <p:cNvGrpSpPr/>
            <p:nvPr/>
          </p:nvGrpSpPr>
          <p:grpSpPr>
            <a:xfrm rot="250039">
              <a:off x="-1082628" y="3399627"/>
              <a:ext cx="3381348" cy="2591659"/>
              <a:chOff x="4576688" y="270038"/>
              <a:chExt cx="2773362" cy="2125664"/>
            </a:xfrm>
          </p:grpSpPr>
          <p:sp>
            <p:nvSpPr>
              <p:cNvPr id="723" name="Google Shape;723;p18"/>
              <p:cNvSpPr/>
              <p:nvPr/>
            </p:nvSpPr>
            <p:spPr>
              <a:xfrm>
                <a:off x="4576688" y="1368588"/>
                <a:ext cx="1165225" cy="869949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18"/>
              <p:cNvSpPr/>
              <p:nvPr/>
            </p:nvSpPr>
            <p:spPr>
              <a:xfrm>
                <a:off x="4792588" y="1489238"/>
                <a:ext cx="796925" cy="617538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18"/>
              <p:cNvSpPr/>
              <p:nvPr/>
            </p:nvSpPr>
            <p:spPr>
              <a:xfrm>
                <a:off x="5102150" y="1722601"/>
                <a:ext cx="357188" cy="288925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18"/>
              <p:cNvSpPr/>
              <p:nvPr/>
            </p:nvSpPr>
            <p:spPr>
              <a:xfrm>
                <a:off x="5741913" y="1346363"/>
                <a:ext cx="1608137" cy="1049339"/>
              </a:xfrm>
              <a:custGeom>
                <a:rect b="b" l="l" r="r" t="t"/>
                <a:pathLst>
                  <a:path extrusionOk="0" h="1048" w="1607">
                    <a:moveTo>
                      <a:pt x="1183" y="1023"/>
                    </a:moveTo>
                    <a:cubicBezTo>
                      <a:pt x="1083" y="1023"/>
                      <a:pt x="996" y="1006"/>
                      <a:pt x="968" y="992"/>
                    </a:cubicBezTo>
                    <a:cubicBezTo>
                      <a:pt x="897" y="957"/>
                      <a:pt x="674" y="923"/>
                      <a:pt x="551" y="915"/>
                    </a:cubicBezTo>
                    <a:cubicBezTo>
                      <a:pt x="440" y="908"/>
                      <a:pt x="227" y="836"/>
                      <a:pt x="177" y="778"/>
                    </a:cubicBezTo>
                    <a:cubicBezTo>
                      <a:pt x="140" y="734"/>
                      <a:pt x="129" y="673"/>
                      <a:pt x="119" y="614"/>
                    </a:cubicBezTo>
                    <a:cubicBezTo>
                      <a:pt x="114" y="587"/>
                      <a:pt x="110" y="561"/>
                      <a:pt x="103" y="537"/>
                    </a:cubicBezTo>
                    <a:cubicBezTo>
                      <a:pt x="94" y="505"/>
                      <a:pt x="79" y="468"/>
                      <a:pt x="64" y="429"/>
                    </a:cubicBezTo>
                    <a:cubicBezTo>
                      <a:pt x="42" y="373"/>
                      <a:pt x="19" y="315"/>
                      <a:pt x="11" y="267"/>
                    </a:cubicBezTo>
                    <a:cubicBezTo>
                      <a:pt x="2" y="218"/>
                      <a:pt x="68" y="154"/>
                      <a:pt x="108" y="120"/>
                    </a:cubicBezTo>
                    <a:cubicBezTo>
                      <a:pt x="165" y="73"/>
                      <a:pt x="238" y="29"/>
                      <a:pt x="285" y="14"/>
                    </a:cubicBezTo>
                    <a:cubicBezTo>
                      <a:pt x="328" y="0"/>
                      <a:pt x="401" y="29"/>
                      <a:pt x="485" y="62"/>
                    </a:cubicBezTo>
                    <a:cubicBezTo>
                      <a:pt x="581" y="99"/>
                      <a:pt x="690" y="142"/>
                      <a:pt x="776" y="128"/>
                    </a:cubicBezTo>
                    <a:cubicBezTo>
                      <a:pt x="983" y="95"/>
                      <a:pt x="1272" y="57"/>
                      <a:pt x="1401" y="106"/>
                    </a:cubicBezTo>
                    <a:cubicBezTo>
                      <a:pt x="1466" y="131"/>
                      <a:pt x="1530" y="239"/>
                      <a:pt x="1566" y="390"/>
                    </a:cubicBezTo>
                    <a:cubicBezTo>
                      <a:pt x="1604" y="544"/>
                      <a:pt x="1607" y="707"/>
                      <a:pt x="1572" y="825"/>
                    </a:cubicBezTo>
                    <a:cubicBezTo>
                      <a:pt x="1552" y="894"/>
                      <a:pt x="1503" y="946"/>
                      <a:pt x="1426" y="980"/>
                    </a:cubicBezTo>
                    <a:cubicBezTo>
                      <a:pt x="1352" y="1012"/>
                      <a:pt x="1263" y="1023"/>
                      <a:pt x="1183" y="1023"/>
                    </a:cubicBezTo>
                    <a:close/>
                    <a:moveTo>
                      <a:pt x="311" y="14"/>
                    </a:moveTo>
                    <a:cubicBezTo>
                      <a:pt x="302" y="14"/>
                      <a:pt x="294" y="15"/>
                      <a:pt x="286" y="18"/>
                    </a:cubicBezTo>
                    <a:cubicBezTo>
                      <a:pt x="193" y="48"/>
                      <a:pt x="0" y="188"/>
                      <a:pt x="15" y="266"/>
                    </a:cubicBezTo>
                    <a:cubicBezTo>
                      <a:pt x="23" y="314"/>
                      <a:pt x="46" y="372"/>
                      <a:pt x="68" y="428"/>
                    </a:cubicBezTo>
                    <a:cubicBezTo>
                      <a:pt x="83" y="467"/>
                      <a:pt x="98" y="504"/>
                      <a:pt x="107" y="536"/>
                    </a:cubicBezTo>
                    <a:cubicBezTo>
                      <a:pt x="114" y="560"/>
                      <a:pt x="118" y="586"/>
                      <a:pt x="123" y="613"/>
                    </a:cubicBezTo>
                    <a:cubicBezTo>
                      <a:pt x="133" y="672"/>
                      <a:pt x="143" y="732"/>
                      <a:pt x="180" y="775"/>
                    </a:cubicBezTo>
                    <a:cubicBezTo>
                      <a:pt x="229" y="831"/>
                      <a:pt x="443" y="904"/>
                      <a:pt x="552" y="911"/>
                    </a:cubicBezTo>
                    <a:cubicBezTo>
                      <a:pt x="657" y="918"/>
                      <a:pt x="893" y="950"/>
                      <a:pt x="970" y="989"/>
                    </a:cubicBezTo>
                    <a:cubicBezTo>
                      <a:pt x="1019" y="1013"/>
                      <a:pt x="1259" y="1048"/>
                      <a:pt x="1424" y="976"/>
                    </a:cubicBezTo>
                    <a:cubicBezTo>
                      <a:pt x="1500" y="943"/>
                      <a:pt x="1549" y="892"/>
                      <a:pt x="1568" y="824"/>
                    </a:cubicBezTo>
                    <a:cubicBezTo>
                      <a:pt x="1603" y="706"/>
                      <a:pt x="1600" y="544"/>
                      <a:pt x="1562" y="391"/>
                    </a:cubicBezTo>
                    <a:cubicBezTo>
                      <a:pt x="1526" y="242"/>
                      <a:pt x="1464" y="134"/>
                      <a:pt x="1400" y="110"/>
                    </a:cubicBezTo>
                    <a:cubicBezTo>
                      <a:pt x="1272" y="62"/>
                      <a:pt x="983" y="100"/>
                      <a:pt x="777" y="132"/>
                    </a:cubicBezTo>
                    <a:cubicBezTo>
                      <a:pt x="689" y="146"/>
                      <a:pt x="580" y="103"/>
                      <a:pt x="483" y="65"/>
                    </a:cubicBezTo>
                    <a:cubicBezTo>
                      <a:pt x="415" y="38"/>
                      <a:pt x="354" y="14"/>
                      <a:pt x="311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18"/>
              <p:cNvSpPr/>
              <p:nvPr/>
            </p:nvSpPr>
            <p:spPr>
              <a:xfrm>
                <a:off x="5913363" y="1505113"/>
                <a:ext cx="1244600" cy="749300"/>
              </a:xfrm>
              <a:custGeom>
                <a:rect b="b" l="l" r="r" t="t"/>
                <a:pathLst>
                  <a:path extrusionOk="0" h="748" w="1243">
                    <a:moveTo>
                      <a:pt x="977" y="725"/>
                    </a:moveTo>
                    <a:cubicBezTo>
                      <a:pt x="857" y="725"/>
                      <a:pt x="711" y="705"/>
                      <a:pt x="655" y="690"/>
                    </a:cubicBezTo>
                    <a:cubicBezTo>
                      <a:pt x="613" y="678"/>
                      <a:pt x="527" y="663"/>
                      <a:pt x="436" y="648"/>
                    </a:cubicBezTo>
                    <a:cubicBezTo>
                      <a:pt x="320" y="628"/>
                      <a:pt x="200" y="607"/>
                      <a:pt x="154" y="590"/>
                    </a:cubicBezTo>
                    <a:cubicBezTo>
                      <a:pt x="84" y="566"/>
                      <a:pt x="55" y="453"/>
                      <a:pt x="34" y="371"/>
                    </a:cubicBezTo>
                    <a:cubicBezTo>
                      <a:pt x="30" y="355"/>
                      <a:pt x="27" y="340"/>
                      <a:pt x="23" y="328"/>
                    </a:cubicBezTo>
                    <a:cubicBezTo>
                      <a:pt x="0" y="249"/>
                      <a:pt x="4" y="134"/>
                      <a:pt x="92" y="69"/>
                    </a:cubicBezTo>
                    <a:cubicBezTo>
                      <a:pt x="186" y="0"/>
                      <a:pt x="356" y="49"/>
                      <a:pt x="386" y="61"/>
                    </a:cubicBezTo>
                    <a:cubicBezTo>
                      <a:pt x="448" y="88"/>
                      <a:pt x="645" y="90"/>
                      <a:pt x="741" y="72"/>
                    </a:cubicBezTo>
                    <a:cubicBezTo>
                      <a:pt x="839" y="55"/>
                      <a:pt x="1076" y="84"/>
                      <a:pt x="1161" y="202"/>
                    </a:cubicBezTo>
                    <a:cubicBezTo>
                      <a:pt x="1243" y="314"/>
                      <a:pt x="1218" y="639"/>
                      <a:pt x="1143" y="697"/>
                    </a:cubicBezTo>
                    <a:cubicBezTo>
                      <a:pt x="1115" y="718"/>
                      <a:pt x="1051" y="725"/>
                      <a:pt x="977" y="725"/>
                    </a:cubicBezTo>
                    <a:close/>
                    <a:moveTo>
                      <a:pt x="226" y="37"/>
                    </a:moveTo>
                    <a:cubicBezTo>
                      <a:pt x="179" y="37"/>
                      <a:pt x="131" y="46"/>
                      <a:pt x="95" y="72"/>
                    </a:cubicBezTo>
                    <a:cubicBezTo>
                      <a:pt x="8" y="136"/>
                      <a:pt x="4" y="249"/>
                      <a:pt x="27" y="327"/>
                    </a:cubicBezTo>
                    <a:cubicBezTo>
                      <a:pt x="31" y="339"/>
                      <a:pt x="34" y="354"/>
                      <a:pt x="38" y="370"/>
                    </a:cubicBezTo>
                    <a:cubicBezTo>
                      <a:pt x="59" y="451"/>
                      <a:pt x="87" y="562"/>
                      <a:pt x="155" y="587"/>
                    </a:cubicBezTo>
                    <a:cubicBezTo>
                      <a:pt x="201" y="603"/>
                      <a:pt x="321" y="623"/>
                      <a:pt x="437" y="643"/>
                    </a:cubicBezTo>
                    <a:cubicBezTo>
                      <a:pt x="528" y="659"/>
                      <a:pt x="614" y="674"/>
                      <a:pt x="656" y="686"/>
                    </a:cubicBezTo>
                    <a:cubicBezTo>
                      <a:pt x="747" y="711"/>
                      <a:pt x="1069" y="748"/>
                      <a:pt x="1140" y="693"/>
                    </a:cubicBezTo>
                    <a:cubicBezTo>
                      <a:pt x="1174" y="668"/>
                      <a:pt x="1201" y="578"/>
                      <a:pt x="1207" y="471"/>
                    </a:cubicBezTo>
                    <a:cubicBezTo>
                      <a:pt x="1213" y="355"/>
                      <a:pt x="1195" y="255"/>
                      <a:pt x="1158" y="204"/>
                    </a:cubicBezTo>
                    <a:cubicBezTo>
                      <a:pt x="1077" y="93"/>
                      <a:pt x="843" y="58"/>
                      <a:pt x="742" y="76"/>
                    </a:cubicBezTo>
                    <a:cubicBezTo>
                      <a:pt x="643" y="94"/>
                      <a:pt x="448" y="92"/>
                      <a:pt x="384" y="65"/>
                    </a:cubicBezTo>
                    <a:cubicBezTo>
                      <a:pt x="384" y="65"/>
                      <a:pt x="384" y="65"/>
                      <a:pt x="384" y="65"/>
                    </a:cubicBezTo>
                    <a:cubicBezTo>
                      <a:pt x="367" y="58"/>
                      <a:pt x="298" y="37"/>
                      <a:pt x="226" y="3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18"/>
              <p:cNvSpPr/>
              <p:nvPr/>
            </p:nvSpPr>
            <p:spPr>
              <a:xfrm>
                <a:off x="6014963" y="1659101"/>
                <a:ext cx="917576" cy="461963"/>
              </a:xfrm>
              <a:custGeom>
                <a:rect b="b" l="l" r="r" t="t"/>
                <a:pathLst>
                  <a:path extrusionOk="0" h="461" w="916">
                    <a:moveTo>
                      <a:pt x="682" y="453"/>
                    </a:moveTo>
                    <a:cubicBezTo>
                      <a:pt x="659" y="453"/>
                      <a:pt x="635" y="451"/>
                      <a:pt x="612" y="447"/>
                    </a:cubicBezTo>
                    <a:cubicBezTo>
                      <a:pt x="588" y="443"/>
                      <a:pt x="559" y="438"/>
                      <a:pt x="528" y="432"/>
                    </a:cubicBezTo>
                    <a:cubicBezTo>
                      <a:pt x="423" y="412"/>
                      <a:pt x="291" y="388"/>
                      <a:pt x="196" y="385"/>
                    </a:cubicBezTo>
                    <a:cubicBezTo>
                      <a:pt x="88" y="382"/>
                      <a:pt x="54" y="299"/>
                      <a:pt x="29" y="238"/>
                    </a:cubicBezTo>
                    <a:cubicBezTo>
                      <a:pt x="25" y="228"/>
                      <a:pt x="21" y="219"/>
                      <a:pt x="18" y="211"/>
                    </a:cubicBezTo>
                    <a:cubicBezTo>
                      <a:pt x="0" y="172"/>
                      <a:pt x="0" y="117"/>
                      <a:pt x="16" y="74"/>
                    </a:cubicBezTo>
                    <a:cubicBezTo>
                      <a:pt x="27" y="46"/>
                      <a:pt x="44" y="27"/>
                      <a:pt x="65" y="18"/>
                    </a:cubicBezTo>
                    <a:cubicBezTo>
                      <a:pt x="106" y="0"/>
                      <a:pt x="181" y="21"/>
                      <a:pt x="240" y="37"/>
                    </a:cubicBezTo>
                    <a:cubicBezTo>
                      <a:pt x="264" y="43"/>
                      <a:pt x="286" y="49"/>
                      <a:pt x="302" y="52"/>
                    </a:cubicBezTo>
                    <a:cubicBezTo>
                      <a:pt x="361" y="63"/>
                      <a:pt x="568" y="29"/>
                      <a:pt x="570" y="28"/>
                    </a:cubicBezTo>
                    <a:cubicBezTo>
                      <a:pt x="631" y="25"/>
                      <a:pt x="786" y="31"/>
                      <a:pt x="850" y="73"/>
                    </a:cubicBezTo>
                    <a:cubicBezTo>
                      <a:pt x="916" y="116"/>
                      <a:pt x="899" y="281"/>
                      <a:pt x="876" y="359"/>
                    </a:cubicBezTo>
                    <a:cubicBezTo>
                      <a:pt x="857" y="424"/>
                      <a:pt x="771" y="453"/>
                      <a:pt x="682" y="453"/>
                    </a:cubicBezTo>
                    <a:close/>
                    <a:moveTo>
                      <a:pt x="105" y="15"/>
                    </a:moveTo>
                    <a:cubicBezTo>
                      <a:pt x="90" y="15"/>
                      <a:pt x="77" y="17"/>
                      <a:pt x="66" y="22"/>
                    </a:cubicBezTo>
                    <a:cubicBezTo>
                      <a:pt x="47" y="30"/>
                      <a:pt x="31" y="49"/>
                      <a:pt x="20" y="76"/>
                    </a:cubicBezTo>
                    <a:cubicBezTo>
                      <a:pt x="4" y="118"/>
                      <a:pt x="4" y="172"/>
                      <a:pt x="21" y="209"/>
                    </a:cubicBezTo>
                    <a:cubicBezTo>
                      <a:pt x="25" y="218"/>
                      <a:pt x="29" y="227"/>
                      <a:pt x="33" y="236"/>
                    </a:cubicBezTo>
                    <a:cubicBezTo>
                      <a:pt x="59" y="299"/>
                      <a:pt x="91" y="378"/>
                      <a:pt x="196" y="381"/>
                    </a:cubicBezTo>
                    <a:cubicBezTo>
                      <a:pt x="291" y="384"/>
                      <a:pt x="423" y="408"/>
                      <a:pt x="529" y="428"/>
                    </a:cubicBezTo>
                    <a:cubicBezTo>
                      <a:pt x="560" y="434"/>
                      <a:pt x="589" y="439"/>
                      <a:pt x="613" y="443"/>
                    </a:cubicBezTo>
                    <a:cubicBezTo>
                      <a:pt x="721" y="461"/>
                      <a:pt x="848" y="438"/>
                      <a:pt x="872" y="358"/>
                    </a:cubicBezTo>
                    <a:cubicBezTo>
                      <a:pt x="895" y="281"/>
                      <a:pt x="912" y="118"/>
                      <a:pt x="848" y="77"/>
                    </a:cubicBezTo>
                    <a:cubicBezTo>
                      <a:pt x="788" y="38"/>
                      <a:pt x="637" y="28"/>
                      <a:pt x="570" y="32"/>
                    </a:cubicBezTo>
                    <a:cubicBezTo>
                      <a:pt x="562" y="34"/>
                      <a:pt x="361" y="67"/>
                      <a:pt x="302" y="56"/>
                    </a:cubicBezTo>
                    <a:cubicBezTo>
                      <a:pt x="285" y="54"/>
                      <a:pt x="263" y="48"/>
                      <a:pt x="239" y="41"/>
                    </a:cubicBezTo>
                    <a:cubicBezTo>
                      <a:pt x="196" y="29"/>
                      <a:pt x="145" y="15"/>
                      <a:pt x="105" y="1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8"/>
              <p:cNvSpPr/>
              <p:nvPr/>
            </p:nvSpPr>
            <p:spPr>
              <a:xfrm>
                <a:off x="6151488" y="1792451"/>
                <a:ext cx="423863" cy="192088"/>
              </a:xfrm>
              <a:custGeom>
                <a:rect b="b" l="l" r="r" t="t"/>
                <a:pathLst>
                  <a:path extrusionOk="0" h="192" w="423">
                    <a:moveTo>
                      <a:pt x="322" y="189"/>
                    </a:moveTo>
                    <a:cubicBezTo>
                      <a:pt x="293" y="189"/>
                      <a:pt x="260" y="186"/>
                      <a:pt x="227" y="183"/>
                    </a:cubicBezTo>
                    <a:cubicBezTo>
                      <a:pt x="193" y="180"/>
                      <a:pt x="159" y="177"/>
                      <a:pt x="128" y="177"/>
                    </a:cubicBezTo>
                    <a:cubicBezTo>
                      <a:pt x="68" y="177"/>
                      <a:pt x="38" y="155"/>
                      <a:pt x="23" y="136"/>
                    </a:cubicBezTo>
                    <a:cubicBezTo>
                      <a:pt x="5" y="113"/>
                      <a:pt x="0" y="84"/>
                      <a:pt x="8" y="53"/>
                    </a:cubicBezTo>
                    <a:cubicBezTo>
                      <a:pt x="19" y="9"/>
                      <a:pt x="87" y="0"/>
                      <a:pt x="143" y="0"/>
                    </a:cubicBezTo>
                    <a:cubicBezTo>
                      <a:pt x="250" y="0"/>
                      <a:pt x="321" y="10"/>
                      <a:pt x="354" y="29"/>
                    </a:cubicBezTo>
                    <a:cubicBezTo>
                      <a:pt x="354" y="29"/>
                      <a:pt x="354" y="29"/>
                      <a:pt x="354" y="29"/>
                    </a:cubicBezTo>
                    <a:cubicBezTo>
                      <a:pt x="382" y="46"/>
                      <a:pt x="422" y="95"/>
                      <a:pt x="423" y="135"/>
                    </a:cubicBezTo>
                    <a:cubicBezTo>
                      <a:pt x="423" y="151"/>
                      <a:pt x="416" y="164"/>
                      <a:pt x="402" y="173"/>
                    </a:cubicBezTo>
                    <a:cubicBezTo>
                      <a:pt x="383" y="186"/>
                      <a:pt x="355" y="189"/>
                      <a:pt x="322" y="189"/>
                    </a:cubicBezTo>
                    <a:close/>
                    <a:moveTo>
                      <a:pt x="143" y="4"/>
                    </a:moveTo>
                    <a:cubicBezTo>
                      <a:pt x="89" y="4"/>
                      <a:pt x="22" y="13"/>
                      <a:pt x="12" y="54"/>
                    </a:cubicBezTo>
                    <a:cubicBezTo>
                      <a:pt x="4" y="83"/>
                      <a:pt x="10" y="112"/>
                      <a:pt x="26" y="133"/>
                    </a:cubicBezTo>
                    <a:cubicBezTo>
                      <a:pt x="41" y="151"/>
                      <a:pt x="70" y="173"/>
                      <a:pt x="128" y="173"/>
                    </a:cubicBezTo>
                    <a:cubicBezTo>
                      <a:pt x="159" y="173"/>
                      <a:pt x="194" y="176"/>
                      <a:pt x="227" y="179"/>
                    </a:cubicBezTo>
                    <a:cubicBezTo>
                      <a:pt x="298" y="186"/>
                      <a:pt x="366" y="192"/>
                      <a:pt x="400" y="170"/>
                    </a:cubicBezTo>
                    <a:cubicBezTo>
                      <a:pt x="413" y="162"/>
                      <a:pt x="419" y="150"/>
                      <a:pt x="419" y="135"/>
                    </a:cubicBezTo>
                    <a:cubicBezTo>
                      <a:pt x="418" y="97"/>
                      <a:pt x="378" y="49"/>
                      <a:pt x="352" y="33"/>
                    </a:cubicBezTo>
                    <a:cubicBezTo>
                      <a:pt x="320" y="14"/>
                      <a:pt x="249" y="4"/>
                      <a:pt x="14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18"/>
              <p:cNvSpPr/>
              <p:nvPr/>
            </p:nvSpPr>
            <p:spPr>
              <a:xfrm>
                <a:off x="4945000" y="270038"/>
                <a:ext cx="1258887" cy="1219200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18"/>
              <p:cNvSpPr/>
              <p:nvPr/>
            </p:nvSpPr>
            <p:spPr>
              <a:xfrm>
                <a:off x="5121213" y="422438"/>
                <a:ext cx="847724" cy="97155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2" name="Google Shape;732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Zen Dots"/>
                <a:ea typeface="Zen Dots"/>
                <a:cs typeface="Zen Dots"/>
                <a:sym typeface="Zen Dot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3" name="Google Shape;733;p18"/>
          <p:cNvSpPr txBox="1"/>
          <p:nvPr>
            <p:ph idx="1" type="subTitle"/>
          </p:nvPr>
        </p:nvSpPr>
        <p:spPr>
          <a:xfrm>
            <a:off x="723900" y="1063925"/>
            <a:ext cx="7717500" cy="7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734" name="Google Shape;734;p18"/>
          <p:cNvGrpSpPr/>
          <p:nvPr/>
        </p:nvGrpSpPr>
        <p:grpSpPr>
          <a:xfrm>
            <a:off x="-401275" y="3337702"/>
            <a:ext cx="9955651" cy="2372648"/>
            <a:chOff x="-401275" y="3337702"/>
            <a:chExt cx="9955651" cy="2372648"/>
          </a:xfrm>
        </p:grpSpPr>
        <p:pic>
          <p:nvPicPr>
            <p:cNvPr id="735" name="Google Shape;735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804152" y="3337702"/>
              <a:ext cx="750225" cy="896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6" name="Google Shape;73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9876122">
              <a:off x="7304450" y="4838649"/>
              <a:ext cx="750219" cy="786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7" name="Google Shape;73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4887253">
              <a:off x="-437112" y="3782468"/>
              <a:ext cx="1023670" cy="80885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_1"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0" name="Google Shape;740;p19"/>
          <p:cNvSpPr txBox="1"/>
          <p:nvPr>
            <p:ph idx="1" type="subTitle"/>
          </p:nvPr>
        </p:nvSpPr>
        <p:spPr>
          <a:xfrm>
            <a:off x="723900" y="1063475"/>
            <a:ext cx="77175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grpSp>
        <p:nvGrpSpPr>
          <p:cNvPr id="741" name="Google Shape;741;p19"/>
          <p:cNvGrpSpPr/>
          <p:nvPr/>
        </p:nvGrpSpPr>
        <p:grpSpPr>
          <a:xfrm>
            <a:off x="-1174577" y="1522324"/>
            <a:ext cx="11266123" cy="5117250"/>
            <a:chOff x="-1174577" y="1522324"/>
            <a:chExt cx="11266123" cy="5117250"/>
          </a:xfrm>
        </p:grpSpPr>
        <p:sp>
          <p:nvSpPr>
            <p:cNvPr id="742" name="Google Shape;742;p19"/>
            <p:cNvSpPr/>
            <p:nvPr/>
          </p:nvSpPr>
          <p:spPr>
            <a:xfrm rot="-3136176">
              <a:off x="7848731" y="1900329"/>
              <a:ext cx="1742216" cy="1602652"/>
            </a:xfrm>
            <a:custGeom>
              <a:rect b="b" l="l" r="r" t="t"/>
              <a:pathLst>
                <a:path extrusionOk="0" h="1091" w="1189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19"/>
            <p:cNvSpPr/>
            <p:nvPr/>
          </p:nvSpPr>
          <p:spPr>
            <a:xfrm rot="-3136179">
              <a:off x="6187182" y="2691865"/>
              <a:ext cx="3272758" cy="3202980"/>
            </a:xfrm>
            <a:custGeom>
              <a:rect b="b" l="l" r="r" t="t"/>
              <a:pathLst>
                <a:path extrusionOk="0" h="2183" w="2232">
                  <a:moveTo>
                    <a:pt x="1757" y="2149"/>
                  </a:moveTo>
                  <a:cubicBezTo>
                    <a:pt x="1722" y="2149"/>
                    <a:pt x="1689" y="2143"/>
                    <a:pt x="1661" y="2130"/>
                  </a:cubicBezTo>
                  <a:cubicBezTo>
                    <a:pt x="1543" y="2071"/>
                    <a:pt x="1444" y="2029"/>
                    <a:pt x="1350" y="1996"/>
                  </a:cubicBezTo>
                  <a:cubicBezTo>
                    <a:pt x="1328" y="1989"/>
                    <a:pt x="1228" y="1969"/>
                    <a:pt x="1102" y="1943"/>
                  </a:cubicBezTo>
                  <a:cubicBezTo>
                    <a:pt x="1020" y="1927"/>
                    <a:pt x="928" y="1909"/>
                    <a:pt x="838" y="1890"/>
                  </a:cubicBezTo>
                  <a:cubicBezTo>
                    <a:pt x="653" y="1851"/>
                    <a:pt x="503" y="1742"/>
                    <a:pt x="422" y="1683"/>
                  </a:cubicBezTo>
                  <a:cubicBezTo>
                    <a:pt x="399" y="1666"/>
                    <a:pt x="381" y="1653"/>
                    <a:pt x="369" y="1646"/>
                  </a:cubicBezTo>
                  <a:cubicBezTo>
                    <a:pt x="304" y="1609"/>
                    <a:pt x="179" y="1198"/>
                    <a:pt x="100" y="837"/>
                  </a:cubicBezTo>
                  <a:cubicBezTo>
                    <a:pt x="23" y="484"/>
                    <a:pt x="0" y="239"/>
                    <a:pt x="40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104" y="95"/>
                    <a:pt x="282" y="35"/>
                    <a:pt x="420" y="16"/>
                  </a:cubicBezTo>
                  <a:cubicBezTo>
                    <a:pt x="542" y="0"/>
                    <a:pt x="640" y="13"/>
                    <a:pt x="689" y="52"/>
                  </a:cubicBezTo>
                  <a:cubicBezTo>
                    <a:pt x="821" y="158"/>
                    <a:pt x="920" y="360"/>
                    <a:pt x="938" y="399"/>
                  </a:cubicBezTo>
                  <a:cubicBezTo>
                    <a:pt x="981" y="491"/>
                    <a:pt x="1054" y="604"/>
                    <a:pt x="1154" y="734"/>
                  </a:cubicBezTo>
                  <a:cubicBezTo>
                    <a:pt x="1186" y="776"/>
                    <a:pt x="1241" y="806"/>
                    <a:pt x="1297" y="811"/>
                  </a:cubicBezTo>
                  <a:cubicBezTo>
                    <a:pt x="1336" y="815"/>
                    <a:pt x="1369" y="806"/>
                    <a:pt x="1391" y="786"/>
                  </a:cubicBezTo>
                  <a:cubicBezTo>
                    <a:pt x="1397" y="780"/>
                    <a:pt x="1397" y="780"/>
                    <a:pt x="1397" y="780"/>
                  </a:cubicBezTo>
                  <a:cubicBezTo>
                    <a:pt x="1451" y="733"/>
                    <a:pt x="1516" y="673"/>
                    <a:pt x="1585" y="675"/>
                  </a:cubicBezTo>
                  <a:cubicBezTo>
                    <a:pt x="1708" y="679"/>
                    <a:pt x="1781" y="778"/>
                    <a:pt x="1797" y="813"/>
                  </a:cubicBezTo>
                  <a:cubicBezTo>
                    <a:pt x="1814" y="850"/>
                    <a:pt x="1797" y="1031"/>
                    <a:pt x="1718" y="1078"/>
                  </a:cubicBezTo>
                  <a:cubicBezTo>
                    <a:pt x="1680" y="1100"/>
                    <a:pt x="1623" y="1104"/>
                    <a:pt x="1572" y="1108"/>
                  </a:cubicBezTo>
                  <a:cubicBezTo>
                    <a:pt x="1517" y="1112"/>
                    <a:pt x="1464" y="1116"/>
                    <a:pt x="1450" y="1143"/>
                  </a:cubicBezTo>
                  <a:cubicBezTo>
                    <a:pt x="1419" y="1200"/>
                    <a:pt x="1394" y="1329"/>
                    <a:pt x="1471" y="1384"/>
                  </a:cubicBezTo>
                  <a:cubicBezTo>
                    <a:pt x="1483" y="1392"/>
                    <a:pt x="1495" y="1401"/>
                    <a:pt x="1508" y="1411"/>
                  </a:cubicBezTo>
                  <a:cubicBezTo>
                    <a:pt x="1591" y="1471"/>
                    <a:pt x="1704" y="1553"/>
                    <a:pt x="1788" y="1583"/>
                  </a:cubicBezTo>
                  <a:cubicBezTo>
                    <a:pt x="1829" y="1598"/>
                    <a:pt x="1886" y="1604"/>
                    <a:pt x="1946" y="1611"/>
                  </a:cubicBezTo>
                  <a:cubicBezTo>
                    <a:pt x="2060" y="1625"/>
                    <a:pt x="2178" y="1638"/>
                    <a:pt x="2199" y="1710"/>
                  </a:cubicBezTo>
                  <a:cubicBezTo>
                    <a:pt x="2232" y="1818"/>
                    <a:pt x="2207" y="1965"/>
                    <a:pt x="2096" y="2036"/>
                  </a:cubicBezTo>
                  <a:cubicBezTo>
                    <a:pt x="2015" y="2087"/>
                    <a:pt x="1872" y="2149"/>
                    <a:pt x="1757" y="2149"/>
                  </a:cubicBezTo>
                  <a:close/>
                  <a:moveTo>
                    <a:pt x="518" y="13"/>
                  </a:moveTo>
                  <a:cubicBezTo>
                    <a:pt x="488" y="13"/>
                    <a:pt x="455" y="16"/>
                    <a:pt x="421" y="20"/>
                  </a:cubicBezTo>
                  <a:cubicBezTo>
                    <a:pt x="253" y="43"/>
                    <a:pt x="98" y="111"/>
                    <a:pt x="44" y="186"/>
                  </a:cubicBezTo>
                  <a:cubicBezTo>
                    <a:pt x="4" y="241"/>
                    <a:pt x="27" y="484"/>
                    <a:pt x="104" y="836"/>
                  </a:cubicBezTo>
                  <a:cubicBezTo>
                    <a:pt x="183" y="1196"/>
                    <a:pt x="307" y="1606"/>
                    <a:pt x="371" y="1643"/>
                  </a:cubicBezTo>
                  <a:cubicBezTo>
                    <a:pt x="383" y="1650"/>
                    <a:pt x="401" y="1663"/>
                    <a:pt x="424" y="1679"/>
                  </a:cubicBezTo>
                  <a:cubicBezTo>
                    <a:pt x="505" y="1738"/>
                    <a:pt x="655" y="1847"/>
                    <a:pt x="839" y="1886"/>
                  </a:cubicBezTo>
                  <a:cubicBezTo>
                    <a:pt x="929" y="1905"/>
                    <a:pt x="1021" y="1923"/>
                    <a:pt x="1102" y="1939"/>
                  </a:cubicBezTo>
                  <a:cubicBezTo>
                    <a:pt x="1229" y="1965"/>
                    <a:pt x="1329" y="1985"/>
                    <a:pt x="1351" y="1992"/>
                  </a:cubicBezTo>
                  <a:cubicBezTo>
                    <a:pt x="1446" y="2025"/>
                    <a:pt x="1545" y="2068"/>
                    <a:pt x="1663" y="2126"/>
                  </a:cubicBezTo>
                  <a:cubicBezTo>
                    <a:pt x="1780" y="2183"/>
                    <a:pt x="1989" y="2099"/>
                    <a:pt x="2094" y="2032"/>
                  </a:cubicBezTo>
                  <a:cubicBezTo>
                    <a:pt x="2203" y="1962"/>
                    <a:pt x="2227" y="1818"/>
                    <a:pt x="2195" y="1711"/>
                  </a:cubicBezTo>
                  <a:cubicBezTo>
                    <a:pt x="2174" y="1642"/>
                    <a:pt x="2058" y="1628"/>
                    <a:pt x="1946" y="1616"/>
                  </a:cubicBezTo>
                  <a:cubicBezTo>
                    <a:pt x="1885" y="1609"/>
                    <a:pt x="1828" y="1602"/>
                    <a:pt x="1787" y="1587"/>
                  </a:cubicBezTo>
                  <a:cubicBezTo>
                    <a:pt x="1702" y="1556"/>
                    <a:pt x="1588" y="1474"/>
                    <a:pt x="1506" y="1414"/>
                  </a:cubicBezTo>
                  <a:cubicBezTo>
                    <a:pt x="1493" y="1405"/>
                    <a:pt x="1480" y="1396"/>
                    <a:pt x="1469" y="1388"/>
                  </a:cubicBezTo>
                  <a:cubicBezTo>
                    <a:pt x="1385" y="1328"/>
                    <a:pt x="1418" y="1193"/>
                    <a:pt x="1446" y="1141"/>
                  </a:cubicBezTo>
                  <a:cubicBezTo>
                    <a:pt x="1462" y="1112"/>
                    <a:pt x="1513" y="1108"/>
                    <a:pt x="1572" y="1104"/>
                  </a:cubicBezTo>
                  <a:cubicBezTo>
                    <a:pt x="1622" y="1100"/>
                    <a:pt x="1679" y="1096"/>
                    <a:pt x="1716" y="1074"/>
                  </a:cubicBezTo>
                  <a:cubicBezTo>
                    <a:pt x="1794" y="1028"/>
                    <a:pt x="1810" y="851"/>
                    <a:pt x="1793" y="815"/>
                  </a:cubicBezTo>
                  <a:cubicBezTo>
                    <a:pt x="1777" y="781"/>
                    <a:pt x="1706" y="683"/>
                    <a:pt x="1584" y="679"/>
                  </a:cubicBezTo>
                  <a:cubicBezTo>
                    <a:pt x="1583" y="679"/>
                    <a:pt x="1582" y="679"/>
                    <a:pt x="1581" y="679"/>
                  </a:cubicBezTo>
                  <a:cubicBezTo>
                    <a:pt x="1516" y="679"/>
                    <a:pt x="1452" y="737"/>
                    <a:pt x="1400" y="784"/>
                  </a:cubicBezTo>
                  <a:cubicBezTo>
                    <a:pt x="1394" y="789"/>
                    <a:pt x="1394" y="789"/>
                    <a:pt x="1394" y="789"/>
                  </a:cubicBezTo>
                  <a:cubicBezTo>
                    <a:pt x="1371" y="810"/>
                    <a:pt x="1337" y="819"/>
                    <a:pt x="1296" y="815"/>
                  </a:cubicBezTo>
                  <a:cubicBezTo>
                    <a:pt x="1239" y="810"/>
                    <a:pt x="1183" y="780"/>
                    <a:pt x="1150" y="737"/>
                  </a:cubicBezTo>
                  <a:cubicBezTo>
                    <a:pt x="1050" y="606"/>
                    <a:pt x="978" y="493"/>
                    <a:pt x="934" y="401"/>
                  </a:cubicBezTo>
                  <a:cubicBezTo>
                    <a:pt x="916" y="362"/>
                    <a:pt x="817" y="161"/>
                    <a:pt x="686" y="55"/>
                  </a:cubicBezTo>
                  <a:cubicBezTo>
                    <a:pt x="652" y="27"/>
                    <a:pt x="593" y="13"/>
                    <a:pt x="518" y="1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19"/>
            <p:cNvSpPr/>
            <p:nvPr/>
          </p:nvSpPr>
          <p:spPr>
            <a:xfrm rot="-3136176">
              <a:off x="7841000" y="3460320"/>
              <a:ext cx="337278" cy="307039"/>
            </a:xfrm>
            <a:custGeom>
              <a:rect b="b" l="l" r="r" t="t"/>
              <a:pathLst>
                <a:path extrusionOk="0" h="208" w="230">
                  <a:moveTo>
                    <a:pt x="112" y="208"/>
                  </a:moveTo>
                  <a:cubicBezTo>
                    <a:pt x="107" y="208"/>
                    <a:pt x="102" y="208"/>
                    <a:pt x="97" y="207"/>
                  </a:cubicBezTo>
                  <a:cubicBezTo>
                    <a:pt x="67" y="204"/>
                    <a:pt x="37" y="184"/>
                    <a:pt x="18" y="157"/>
                  </a:cubicBezTo>
                  <a:cubicBezTo>
                    <a:pt x="5" y="137"/>
                    <a:pt x="0" y="115"/>
                    <a:pt x="5" y="97"/>
                  </a:cubicBezTo>
                  <a:cubicBezTo>
                    <a:pt x="17" y="54"/>
                    <a:pt x="51" y="28"/>
                    <a:pt x="121" y="7"/>
                  </a:cubicBezTo>
                  <a:cubicBezTo>
                    <a:pt x="144" y="0"/>
                    <a:pt x="167" y="4"/>
                    <a:pt x="185" y="18"/>
                  </a:cubicBezTo>
                  <a:cubicBezTo>
                    <a:pt x="216" y="41"/>
                    <a:pt x="230" y="86"/>
                    <a:pt x="230" y="120"/>
                  </a:cubicBezTo>
                  <a:cubicBezTo>
                    <a:pt x="230" y="141"/>
                    <a:pt x="221" y="160"/>
                    <a:pt x="204" y="176"/>
                  </a:cubicBezTo>
                  <a:cubicBezTo>
                    <a:pt x="181" y="196"/>
                    <a:pt x="146" y="208"/>
                    <a:pt x="112" y="208"/>
                  </a:cubicBezTo>
                  <a:close/>
                  <a:moveTo>
                    <a:pt x="143" y="8"/>
                  </a:moveTo>
                  <a:cubicBezTo>
                    <a:pt x="137" y="8"/>
                    <a:pt x="129" y="9"/>
                    <a:pt x="122" y="11"/>
                  </a:cubicBezTo>
                  <a:cubicBezTo>
                    <a:pt x="54" y="31"/>
                    <a:pt x="20" y="57"/>
                    <a:pt x="9" y="98"/>
                  </a:cubicBezTo>
                  <a:cubicBezTo>
                    <a:pt x="4" y="115"/>
                    <a:pt x="9" y="135"/>
                    <a:pt x="22" y="154"/>
                  </a:cubicBezTo>
                  <a:cubicBezTo>
                    <a:pt x="40" y="181"/>
                    <a:pt x="69" y="200"/>
                    <a:pt x="98" y="203"/>
                  </a:cubicBezTo>
                  <a:cubicBezTo>
                    <a:pt x="134" y="208"/>
                    <a:pt x="175" y="195"/>
                    <a:pt x="201" y="173"/>
                  </a:cubicBezTo>
                  <a:cubicBezTo>
                    <a:pt x="217" y="158"/>
                    <a:pt x="226" y="140"/>
                    <a:pt x="226" y="120"/>
                  </a:cubicBezTo>
                  <a:cubicBezTo>
                    <a:pt x="226" y="87"/>
                    <a:pt x="213" y="44"/>
                    <a:pt x="183" y="21"/>
                  </a:cubicBezTo>
                  <a:cubicBezTo>
                    <a:pt x="171" y="12"/>
                    <a:pt x="158" y="8"/>
                    <a:pt x="143" y="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19"/>
            <p:cNvSpPr/>
            <p:nvPr/>
          </p:nvSpPr>
          <p:spPr>
            <a:xfrm rot="-3136172">
              <a:off x="8738936" y="3907211"/>
              <a:ext cx="923445" cy="721076"/>
            </a:xfrm>
            <a:custGeom>
              <a:rect b="b" l="l" r="r" t="t"/>
              <a:pathLst>
                <a:path extrusionOk="0" h="491" w="631">
                  <a:moveTo>
                    <a:pt x="395" y="458"/>
                  </a:moveTo>
                  <a:cubicBezTo>
                    <a:pt x="376" y="458"/>
                    <a:pt x="357" y="453"/>
                    <a:pt x="339" y="443"/>
                  </a:cubicBezTo>
                  <a:cubicBezTo>
                    <a:pt x="256" y="396"/>
                    <a:pt x="73" y="283"/>
                    <a:pt x="35" y="233"/>
                  </a:cubicBezTo>
                  <a:cubicBezTo>
                    <a:pt x="9" y="198"/>
                    <a:pt x="0" y="103"/>
                    <a:pt x="28" y="45"/>
                  </a:cubicBezTo>
                  <a:cubicBezTo>
                    <a:pt x="40" y="18"/>
                    <a:pt x="60" y="3"/>
                    <a:pt x="83" y="2"/>
                  </a:cubicBezTo>
                  <a:cubicBezTo>
                    <a:pt x="136" y="0"/>
                    <a:pt x="198" y="40"/>
                    <a:pt x="252" y="75"/>
                  </a:cubicBezTo>
                  <a:cubicBezTo>
                    <a:pt x="282" y="94"/>
                    <a:pt x="311" y="113"/>
                    <a:pt x="334" y="121"/>
                  </a:cubicBezTo>
                  <a:cubicBezTo>
                    <a:pt x="400" y="146"/>
                    <a:pt x="506" y="152"/>
                    <a:pt x="570" y="155"/>
                  </a:cubicBezTo>
                  <a:cubicBezTo>
                    <a:pt x="580" y="156"/>
                    <a:pt x="580" y="156"/>
                    <a:pt x="580" y="156"/>
                  </a:cubicBezTo>
                  <a:cubicBezTo>
                    <a:pt x="596" y="157"/>
                    <a:pt x="607" y="166"/>
                    <a:pt x="614" y="182"/>
                  </a:cubicBezTo>
                  <a:cubicBezTo>
                    <a:pt x="631" y="224"/>
                    <a:pt x="615" y="307"/>
                    <a:pt x="582" y="345"/>
                  </a:cubicBezTo>
                  <a:cubicBezTo>
                    <a:pt x="549" y="383"/>
                    <a:pt x="473" y="458"/>
                    <a:pt x="395" y="458"/>
                  </a:cubicBezTo>
                  <a:close/>
                  <a:moveTo>
                    <a:pt x="87" y="6"/>
                  </a:moveTo>
                  <a:cubicBezTo>
                    <a:pt x="86" y="6"/>
                    <a:pt x="85" y="6"/>
                    <a:pt x="83" y="7"/>
                  </a:cubicBezTo>
                  <a:cubicBezTo>
                    <a:pt x="61" y="7"/>
                    <a:pt x="43" y="21"/>
                    <a:pt x="31" y="47"/>
                  </a:cubicBezTo>
                  <a:cubicBezTo>
                    <a:pt x="5" y="102"/>
                    <a:pt x="14" y="197"/>
                    <a:pt x="39" y="230"/>
                  </a:cubicBezTo>
                  <a:cubicBezTo>
                    <a:pt x="76" y="280"/>
                    <a:pt x="259" y="392"/>
                    <a:pt x="341" y="439"/>
                  </a:cubicBezTo>
                  <a:cubicBezTo>
                    <a:pt x="433" y="491"/>
                    <a:pt x="538" y="388"/>
                    <a:pt x="579" y="342"/>
                  </a:cubicBezTo>
                  <a:cubicBezTo>
                    <a:pt x="611" y="305"/>
                    <a:pt x="627" y="224"/>
                    <a:pt x="610" y="184"/>
                  </a:cubicBezTo>
                  <a:cubicBezTo>
                    <a:pt x="604" y="169"/>
                    <a:pt x="594" y="161"/>
                    <a:pt x="580" y="160"/>
                  </a:cubicBezTo>
                  <a:cubicBezTo>
                    <a:pt x="570" y="160"/>
                    <a:pt x="570" y="160"/>
                    <a:pt x="570" y="160"/>
                  </a:cubicBezTo>
                  <a:cubicBezTo>
                    <a:pt x="506" y="156"/>
                    <a:pt x="399" y="150"/>
                    <a:pt x="333" y="125"/>
                  </a:cubicBezTo>
                  <a:cubicBezTo>
                    <a:pt x="309" y="116"/>
                    <a:pt x="280" y="98"/>
                    <a:pt x="250" y="78"/>
                  </a:cubicBezTo>
                  <a:cubicBezTo>
                    <a:pt x="198" y="45"/>
                    <a:pt x="138" y="6"/>
                    <a:pt x="87" y="6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19"/>
            <p:cNvSpPr/>
            <p:nvPr/>
          </p:nvSpPr>
          <p:spPr>
            <a:xfrm rot="-3136177">
              <a:off x="6506920" y="3405435"/>
              <a:ext cx="1691041" cy="2370251"/>
            </a:xfrm>
            <a:custGeom>
              <a:rect b="b" l="l" r="r" t="t"/>
              <a:pathLst>
                <a:path extrusionOk="0" h="1615" w="1154">
                  <a:moveTo>
                    <a:pt x="838" y="1607"/>
                  </a:moveTo>
                  <a:cubicBezTo>
                    <a:pt x="799" y="1607"/>
                    <a:pt x="760" y="1598"/>
                    <a:pt x="722" y="1581"/>
                  </a:cubicBezTo>
                  <a:cubicBezTo>
                    <a:pt x="555" y="1501"/>
                    <a:pt x="192" y="1237"/>
                    <a:pt x="153" y="1155"/>
                  </a:cubicBezTo>
                  <a:cubicBezTo>
                    <a:pt x="116" y="1079"/>
                    <a:pt x="56" y="680"/>
                    <a:pt x="31" y="509"/>
                  </a:cubicBezTo>
                  <a:cubicBezTo>
                    <a:pt x="28" y="489"/>
                    <a:pt x="25" y="473"/>
                    <a:pt x="23" y="461"/>
                  </a:cubicBezTo>
                  <a:cubicBezTo>
                    <a:pt x="0" y="309"/>
                    <a:pt x="9" y="72"/>
                    <a:pt x="128" y="41"/>
                  </a:cubicBezTo>
                  <a:cubicBezTo>
                    <a:pt x="287" y="0"/>
                    <a:pt x="477" y="16"/>
                    <a:pt x="544" y="146"/>
                  </a:cubicBezTo>
                  <a:cubicBezTo>
                    <a:pt x="591" y="237"/>
                    <a:pt x="667" y="366"/>
                    <a:pt x="712" y="444"/>
                  </a:cubicBezTo>
                  <a:cubicBezTo>
                    <a:pt x="728" y="470"/>
                    <a:pt x="740" y="491"/>
                    <a:pt x="747" y="504"/>
                  </a:cubicBezTo>
                  <a:cubicBezTo>
                    <a:pt x="795" y="589"/>
                    <a:pt x="937" y="715"/>
                    <a:pt x="1020" y="757"/>
                  </a:cubicBezTo>
                  <a:cubicBezTo>
                    <a:pt x="1104" y="802"/>
                    <a:pt x="1154" y="983"/>
                    <a:pt x="1128" y="1081"/>
                  </a:cubicBezTo>
                  <a:cubicBezTo>
                    <a:pt x="1103" y="1172"/>
                    <a:pt x="1058" y="1341"/>
                    <a:pt x="1054" y="1446"/>
                  </a:cubicBezTo>
                  <a:cubicBezTo>
                    <a:pt x="1052" y="1492"/>
                    <a:pt x="1019" y="1540"/>
                    <a:pt x="967" y="1572"/>
                  </a:cubicBezTo>
                  <a:cubicBezTo>
                    <a:pt x="928" y="1595"/>
                    <a:pt x="883" y="1607"/>
                    <a:pt x="838" y="1607"/>
                  </a:cubicBezTo>
                  <a:close/>
                  <a:moveTo>
                    <a:pt x="129" y="43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3" y="76"/>
                    <a:pt x="5" y="310"/>
                    <a:pt x="28" y="460"/>
                  </a:cubicBezTo>
                  <a:cubicBezTo>
                    <a:pt x="29" y="472"/>
                    <a:pt x="32" y="489"/>
                    <a:pt x="35" y="509"/>
                  </a:cubicBezTo>
                  <a:cubicBezTo>
                    <a:pt x="61" y="679"/>
                    <a:pt x="121" y="1078"/>
                    <a:pt x="157" y="1153"/>
                  </a:cubicBezTo>
                  <a:cubicBezTo>
                    <a:pt x="196" y="1235"/>
                    <a:pt x="557" y="1497"/>
                    <a:pt x="724" y="1577"/>
                  </a:cubicBezTo>
                  <a:cubicBezTo>
                    <a:pt x="803" y="1615"/>
                    <a:pt x="893" y="1611"/>
                    <a:pt x="965" y="1568"/>
                  </a:cubicBezTo>
                  <a:cubicBezTo>
                    <a:pt x="1016" y="1537"/>
                    <a:pt x="1048" y="1491"/>
                    <a:pt x="1050" y="1446"/>
                  </a:cubicBezTo>
                  <a:cubicBezTo>
                    <a:pt x="1053" y="1340"/>
                    <a:pt x="1099" y="1171"/>
                    <a:pt x="1124" y="1080"/>
                  </a:cubicBezTo>
                  <a:cubicBezTo>
                    <a:pt x="1150" y="983"/>
                    <a:pt x="1101" y="805"/>
                    <a:pt x="1018" y="761"/>
                  </a:cubicBezTo>
                  <a:cubicBezTo>
                    <a:pt x="935" y="718"/>
                    <a:pt x="792" y="592"/>
                    <a:pt x="744" y="506"/>
                  </a:cubicBezTo>
                  <a:cubicBezTo>
                    <a:pt x="737" y="493"/>
                    <a:pt x="724" y="472"/>
                    <a:pt x="709" y="446"/>
                  </a:cubicBezTo>
                  <a:cubicBezTo>
                    <a:pt x="663" y="368"/>
                    <a:pt x="587" y="239"/>
                    <a:pt x="541" y="147"/>
                  </a:cubicBezTo>
                  <a:cubicBezTo>
                    <a:pt x="475" y="20"/>
                    <a:pt x="287" y="4"/>
                    <a:pt x="129" y="45"/>
                  </a:cubicBezTo>
                  <a:lnTo>
                    <a:pt x="129" y="43"/>
                  </a:ln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19"/>
            <p:cNvSpPr/>
            <p:nvPr/>
          </p:nvSpPr>
          <p:spPr>
            <a:xfrm rot="-3136177">
              <a:off x="6746559" y="3738260"/>
              <a:ext cx="1114181" cy="1758500"/>
            </a:xfrm>
            <a:custGeom>
              <a:rect b="b" l="l" r="r" t="t"/>
              <a:pathLst>
                <a:path extrusionOk="0" h="1199" w="759">
                  <a:moveTo>
                    <a:pt x="589" y="1199"/>
                  </a:moveTo>
                  <a:cubicBezTo>
                    <a:pt x="522" y="1199"/>
                    <a:pt x="413" y="1109"/>
                    <a:pt x="324" y="1035"/>
                  </a:cubicBezTo>
                  <a:cubicBezTo>
                    <a:pt x="275" y="995"/>
                    <a:pt x="233" y="960"/>
                    <a:pt x="205" y="945"/>
                  </a:cubicBezTo>
                  <a:cubicBezTo>
                    <a:pt x="117" y="897"/>
                    <a:pt x="38" y="709"/>
                    <a:pt x="30" y="585"/>
                  </a:cubicBezTo>
                  <a:cubicBezTo>
                    <a:pt x="29" y="568"/>
                    <a:pt x="29" y="568"/>
                    <a:pt x="29" y="568"/>
                  </a:cubicBezTo>
                  <a:cubicBezTo>
                    <a:pt x="20" y="424"/>
                    <a:pt x="0" y="87"/>
                    <a:pt x="57" y="33"/>
                  </a:cubicBezTo>
                  <a:cubicBezTo>
                    <a:pt x="81" y="11"/>
                    <a:pt x="120" y="0"/>
                    <a:pt x="164" y="5"/>
                  </a:cubicBezTo>
                  <a:cubicBezTo>
                    <a:pt x="228" y="12"/>
                    <a:pt x="290" y="48"/>
                    <a:pt x="326" y="100"/>
                  </a:cubicBezTo>
                  <a:cubicBezTo>
                    <a:pt x="353" y="140"/>
                    <a:pt x="375" y="197"/>
                    <a:pt x="397" y="257"/>
                  </a:cubicBezTo>
                  <a:cubicBezTo>
                    <a:pt x="428" y="339"/>
                    <a:pt x="460" y="425"/>
                    <a:pt x="510" y="461"/>
                  </a:cubicBezTo>
                  <a:cubicBezTo>
                    <a:pt x="523" y="471"/>
                    <a:pt x="538" y="481"/>
                    <a:pt x="554" y="492"/>
                  </a:cubicBezTo>
                  <a:cubicBezTo>
                    <a:pt x="640" y="550"/>
                    <a:pt x="759" y="630"/>
                    <a:pt x="743" y="762"/>
                  </a:cubicBezTo>
                  <a:cubicBezTo>
                    <a:pt x="742" y="772"/>
                    <a:pt x="741" y="783"/>
                    <a:pt x="739" y="794"/>
                  </a:cubicBezTo>
                  <a:cubicBezTo>
                    <a:pt x="721" y="950"/>
                    <a:pt x="696" y="1164"/>
                    <a:pt x="609" y="1196"/>
                  </a:cubicBezTo>
                  <a:cubicBezTo>
                    <a:pt x="603" y="1198"/>
                    <a:pt x="596" y="1199"/>
                    <a:pt x="589" y="1199"/>
                  </a:cubicBezTo>
                  <a:close/>
                  <a:moveTo>
                    <a:pt x="143" y="8"/>
                  </a:moveTo>
                  <a:cubicBezTo>
                    <a:pt x="109" y="8"/>
                    <a:pt x="79" y="18"/>
                    <a:pt x="60" y="36"/>
                  </a:cubicBezTo>
                  <a:cubicBezTo>
                    <a:pt x="4" y="89"/>
                    <a:pt x="25" y="436"/>
                    <a:pt x="33" y="567"/>
                  </a:cubicBezTo>
                  <a:cubicBezTo>
                    <a:pt x="34" y="585"/>
                    <a:pt x="34" y="585"/>
                    <a:pt x="34" y="585"/>
                  </a:cubicBezTo>
                  <a:cubicBezTo>
                    <a:pt x="42" y="708"/>
                    <a:pt x="120" y="894"/>
                    <a:pt x="207" y="941"/>
                  </a:cubicBezTo>
                  <a:cubicBezTo>
                    <a:pt x="236" y="957"/>
                    <a:pt x="278" y="992"/>
                    <a:pt x="327" y="1032"/>
                  </a:cubicBezTo>
                  <a:cubicBezTo>
                    <a:pt x="415" y="1105"/>
                    <a:pt x="523" y="1195"/>
                    <a:pt x="589" y="1195"/>
                  </a:cubicBezTo>
                  <a:cubicBezTo>
                    <a:pt x="595" y="1195"/>
                    <a:pt x="602" y="1194"/>
                    <a:pt x="608" y="1192"/>
                  </a:cubicBezTo>
                  <a:cubicBezTo>
                    <a:pt x="693" y="1161"/>
                    <a:pt x="717" y="949"/>
                    <a:pt x="735" y="793"/>
                  </a:cubicBezTo>
                  <a:cubicBezTo>
                    <a:pt x="737" y="782"/>
                    <a:pt x="738" y="772"/>
                    <a:pt x="739" y="762"/>
                  </a:cubicBezTo>
                  <a:cubicBezTo>
                    <a:pt x="755" y="632"/>
                    <a:pt x="637" y="553"/>
                    <a:pt x="552" y="495"/>
                  </a:cubicBezTo>
                  <a:cubicBezTo>
                    <a:pt x="536" y="485"/>
                    <a:pt x="520" y="474"/>
                    <a:pt x="507" y="465"/>
                  </a:cubicBezTo>
                  <a:cubicBezTo>
                    <a:pt x="457" y="427"/>
                    <a:pt x="425" y="341"/>
                    <a:pt x="393" y="258"/>
                  </a:cubicBezTo>
                  <a:cubicBezTo>
                    <a:pt x="371" y="198"/>
                    <a:pt x="350" y="142"/>
                    <a:pt x="322" y="102"/>
                  </a:cubicBezTo>
                  <a:cubicBezTo>
                    <a:pt x="287" y="52"/>
                    <a:pt x="226" y="16"/>
                    <a:pt x="163" y="9"/>
                  </a:cubicBezTo>
                  <a:cubicBezTo>
                    <a:pt x="157" y="8"/>
                    <a:pt x="150" y="8"/>
                    <a:pt x="143" y="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19"/>
            <p:cNvSpPr/>
            <p:nvPr/>
          </p:nvSpPr>
          <p:spPr>
            <a:xfrm rot="-3136175">
              <a:off x="6760868" y="4249685"/>
              <a:ext cx="425670" cy="683861"/>
            </a:xfrm>
            <a:custGeom>
              <a:rect b="b" l="l" r="r" t="t"/>
              <a:pathLst>
                <a:path extrusionOk="0" h="465" w="291">
                  <a:moveTo>
                    <a:pt x="128" y="464"/>
                  </a:moveTo>
                  <a:cubicBezTo>
                    <a:pt x="99" y="464"/>
                    <a:pt x="73" y="455"/>
                    <a:pt x="52" y="437"/>
                  </a:cubicBezTo>
                  <a:cubicBezTo>
                    <a:pt x="18" y="408"/>
                    <a:pt x="0" y="358"/>
                    <a:pt x="1" y="302"/>
                  </a:cubicBezTo>
                  <a:cubicBezTo>
                    <a:pt x="2" y="273"/>
                    <a:pt x="13" y="22"/>
                    <a:pt x="67" y="10"/>
                  </a:cubicBezTo>
                  <a:cubicBezTo>
                    <a:pt x="110" y="0"/>
                    <a:pt x="192" y="41"/>
                    <a:pt x="216" y="125"/>
                  </a:cubicBezTo>
                  <a:cubicBezTo>
                    <a:pt x="225" y="155"/>
                    <a:pt x="230" y="184"/>
                    <a:pt x="235" y="212"/>
                  </a:cubicBezTo>
                  <a:cubicBezTo>
                    <a:pt x="244" y="260"/>
                    <a:pt x="253" y="306"/>
                    <a:pt x="276" y="343"/>
                  </a:cubicBezTo>
                  <a:cubicBezTo>
                    <a:pt x="288" y="363"/>
                    <a:pt x="291" y="381"/>
                    <a:pt x="284" y="397"/>
                  </a:cubicBezTo>
                  <a:cubicBezTo>
                    <a:pt x="272" y="425"/>
                    <a:pt x="229" y="447"/>
                    <a:pt x="158" y="461"/>
                  </a:cubicBezTo>
                  <a:cubicBezTo>
                    <a:pt x="148" y="463"/>
                    <a:pt x="138" y="464"/>
                    <a:pt x="128" y="464"/>
                  </a:cubicBezTo>
                  <a:close/>
                  <a:moveTo>
                    <a:pt x="81" y="12"/>
                  </a:moveTo>
                  <a:cubicBezTo>
                    <a:pt x="76" y="12"/>
                    <a:pt x="72" y="13"/>
                    <a:pt x="67" y="14"/>
                  </a:cubicBezTo>
                  <a:cubicBezTo>
                    <a:pt x="26" y="23"/>
                    <a:pt x="9" y="206"/>
                    <a:pt x="6" y="302"/>
                  </a:cubicBezTo>
                  <a:cubicBezTo>
                    <a:pt x="4" y="356"/>
                    <a:pt x="22" y="406"/>
                    <a:pt x="55" y="433"/>
                  </a:cubicBezTo>
                  <a:cubicBezTo>
                    <a:pt x="82" y="457"/>
                    <a:pt x="117" y="465"/>
                    <a:pt x="157" y="457"/>
                  </a:cubicBezTo>
                  <a:cubicBezTo>
                    <a:pt x="227" y="443"/>
                    <a:pt x="269" y="422"/>
                    <a:pt x="280" y="396"/>
                  </a:cubicBezTo>
                  <a:cubicBezTo>
                    <a:pt x="287" y="381"/>
                    <a:pt x="284" y="364"/>
                    <a:pt x="272" y="346"/>
                  </a:cubicBezTo>
                  <a:cubicBezTo>
                    <a:pt x="249" y="308"/>
                    <a:pt x="240" y="261"/>
                    <a:pt x="231" y="212"/>
                  </a:cubicBezTo>
                  <a:cubicBezTo>
                    <a:pt x="226" y="185"/>
                    <a:pt x="221" y="156"/>
                    <a:pt x="212" y="126"/>
                  </a:cubicBezTo>
                  <a:cubicBezTo>
                    <a:pt x="191" y="52"/>
                    <a:pt x="124" y="12"/>
                    <a:pt x="8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19"/>
            <p:cNvSpPr/>
            <p:nvPr/>
          </p:nvSpPr>
          <p:spPr>
            <a:xfrm rot="-3136177">
              <a:off x="7696312" y="4577813"/>
              <a:ext cx="307039" cy="362866"/>
            </a:xfrm>
            <a:custGeom>
              <a:rect b="b" l="l" r="r" t="t"/>
              <a:pathLst>
                <a:path extrusionOk="0" h="247" w="210">
                  <a:moveTo>
                    <a:pt x="114" y="237"/>
                  </a:moveTo>
                  <a:cubicBezTo>
                    <a:pt x="73" y="237"/>
                    <a:pt x="32" y="180"/>
                    <a:pt x="7" y="122"/>
                  </a:cubicBezTo>
                  <a:cubicBezTo>
                    <a:pt x="0" y="107"/>
                    <a:pt x="0" y="92"/>
                    <a:pt x="7" y="78"/>
                  </a:cubicBezTo>
                  <a:cubicBezTo>
                    <a:pt x="24" y="40"/>
                    <a:pt x="78" y="14"/>
                    <a:pt x="104" y="5"/>
                  </a:cubicBezTo>
                  <a:cubicBezTo>
                    <a:pt x="117" y="0"/>
                    <a:pt x="135" y="5"/>
                    <a:pt x="154" y="17"/>
                  </a:cubicBezTo>
                  <a:cubicBezTo>
                    <a:pt x="178" y="34"/>
                    <a:pt x="204" y="64"/>
                    <a:pt x="206" y="95"/>
                  </a:cubicBezTo>
                  <a:cubicBezTo>
                    <a:pt x="210" y="146"/>
                    <a:pt x="179" y="216"/>
                    <a:pt x="131" y="234"/>
                  </a:cubicBezTo>
                  <a:cubicBezTo>
                    <a:pt x="126" y="236"/>
                    <a:pt x="120" y="237"/>
                    <a:pt x="114" y="237"/>
                  </a:cubicBezTo>
                  <a:close/>
                  <a:moveTo>
                    <a:pt x="115" y="7"/>
                  </a:moveTo>
                  <a:cubicBezTo>
                    <a:pt x="111" y="7"/>
                    <a:pt x="108" y="8"/>
                    <a:pt x="105" y="9"/>
                  </a:cubicBezTo>
                  <a:cubicBezTo>
                    <a:pt x="85" y="16"/>
                    <a:pt x="27" y="42"/>
                    <a:pt x="11" y="79"/>
                  </a:cubicBezTo>
                  <a:cubicBezTo>
                    <a:pt x="5" y="93"/>
                    <a:pt x="5" y="107"/>
                    <a:pt x="11" y="120"/>
                  </a:cubicBezTo>
                  <a:cubicBezTo>
                    <a:pt x="37" y="182"/>
                    <a:pt x="85" y="247"/>
                    <a:pt x="130" y="230"/>
                  </a:cubicBezTo>
                  <a:cubicBezTo>
                    <a:pt x="176" y="212"/>
                    <a:pt x="206" y="144"/>
                    <a:pt x="202" y="96"/>
                  </a:cubicBezTo>
                  <a:cubicBezTo>
                    <a:pt x="200" y="66"/>
                    <a:pt x="175" y="37"/>
                    <a:pt x="152" y="21"/>
                  </a:cubicBezTo>
                  <a:cubicBezTo>
                    <a:pt x="138" y="12"/>
                    <a:pt x="125" y="7"/>
                    <a:pt x="115" y="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19"/>
            <p:cNvSpPr/>
            <p:nvPr/>
          </p:nvSpPr>
          <p:spPr>
            <a:xfrm rot="-3136177">
              <a:off x="9033754" y="4072683"/>
              <a:ext cx="439626" cy="283779"/>
            </a:xfrm>
            <a:custGeom>
              <a:rect b="b" l="l" r="r" t="t"/>
              <a:pathLst>
                <a:path extrusionOk="0" h="192" w="299">
                  <a:moveTo>
                    <a:pt x="202" y="185"/>
                  </a:moveTo>
                  <a:cubicBezTo>
                    <a:pt x="178" y="185"/>
                    <a:pt x="156" y="174"/>
                    <a:pt x="135" y="164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03" y="147"/>
                    <a:pt x="42" y="117"/>
                    <a:pt x="21" y="96"/>
                  </a:cubicBezTo>
                  <a:cubicBezTo>
                    <a:pt x="1" y="76"/>
                    <a:pt x="0" y="52"/>
                    <a:pt x="18" y="24"/>
                  </a:cubicBezTo>
                  <a:cubicBezTo>
                    <a:pt x="35" y="0"/>
                    <a:pt x="80" y="24"/>
                    <a:pt x="120" y="46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8" y="50"/>
                    <a:pt x="133" y="52"/>
                    <a:pt x="137" y="54"/>
                  </a:cubicBezTo>
                  <a:cubicBezTo>
                    <a:pt x="169" y="72"/>
                    <a:pt x="192" y="84"/>
                    <a:pt x="213" y="84"/>
                  </a:cubicBezTo>
                  <a:cubicBezTo>
                    <a:pt x="217" y="84"/>
                    <a:pt x="222" y="84"/>
                    <a:pt x="227" y="84"/>
                  </a:cubicBezTo>
                  <a:cubicBezTo>
                    <a:pt x="249" y="82"/>
                    <a:pt x="273" y="81"/>
                    <a:pt x="291" y="101"/>
                  </a:cubicBezTo>
                  <a:cubicBezTo>
                    <a:pt x="297" y="107"/>
                    <a:pt x="299" y="115"/>
                    <a:pt x="298" y="122"/>
                  </a:cubicBezTo>
                  <a:cubicBezTo>
                    <a:pt x="295" y="139"/>
                    <a:pt x="275" y="156"/>
                    <a:pt x="240" y="175"/>
                  </a:cubicBezTo>
                  <a:cubicBezTo>
                    <a:pt x="227" y="182"/>
                    <a:pt x="214" y="185"/>
                    <a:pt x="202" y="185"/>
                  </a:cubicBezTo>
                  <a:close/>
                  <a:moveTo>
                    <a:pt x="40" y="18"/>
                  </a:moveTo>
                  <a:cubicBezTo>
                    <a:pt x="32" y="18"/>
                    <a:pt x="26" y="21"/>
                    <a:pt x="22" y="27"/>
                  </a:cubicBezTo>
                  <a:cubicBezTo>
                    <a:pt x="4" y="52"/>
                    <a:pt x="5" y="74"/>
                    <a:pt x="24" y="93"/>
                  </a:cubicBezTo>
                  <a:cubicBezTo>
                    <a:pt x="45" y="114"/>
                    <a:pt x="105" y="144"/>
                    <a:pt x="134" y="158"/>
                  </a:cubicBezTo>
                  <a:cubicBezTo>
                    <a:pt x="137" y="160"/>
                    <a:pt x="137" y="160"/>
                    <a:pt x="137" y="160"/>
                  </a:cubicBezTo>
                  <a:cubicBezTo>
                    <a:pt x="168" y="175"/>
                    <a:pt x="201" y="192"/>
                    <a:pt x="238" y="172"/>
                  </a:cubicBezTo>
                  <a:cubicBezTo>
                    <a:pt x="272" y="154"/>
                    <a:pt x="291" y="136"/>
                    <a:pt x="293" y="122"/>
                  </a:cubicBezTo>
                  <a:cubicBezTo>
                    <a:pt x="295" y="115"/>
                    <a:pt x="293" y="109"/>
                    <a:pt x="288" y="104"/>
                  </a:cubicBezTo>
                  <a:cubicBezTo>
                    <a:pt x="271" y="85"/>
                    <a:pt x="248" y="87"/>
                    <a:pt x="227" y="88"/>
                  </a:cubicBezTo>
                  <a:cubicBezTo>
                    <a:pt x="222" y="88"/>
                    <a:pt x="217" y="88"/>
                    <a:pt x="213" y="88"/>
                  </a:cubicBezTo>
                  <a:cubicBezTo>
                    <a:pt x="191" y="88"/>
                    <a:pt x="167" y="76"/>
                    <a:pt x="135" y="58"/>
                  </a:cubicBezTo>
                  <a:cubicBezTo>
                    <a:pt x="131" y="56"/>
                    <a:pt x="126" y="54"/>
                    <a:pt x="122" y="51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92" y="35"/>
                    <a:pt x="60" y="18"/>
                    <a:pt x="40" y="1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1" name="Google Shape;751;p19"/>
            <p:cNvGrpSpPr/>
            <p:nvPr/>
          </p:nvGrpSpPr>
          <p:grpSpPr>
            <a:xfrm rot="-1506987">
              <a:off x="-757350" y="3231817"/>
              <a:ext cx="3615843" cy="2771389"/>
              <a:chOff x="4576688" y="270038"/>
              <a:chExt cx="2773362" cy="2125664"/>
            </a:xfrm>
          </p:grpSpPr>
          <p:sp>
            <p:nvSpPr>
              <p:cNvPr id="752" name="Google Shape;752;p19"/>
              <p:cNvSpPr/>
              <p:nvPr/>
            </p:nvSpPr>
            <p:spPr>
              <a:xfrm>
                <a:off x="4576688" y="1368588"/>
                <a:ext cx="1165225" cy="869949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9"/>
              <p:cNvSpPr/>
              <p:nvPr/>
            </p:nvSpPr>
            <p:spPr>
              <a:xfrm>
                <a:off x="4792588" y="1489238"/>
                <a:ext cx="796925" cy="617538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19"/>
              <p:cNvSpPr/>
              <p:nvPr/>
            </p:nvSpPr>
            <p:spPr>
              <a:xfrm>
                <a:off x="5102150" y="1722601"/>
                <a:ext cx="357188" cy="288925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19"/>
              <p:cNvSpPr/>
              <p:nvPr/>
            </p:nvSpPr>
            <p:spPr>
              <a:xfrm>
                <a:off x="5741913" y="1346363"/>
                <a:ext cx="1608137" cy="1049339"/>
              </a:xfrm>
              <a:custGeom>
                <a:rect b="b" l="l" r="r" t="t"/>
                <a:pathLst>
                  <a:path extrusionOk="0" h="1048" w="1607">
                    <a:moveTo>
                      <a:pt x="1183" y="1023"/>
                    </a:moveTo>
                    <a:cubicBezTo>
                      <a:pt x="1083" y="1023"/>
                      <a:pt x="996" y="1006"/>
                      <a:pt x="968" y="992"/>
                    </a:cubicBezTo>
                    <a:cubicBezTo>
                      <a:pt x="897" y="957"/>
                      <a:pt x="674" y="923"/>
                      <a:pt x="551" y="915"/>
                    </a:cubicBezTo>
                    <a:cubicBezTo>
                      <a:pt x="440" y="908"/>
                      <a:pt x="227" y="836"/>
                      <a:pt x="177" y="778"/>
                    </a:cubicBezTo>
                    <a:cubicBezTo>
                      <a:pt x="140" y="734"/>
                      <a:pt x="129" y="673"/>
                      <a:pt x="119" y="614"/>
                    </a:cubicBezTo>
                    <a:cubicBezTo>
                      <a:pt x="114" y="587"/>
                      <a:pt x="110" y="561"/>
                      <a:pt x="103" y="537"/>
                    </a:cubicBezTo>
                    <a:cubicBezTo>
                      <a:pt x="94" y="505"/>
                      <a:pt x="79" y="468"/>
                      <a:pt x="64" y="429"/>
                    </a:cubicBezTo>
                    <a:cubicBezTo>
                      <a:pt x="42" y="373"/>
                      <a:pt x="19" y="315"/>
                      <a:pt x="11" y="267"/>
                    </a:cubicBezTo>
                    <a:cubicBezTo>
                      <a:pt x="2" y="218"/>
                      <a:pt x="68" y="154"/>
                      <a:pt x="108" y="120"/>
                    </a:cubicBezTo>
                    <a:cubicBezTo>
                      <a:pt x="165" y="73"/>
                      <a:pt x="238" y="29"/>
                      <a:pt x="285" y="14"/>
                    </a:cubicBezTo>
                    <a:cubicBezTo>
                      <a:pt x="328" y="0"/>
                      <a:pt x="401" y="29"/>
                      <a:pt x="485" y="62"/>
                    </a:cubicBezTo>
                    <a:cubicBezTo>
                      <a:pt x="581" y="99"/>
                      <a:pt x="690" y="142"/>
                      <a:pt x="776" y="128"/>
                    </a:cubicBezTo>
                    <a:cubicBezTo>
                      <a:pt x="983" y="95"/>
                      <a:pt x="1272" y="57"/>
                      <a:pt x="1401" y="106"/>
                    </a:cubicBezTo>
                    <a:cubicBezTo>
                      <a:pt x="1466" y="131"/>
                      <a:pt x="1530" y="239"/>
                      <a:pt x="1566" y="390"/>
                    </a:cubicBezTo>
                    <a:cubicBezTo>
                      <a:pt x="1604" y="544"/>
                      <a:pt x="1607" y="707"/>
                      <a:pt x="1572" y="825"/>
                    </a:cubicBezTo>
                    <a:cubicBezTo>
                      <a:pt x="1552" y="894"/>
                      <a:pt x="1503" y="946"/>
                      <a:pt x="1426" y="980"/>
                    </a:cubicBezTo>
                    <a:cubicBezTo>
                      <a:pt x="1352" y="1012"/>
                      <a:pt x="1263" y="1023"/>
                      <a:pt x="1183" y="1023"/>
                    </a:cubicBezTo>
                    <a:close/>
                    <a:moveTo>
                      <a:pt x="311" y="14"/>
                    </a:moveTo>
                    <a:cubicBezTo>
                      <a:pt x="302" y="14"/>
                      <a:pt x="294" y="15"/>
                      <a:pt x="286" y="18"/>
                    </a:cubicBezTo>
                    <a:cubicBezTo>
                      <a:pt x="193" y="48"/>
                      <a:pt x="0" y="188"/>
                      <a:pt x="15" y="266"/>
                    </a:cubicBezTo>
                    <a:cubicBezTo>
                      <a:pt x="23" y="314"/>
                      <a:pt x="46" y="372"/>
                      <a:pt x="68" y="428"/>
                    </a:cubicBezTo>
                    <a:cubicBezTo>
                      <a:pt x="83" y="467"/>
                      <a:pt x="98" y="504"/>
                      <a:pt x="107" y="536"/>
                    </a:cubicBezTo>
                    <a:cubicBezTo>
                      <a:pt x="114" y="560"/>
                      <a:pt x="118" y="586"/>
                      <a:pt x="123" y="613"/>
                    </a:cubicBezTo>
                    <a:cubicBezTo>
                      <a:pt x="133" y="672"/>
                      <a:pt x="143" y="732"/>
                      <a:pt x="180" y="775"/>
                    </a:cubicBezTo>
                    <a:cubicBezTo>
                      <a:pt x="229" y="831"/>
                      <a:pt x="443" y="904"/>
                      <a:pt x="552" y="911"/>
                    </a:cubicBezTo>
                    <a:cubicBezTo>
                      <a:pt x="657" y="918"/>
                      <a:pt x="893" y="950"/>
                      <a:pt x="970" y="989"/>
                    </a:cubicBezTo>
                    <a:cubicBezTo>
                      <a:pt x="1019" y="1013"/>
                      <a:pt x="1259" y="1048"/>
                      <a:pt x="1424" y="976"/>
                    </a:cubicBezTo>
                    <a:cubicBezTo>
                      <a:pt x="1500" y="943"/>
                      <a:pt x="1549" y="892"/>
                      <a:pt x="1568" y="824"/>
                    </a:cubicBezTo>
                    <a:cubicBezTo>
                      <a:pt x="1603" y="706"/>
                      <a:pt x="1600" y="544"/>
                      <a:pt x="1562" y="391"/>
                    </a:cubicBezTo>
                    <a:cubicBezTo>
                      <a:pt x="1526" y="242"/>
                      <a:pt x="1464" y="134"/>
                      <a:pt x="1400" y="110"/>
                    </a:cubicBezTo>
                    <a:cubicBezTo>
                      <a:pt x="1272" y="62"/>
                      <a:pt x="983" y="100"/>
                      <a:pt x="777" y="132"/>
                    </a:cubicBezTo>
                    <a:cubicBezTo>
                      <a:pt x="689" y="146"/>
                      <a:pt x="580" y="103"/>
                      <a:pt x="483" y="65"/>
                    </a:cubicBezTo>
                    <a:cubicBezTo>
                      <a:pt x="415" y="38"/>
                      <a:pt x="354" y="14"/>
                      <a:pt x="311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19"/>
              <p:cNvSpPr/>
              <p:nvPr/>
            </p:nvSpPr>
            <p:spPr>
              <a:xfrm>
                <a:off x="5913363" y="1505113"/>
                <a:ext cx="1244600" cy="749300"/>
              </a:xfrm>
              <a:custGeom>
                <a:rect b="b" l="l" r="r" t="t"/>
                <a:pathLst>
                  <a:path extrusionOk="0" h="748" w="1243">
                    <a:moveTo>
                      <a:pt x="977" y="725"/>
                    </a:moveTo>
                    <a:cubicBezTo>
                      <a:pt x="857" y="725"/>
                      <a:pt x="711" y="705"/>
                      <a:pt x="655" y="690"/>
                    </a:cubicBezTo>
                    <a:cubicBezTo>
                      <a:pt x="613" y="678"/>
                      <a:pt x="527" y="663"/>
                      <a:pt x="436" y="648"/>
                    </a:cubicBezTo>
                    <a:cubicBezTo>
                      <a:pt x="320" y="628"/>
                      <a:pt x="200" y="607"/>
                      <a:pt x="154" y="590"/>
                    </a:cubicBezTo>
                    <a:cubicBezTo>
                      <a:pt x="84" y="566"/>
                      <a:pt x="55" y="453"/>
                      <a:pt x="34" y="371"/>
                    </a:cubicBezTo>
                    <a:cubicBezTo>
                      <a:pt x="30" y="355"/>
                      <a:pt x="27" y="340"/>
                      <a:pt x="23" y="328"/>
                    </a:cubicBezTo>
                    <a:cubicBezTo>
                      <a:pt x="0" y="249"/>
                      <a:pt x="4" y="134"/>
                      <a:pt x="92" y="69"/>
                    </a:cubicBezTo>
                    <a:cubicBezTo>
                      <a:pt x="186" y="0"/>
                      <a:pt x="356" y="49"/>
                      <a:pt x="386" y="61"/>
                    </a:cubicBezTo>
                    <a:cubicBezTo>
                      <a:pt x="448" y="88"/>
                      <a:pt x="645" y="90"/>
                      <a:pt x="741" y="72"/>
                    </a:cubicBezTo>
                    <a:cubicBezTo>
                      <a:pt x="839" y="55"/>
                      <a:pt x="1076" y="84"/>
                      <a:pt x="1161" y="202"/>
                    </a:cubicBezTo>
                    <a:cubicBezTo>
                      <a:pt x="1243" y="314"/>
                      <a:pt x="1218" y="639"/>
                      <a:pt x="1143" y="697"/>
                    </a:cubicBezTo>
                    <a:cubicBezTo>
                      <a:pt x="1115" y="718"/>
                      <a:pt x="1051" y="725"/>
                      <a:pt x="977" y="725"/>
                    </a:cubicBezTo>
                    <a:close/>
                    <a:moveTo>
                      <a:pt x="226" y="37"/>
                    </a:moveTo>
                    <a:cubicBezTo>
                      <a:pt x="179" y="37"/>
                      <a:pt x="131" y="46"/>
                      <a:pt x="95" y="72"/>
                    </a:cubicBezTo>
                    <a:cubicBezTo>
                      <a:pt x="8" y="136"/>
                      <a:pt x="4" y="249"/>
                      <a:pt x="27" y="327"/>
                    </a:cubicBezTo>
                    <a:cubicBezTo>
                      <a:pt x="31" y="339"/>
                      <a:pt x="34" y="354"/>
                      <a:pt x="38" y="370"/>
                    </a:cubicBezTo>
                    <a:cubicBezTo>
                      <a:pt x="59" y="451"/>
                      <a:pt x="87" y="562"/>
                      <a:pt x="155" y="587"/>
                    </a:cubicBezTo>
                    <a:cubicBezTo>
                      <a:pt x="201" y="603"/>
                      <a:pt x="321" y="623"/>
                      <a:pt x="437" y="643"/>
                    </a:cubicBezTo>
                    <a:cubicBezTo>
                      <a:pt x="528" y="659"/>
                      <a:pt x="614" y="674"/>
                      <a:pt x="656" y="686"/>
                    </a:cubicBezTo>
                    <a:cubicBezTo>
                      <a:pt x="747" y="711"/>
                      <a:pt x="1069" y="748"/>
                      <a:pt x="1140" y="693"/>
                    </a:cubicBezTo>
                    <a:cubicBezTo>
                      <a:pt x="1174" y="668"/>
                      <a:pt x="1201" y="578"/>
                      <a:pt x="1207" y="471"/>
                    </a:cubicBezTo>
                    <a:cubicBezTo>
                      <a:pt x="1213" y="355"/>
                      <a:pt x="1195" y="255"/>
                      <a:pt x="1158" y="204"/>
                    </a:cubicBezTo>
                    <a:cubicBezTo>
                      <a:pt x="1077" y="93"/>
                      <a:pt x="843" y="58"/>
                      <a:pt x="742" y="76"/>
                    </a:cubicBezTo>
                    <a:cubicBezTo>
                      <a:pt x="643" y="94"/>
                      <a:pt x="448" y="92"/>
                      <a:pt x="384" y="65"/>
                    </a:cubicBezTo>
                    <a:cubicBezTo>
                      <a:pt x="384" y="65"/>
                      <a:pt x="384" y="65"/>
                      <a:pt x="384" y="65"/>
                    </a:cubicBezTo>
                    <a:cubicBezTo>
                      <a:pt x="367" y="58"/>
                      <a:pt x="298" y="37"/>
                      <a:pt x="226" y="3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19"/>
              <p:cNvSpPr/>
              <p:nvPr/>
            </p:nvSpPr>
            <p:spPr>
              <a:xfrm>
                <a:off x="6014963" y="1659101"/>
                <a:ext cx="917576" cy="461963"/>
              </a:xfrm>
              <a:custGeom>
                <a:rect b="b" l="l" r="r" t="t"/>
                <a:pathLst>
                  <a:path extrusionOk="0" h="461" w="916">
                    <a:moveTo>
                      <a:pt x="682" y="453"/>
                    </a:moveTo>
                    <a:cubicBezTo>
                      <a:pt x="659" y="453"/>
                      <a:pt x="635" y="451"/>
                      <a:pt x="612" y="447"/>
                    </a:cubicBezTo>
                    <a:cubicBezTo>
                      <a:pt x="588" y="443"/>
                      <a:pt x="559" y="438"/>
                      <a:pt x="528" y="432"/>
                    </a:cubicBezTo>
                    <a:cubicBezTo>
                      <a:pt x="423" y="412"/>
                      <a:pt x="291" y="388"/>
                      <a:pt x="196" y="385"/>
                    </a:cubicBezTo>
                    <a:cubicBezTo>
                      <a:pt x="88" y="382"/>
                      <a:pt x="54" y="299"/>
                      <a:pt x="29" y="238"/>
                    </a:cubicBezTo>
                    <a:cubicBezTo>
                      <a:pt x="25" y="228"/>
                      <a:pt x="21" y="219"/>
                      <a:pt x="18" y="211"/>
                    </a:cubicBezTo>
                    <a:cubicBezTo>
                      <a:pt x="0" y="172"/>
                      <a:pt x="0" y="117"/>
                      <a:pt x="16" y="74"/>
                    </a:cubicBezTo>
                    <a:cubicBezTo>
                      <a:pt x="27" y="46"/>
                      <a:pt x="44" y="27"/>
                      <a:pt x="65" y="18"/>
                    </a:cubicBezTo>
                    <a:cubicBezTo>
                      <a:pt x="106" y="0"/>
                      <a:pt x="181" y="21"/>
                      <a:pt x="240" y="37"/>
                    </a:cubicBezTo>
                    <a:cubicBezTo>
                      <a:pt x="264" y="43"/>
                      <a:pt x="286" y="49"/>
                      <a:pt x="302" y="52"/>
                    </a:cubicBezTo>
                    <a:cubicBezTo>
                      <a:pt x="361" y="63"/>
                      <a:pt x="568" y="29"/>
                      <a:pt x="570" y="28"/>
                    </a:cubicBezTo>
                    <a:cubicBezTo>
                      <a:pt x="631" y="25"/>
                      <a:pt x="786" y="31"/>
                      <a:pt x="850" y="73"/>
                    </a:cubicBezTo>
                    <a:cubicBezTo>
                      <a:pt x="916" y="116"/>
                      <a:pt x="899" y="281"/>
                      <a:pt x="876" y="359"/>
                    </a:cubicBezTo>
                    <a:cubicBezTo>
                      <a:pt x="857" y="424"/>
                      <a:pt x="771" y="453"/>
                      <a:pt x="682" y="453"/>
                    </a:cubicBezTo>
                    <a:close/>
                    <a:moveTo>
                      <a:pt x="105" y="15"/>
                    </a:moveTo>
                    <a:cubicBezTo>
                      <a:pt x="90" y="15"/>
                      <a:pt x="77" y="17"/>
                      <a:pt x="66" y="22"/>
                    </a:cubicBezTo>
                    <a:cubicBezTo>
                      <a:pt x="47" y="30"/>
                      <a:pt x="31" y="49"/>
                      <a:pt x="20" y="76"/>
                    </a:cubicBezTo>
                    <a:cubicBezTo>
                      <a:pt x="4" y="118"/>
                      <a:pt x="4" y="172"/>
                      <a:pt x="21" y="209"/>
                    </a:cubicBezTo>
                    <a:cubicBezTo>
                      <a:pt x="25" y="218"/>
                      <a:pt x="29" y="227"/>
                      <a:pt x="33" y="236"/>
                    </a:cubicBezTo>
                    <a:cubicBezTo>
                      <a:pt x="59" y="299"/>
                      <a:pt x="91" y="378"/>
                      <a:pt x="196" y="381"/>
                    </a:cubicBezTo>
                    <a:cubicBezTo>
                      <a:pt x="291" y="384"/>
                      <a:pt x="423" y="408"/>
                      <a:pt x="529" y="428"/>
                    </a:cubicBezTo>
                    <a:cubicBezTo>
                      <a:pt x="560" y="434"/>
                      <a:pt x="589" y="439"/>
                      <a:pt x="613" y="443"/>
                    </a:cubicBezTo>
                    <a:cubicBezTo>
                      <a:pt x="721" y="461"/>
                      <a:pt x="848" y="438"/>
                      <a:pt x="872" y="358"/>
                    </a:cubicBezTo>
                    <a:cubicBezTo>
                      <a:pt x="895" y="281"/>
                      <a:pt x="912" y="118"/>
                      <a:pt x="848" y="77"/>
                    </a:cubicBezTo>
                    <a:cubicBezTo>
                      <a:pt x="788" y="38"/>
                      <a:pt x="637" y="28"/>
                      <a:pt x="570" y="32"/>
                    </a:cubicBezTo>
                    <a:cubicBezTo>
                      <a:pt x="562" y="34"/>
                      <a:pt x="361" y="67"/>
                      <a:pt x="302" y="56"/>
                    </a:cubicBezTo>
                    <a:cubicBezTo>
                      <a:pt x="285" y="54"/>
                      <a:pt x="263" y="48"/>
                      <a:pt x="239" y="41"/>
                    </a:cubicBezTo>
                    <a:cubicBezTo>
                      <a:pt x="196" y="29"/>
                      <a:pt x="145" y="15"/>
                      <a:pt x="105" y="1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19"/>
              <p:cNvSpPr/>
              <p:nvPr/>
            </p:nvSpPr>
            <p:spPr>
              <a:xfrm>
                <a:off x="6151488" y="1792451"/>
                <a:ext cx="423863" cy="192088"/>
              </a:xfrm>
              <a:custGeom>
                <a:rect b="b" l="l" r="r" t="t"/>
                <a:pathLst>
                  <a:path extrusionOk="0" h="192" w="423">
                    <a:moveTo>
                      <a:pt x="322" y="189"/>
                    </a:moveTo>
                    <a:cubicBezTo>
                      <a:pt x="293" y="189"/>
                      <a:pt x="260" y="186"/>
                      <a:pt x="227" y="183"/>
                    </a:cubicBezTo>
                    <a:cubicBezTo>
                      <a:pt x="193" y="180"/>
                      <a:pt x="159" y="177"/>
                      <a:pt x="128" y="177"/>
                    </a:cubicBezTo>
                    <a:cubicBezTo>
                      <a:pt x="68" y="177"/>
                      <a:pt x="38" y="155"/>
                      <a:pt x="23" y="136"/>
                    </a:cubicBezTo>
                    <a:cubicBezTo>
                      <a:pt x="5" y="113"/>
                      <a:pt x="0" y="84"/>
                      <a:pt x="8" y="53"/>
                    </a:cubicBezTo>
                    <a:cubicBezTo>
                      <a:pt x="19" y="9"/>
                      <a:pt x="87" y="0"/>
                      <a:pt x="143" y="0"/>
                    </a:cubicBezTo>
                    <a:cubicBezTo>
                      <a:pt x="250" y="0"/>
                      <a:pt x="321" y="10"/>
                      <a:pt x="354" y="29"/>
                    </a:cubicBezTo>
                    <a:cubicBezTo>
                      <a:pt x="354" y="29"/>
                      <a:pt x="354" y="29"/>
                      <a:pt x="354" y="29"/>
                    </a:cubicBezTo>
                    <a:cubicBezTo>
                      <a:pt x="382" y="46"/>
                      <a:pt x="422" y="95"/>
                      <a:pt x="423" y="135"/>
                    </a:cubicBezTo>
                    <a:cubicBezTo>
                      <a:pt x="423" y="151"/>
                      <a:pt x="416" y="164"/>
                      <a:pt x="402" y="173"/>
                    </a:cubicBezTo>
                    <a:cubicBezTo>
                      <a:pt x="383" y="186"/>
                      <a:pt x="355" y="189"/>
                      <a:pt x="322" y="189"/>
                    </a:cubicBezTo>
                    <a:close/>
                    <a:moveTo>
                      <a:pt x="143" y="4"/>
                    </a:moveTo>
                    <a:cubicBezTo>
                      <a:pt x="89" y="4"/>
                      <a:pt x="22" y="13"/>
                      <a:pt x="12" y="54"/>
                    </a:cubicBezTo>
                    <a:cubicBezTo>
                      <a:pt x="4" y="83"/>
                      <a:pt x="10" y="112"/>
                      <a:pt x="26" y="133"/>
                    </a:cubicBezTo>
                    <a:cubicBezTo>
                      <a:pt x="41" y="151"/>
                      <a:pt x="70" y="173"/>
                      <a:pt x="128" y="173"/>
                    </a:cubicBezTo>
                    <a:cubicBezTo>
                      <a:pt x="159" y="173"/>
                      <a:pt x="194" y="176"/>
                      <a:pt x="227" y="179"/>
                    </a:cubicBezTo>
                    <a:cubicBezTo>
                      <a:pt x="298" y="186"/>
                      <a:pt x="366" y="192"/>
                      <a:pt x="400" y="170"/>
                    </a:cubicBezTo>
                    <a:cubicBezTo>
                      <a:pt x="413" y="162"/>
                      <a:pt x="419" y="150"/>
                      <a:pt x="419" y="135"/>
                    </a:cubicBezTo>
                    <a:cubicBezTo>
                      <a:pt x="418" y="97"/>
                      <a:pt x="378" y="49"/>
                      <a:pt x="352" y="33"/>
                    </a:cubicBezTo>
                    <a:cubicBezTo>
                      <a:pt x="320" y="14"/>
                      <a:pt x="249" y="4"/>
                      <a:pt x="14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9"/>
              <p:cNvSpPr/>
              <p:nvPr/>
            </p:nvSpPr>
            <p:spPr>
              <a:xfrm>
                <a:off x="4945000" y="270038"/>
                <a:ext cx="1258887" cy="1219200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9"/>
              <p:cNvSpPr/>
              <p:nvPr/>
            </p:nvSpPr>
            <p:spPr>
              <a:xfrm>
                <a:off x="5389500" y="924088"/>
                <a:ext cx="311150" cy="344488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9"/>
              <p:cNvSpPr/>
              <p:nvPr/>
            </p:nvSpPr>
            <p:spPr>
              <a:xfrm>
                <a:off x="5121213" y="422438"/>
                <a:ext cx="847724" cy="97155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" name="Google Shape;762;p19"/>
          <p:cNvGrpSpPr/>
          <p:nvPr/>
        </p:nvGrpSpPr>
        <p:grpSpPr>
          <a:xfrm>
            <a:off x="1399888" y="2038540"/>
            <a:ext cx="7938237" cy="3671016"/>
            <a:chOff x="1399888" y="2038540"/>
            <a:chExt cx="7938237" cy="3671016"/>
          </a:xfrm>
        </p:grpSpPr>
        <p:pic>
          <p:nvPicPr>
            <p:cNvPr id="763" name="Google Shape;763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48725" y="4187193"/>
              <a:ext cx="1249945" cy="8088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4" name="Google Shape;76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218560">
              <a:off x="8035442" y="2367830"/>
              <a:ext cx="1226734" cy="808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5" name="Google Shape;765;p19"/>
            <p:cNvPicPr preferRelativeResize="0"/>
            <p:nvPr/>
          </p:nvPicPr>
          <p:blipFill rotWithShape="1">
            <a:blip r:embed="rId4">
              <a:alphaModFix/>
            </a:blip>
            <a:srcRect b="0" l="0" r="2553" t="0"/>
            <a:stretch/>
          </p:blipFill>
          <p:spPr>
            <a:xfrm rot="6069684">
              <a:off x="1468925" y="4697725"/>
              <a:ext cx="945730" cy="918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0"/>
          <p:cNvSpPr txBox="1"/>
          <p:nvPr>
            <p:ph type="title"/>
          </p:nvPr>
        </p:nvSpPr>
        <p:spPr>
          <a:xfrm>
            <a:off x="722376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68" name="Google Shape;768;p20"/>
          <p:cNvGrpSpPr/>
          <p:nvPr/>
        </p:nvGrpSpPr>
        <p:grpSpPr>
          <a:xfrm>
            <a:off x="-1450692" y="-1515305"/>
            <a:ext cx="13364304" cy="8738758"/>
            <a:chOff x="-1450692" y="-1515305"/>
            <a:chExt cx="13364304" cy="8738758"/>
          </a:xfrm>
        </p:grpSpPr>
        <p:grpSp>
          <p:nvGrpSpPr>
            <p:cNvPr id="769" name="Google Shape;769;p20"/>
            <p:cNvGrpSpPr/>
            <p:nvPr/>
          </p:nvGrpSpPr>
          <p:grpSpPr>
            <a:xfrm flipH="1" rot="1317341">
              <a:off x="-1053734" y="3806001"/>
              <a:ext cx="3667010" cy="2834720"/>
              <a:chOff x="-2212989" y="-1005507"/>
              <a:chExt cx="3666904" cy="2834639"/>
            </a:xfrm>
          </p:grpSpPr>
          <p:sp>
            <p:nvSpPr>
              <p:cNvPr id="770" name="Google Shape;770;p20"/>
              <p:cNvSpPr/>
              <p:nvPr/>
            </p:nvSpPr>
            <p:spPr>
              <a:xfrm rot="-280549">
                <a:off x="-24932" y="-582158"/>
                <a:ext cx="1427693" cy="1313328"/>
              </a:xfrm>
              <a:custGeom>
                <a:rect b="b" l="l" r="r" t="t"/>
                <a:pathLst>
                  <a:path extrusionOk="0" h="1091" w="1189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20"/>
              <p:cNvSpPr/>
              <p:nvPr/>
            </p:nvSpPr>
            <p:spPr>
              <a:xfrm rot="-280535">
                <a:off x="448947" y="-89603"/>
                <a:ext cx="320230" cy="316418"/>
              </a:xfrm>
              <a:custGeom>
                <a:rect b="b" l="l" r="r" t="t"/>
                <a:pathLst>
                  <a:path extrusionOk="0" h="264" w="265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0"/>
              <p:cNvSpPr/>
              <p:nvPr/>
            </p:nvSpPr>
            <p:spPr>
              <a:xfrm rot="-280549">
                <a:off x="-2110468" y="-900562"/>
                <a:ext cx="2681924" cy="2624750"/>
              </a:xfrm>
              <a:custGeom>
                <a:rect b="b" l="l" r="r" t="t"/>
                <a:pathLst>
                  <a:path extrusionOk="0" h="2183" w="2232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20"/>
              <p:cNvSpPr/>
              <p:nvPr/>
            </p:nvSpPr>
            <p:spPr>
              <a:xfrm rot="-280543">
                <a:off x="-393709" y="23076"/>
                <a:ext cx="276390" cy="251610"/>
              </a:xfrm>
              <a:custGeom>
                <a:rect b="b" l="l" r="r" t="t"/>
                <a:pathLst>
                  <a:path extrusionOk="0" h="208" w="230">
                    <a:moveTo>
                      <a:pt x="112" y="208"/>
                    </a:moveTo>
                    <a:cubicBezTo>
                      <a:pt x="107" y="208"/>
                      <a:pt x="102" y="208"/>
                      <a:pt x="97" y="207"/>
                    </a:cubicBezTo>
                    <a:cubicBezTo>
                      <a:pt x="67" y="204"/>
                      <a:pt x="37" y="184"/>
                      <a:pt x="18" y="157"/>
                    </a:cubicBezTo>
                    <a:cubicBezTo>
                      <a:pt x="5" y="137"/>
                      <a:pt x="0" y="115"/>
                      <a:pt x="5" y="97"/>
                    </a:cubicBezTo>
                    <a:cubicBezTo>
                      <a:pt x="17" y="54"/>
                      <a:pt x="51" y="28"/>
                      <a:pt x="121" y="7"/>
                    </a:cubicBezTo>
                    <a:cubicBezTo>
                      <a:pt x="144" y="0"/>
                      <a:pt x="167" y="4"/>
                      <a:pt x="185" y="18"/>
                    </a:cubicBezTo>
                    <a:cubicBezTo>
                      <a:pt x="216" y="41"/>
                      <a:pt x="230" y="86"/>
                      <a:pt x="230" y="120"/>
                    </a:cubicBezTo>
                    <a:cubicBezTo>
                      <a:pt x="230" y="141"/>
                      <a:pt x="221" y="160"/>
                      <a:pt x="204" y="176"/>
                    </a:cubicBezTo>
                    <a:cubicBezTo>
                      <a:pt x="181" y="196"/>
                      <a:pt x="146" y="208"/>
                      <a:pt x="112" y="208"/>
                    </a:cubicBezTo>
                    <a:close/>
                    <a:moveTo>
                      <a:pt x="143" y="8"/>
                    </a:moveTo>
                    <a:cubicBezTo>
                      <a:pt x="137" y="8"/>
                      <a:pt x="129" y="9"/>
                      <a:pt x="122" y="11"/>
                    </a:cubicBezTo>
                    <a:cubicBezTo>
                      <a:pt x="54" y="31"/>
                      <a:pt x="20" y="57"/>
                      <a:pt x="9" y="98"/>
                    </a:cubicBezTo>
                    <a:cubicBezTo>
                      <a:pt x="4" y="115"/>
                      <a:pt x="9" y="135"/>
                      <a:pt x="22" y="154"/>
                    </a:cubicBezTo>
                    <a:cubicBezTo>
                      <a:pt x="40" y="181"/>
                      <a:pt x="69" y="200"/>
                      <a:pt x="98" y="203"/>
                    </a:cubicBezTo>
                    <a:cubicBezTo>
                      <a:pt x="134" y="208"/>
                      <a:pt x="175" y="195"/>
                      <a:pt x="201" y="173"/>
                    </a:cubicBezTo>
                    <a:cubicBezTo>
                      <a:pt x="217" y="158"/>
                      <a:pt x="226" y="140"/>
                      <a:pt x="226" y="120"/>
                    </a:cubicBezTo>
                    <a:cubicBezTo>
                      <a:pt x="226" y="87"/>
                      <a:pt x="213" y="44"/>
                      <a:pt x="183" y="21"/>
                    </a:cubicBezTo>
                    <a:cubicBezTo>
                      <a:pt x="171" y="12"/>
                      <a:pt x="158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20"/>
              <p:cNvSpPr/>
              <p:nvPr/>
            </p:nvSpPr>
            <p:spPr>
              <a:xfrm rot="-280546">
                <a:off x="-371346" y="935469"/>
                <a:ext cx="756734" cy="590901"/>
              </a:xfrm>
              <a:custGeom>
                <a:rect b="b" l="l" r="r" t="t"/>
                <a:pathLst>
                  <a:path extrusionOk="0" h="491" w="631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20"/>
              <p:cNvSpPr/>
              <p:nvPr/>
            </p:nvSpPr>
            <p:spPr>
              <a:xfrm rot="-280552">
                <a:off x="-1902582" y="-680185"/>
                <a:ext cx="1385757" cy="1942352"/>
              </a:xfrm>
              <a:custGeom>
                <a:rect b="b" l="l" r="r" t="t"/>
                <a:pathLst>
                  <a:path extrusionOk="0" h="1615" w="1154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rot="-280543">
                <a:off x="-1709492" y="-444157"/>
                <a:ext cx="913040" cy="1441039"/>
              </a:xfrm>
              <a:custGeom>
                <a:rect b="b" l="l" r="r" t="t"/>
                <a:pathLst>
                  <a:path extrusionOk="0" h="1199" w="759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rot="-280539">
                <a:off x="-1594059" y="-217795"/>
                <a:ext cx="348824" cy="560404"/>
              </a:xfrm>
              <a:custGeom>
                <a:rect b="b" l="l" r="r" t="t"/>
                <a:pathLst>
                  <a:path extrusionOk="0" h="465" w="291">
                    <a:moveTo>
                      <a:pt x="128" y="464"/>
                    </a:moveTo>
                    <a:cubicBezTo>
                      <a:pt x="99" y="464"/>
                      <a:pt x="73" y="455"/>
                      <a:pt x="52" y="437"/>
                    </a:cubicBezTo>
                    <a:cubicBezTo>
                      <a:pt x="18" y="408"/>
                      <a:pt x="0" y="358"/>
                      <a:pt x="1" y="302"/>
                    </a:cubicBezTo>
                    <a:cubicBezTo>
                      <a:pt x="2" y="273"/>
                      <a:pt x="13" y="22"/>
                      <a:pt x="67" y="10"/>
                    </a:cubicBezTo>
                    <a:cubicBezTo>
                      <a:pt x="110" y="0"/>
                      <a:pt x="192" y="41"/>
                      <a:pt x="216" y="125"/>
                    </a:cubicBezTo>
                    <a:cubicBezTo>
                      <a:pt x="225" y="155"/>
                      <a:pt x="230" y="184"/>
                      <a:pt x="235" y="212"/>
                    </a:cubicBezTo>
                    <a:cubicBezTo>
                      <a:pt x="244" y="260"/>
                      <a:pt x="253" y="306"/>
                      <a:pt x="276" y="343"/>
                    </a:cubicBezTo>
                    <a:cubicBezTo>
                      <a:pt x="288" y="363"/>
                      <a:pt x="291" y="381"/>
                      <a:pt x="284" y="397"/>
                    </a:cubicBezTo>
                    <a:cubicBezTo>
                      <a:pt x="272" y="425"/>
                      <a:pt x="229" y="447"/>
                      <a:pt x="158" y="461"/>
                    </a:cubicBezTo>
                    <a:cubicBezTo>
                      <a:pt x="148" y="463"/>
                      <a:pt x="138" y="464"/>
                      <a:pt x="128" y="464"/>
                    </a:cubicBezTo>
                    <a:close/>
                    <a:moveTo>
                      <a:pt x="81" y="12"/>
                    </a:moveTo>
                    <a:cubicBezTo>
                      <a:pt x="76" y="12"/>
                      <a:pt x="72" y="13"/>
                      <a:pt x="67" y="14"/>
                    </a:cubicBezTo>
                    <a:cubicBezTo>
                      <a:pt x="26" y="23"/>
                      <a:pt x="9" y="206"/>
                      <a:pt x="6" y="302"/>
                    </a:cubicBezTo>
                    <a:cubicBezTo>
                      <a:pt x="4" y="356"/>
                      <a:pt x="22" y="406"/>
                      <a:pt x="55" y="433"/>
                    </a:cubicBezTo>
                    <a:cubicBezTo>
                      <a:pt x="82" y="457"/>
                      <a:pt x="117" y="465"/>
                      <a:pt x="157" y="457"/>
                    </a:cubicBezTo>
                    <a:cubicBezTo>
                      <a:pt x="227" y="443"/>
                      <a:pt x="269" y="422"/>
                      <a:pt x="280" y="396"/>
                    </a:cubicBezTo>
                    <a:cubicBezTo>
                      <a:pt x="287" y="381"/>
                      <a:pt x="284" y="364"/>
                      <a:pt x="272" y="346"/>
                    </a:cubicBezTo>
                    <a:cubicBezTo>
                      <a:pt x="249" y="308"/>
                      <a:pt x="240" y="261"/>
                      <a:pt x="231" y="212"/>
                    </a:cubicBezTo>
                    <a:cubicBezTo>
                      <a:pt x="226" y="185"/>
                      <a:pt x="221" y="156"/>
                      <a:pt x="212" y="126"/>
                    </a:cubicBezTo>
                    <a:cubicBezTo>
                      <a:pt x="191" y="52"/>
                      <a:pt x="124" y="12"/>
                      <a:pt x="8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rot="-280543">
                <a:off x="-1162698" y="536497"/>
                <a:ext cx="251609" cy="297358"/>
              </a:xfrm>
              <a:custGeom>
                <a:rect b="b" l="l" r="r" t="t"/>
                <a:pathLst>
                  <a:path extrusionOk="0" h="247" w="210">
                    <a:moveTo>
                      <a:pt x="114" y="237"/>
                    </a:moveTo>
                    <a:cubicBezTo>
                      <a:pt x="73" y="237"/>
                      <a:pt x="32" y="180"/>
                      <a:pt x="7" y="122"/>
                    </a:cubicBezTo>
                    <a:cubicBezTo>
                      <a:pt x="0" y="107"/>
                      <a:pt x="0" y="92"/>
                      <a:pt x="7" y="78"/>
                    </a:cubicBezTo>
                    <a:cubicBezTo>
                      <a:pt x="24" y="40"/>
                      <a:pt x="78" y="14"/>
                      <a:pt x="104" y="5"/>
                    </a:cubicBezTo>
                    <a:cubicBezTo>
                      <a:pt x="117" y="0"/>
                      <a:pt x="135" y="5"/>
                      <a:pt x="154" y="17"/>
                    </a:cubicBezTo>
                    <a:cubicBezTo>
                      <a:pt x="178" y="34"/>
                      <a:pt x="204" y="64"/>
                      <a:pt x="206" y="95"/>
                    </a:cubicBezTo>
                    <a:cubicBezTo>
                      <a:pt x="210" y="146"/>
                      <a:pt x="179" y="216"/>
                      <a:pt x="131" y="234"/>
                    </a:cubicBezTo>
                    <a:cubicBezTo>
                      <a:pt x="126" y="236"/>
                      <a:pt x="120" y="237"/>
                      <a:pt x="114" y="237"/>
                    </a:cubicBezTo>
                    <a:close/>
                    <a:moveTo>
                      <a:pt x="115" y="7"/>
                    </a:moveTo>
                    <a:cubicBezTo>
                      <a:pt x="111" y="7"/>
                      <a:pt x="108" y="8"/>
                      <a:pt x="105" y="9"/>
                    </a:cubicBezTo>
                    <a:cubicBezTo>
                      <a:pt x="85" y="16"/>
                      <a:pt x="27" y="42"/>
                      <a:pt x="11" y="79"/>
                    </a:cubicBezTo>
                    <a:cubicBezTo>
                      <a:pt x="5" y="93"/>
                      <a:pt x="5" y="107"/>
                      <a:pt x="11" y="120"/>
                    </a:cubicBezTo>
                    <a:cubicBezTo>
                      <a:pt x="37" y="182"/>
                      <a:pt x="85" y="247"/>
                      <a:pt x="130" y="230"/>
                    </a:cubicBezTo>
                    <a:cubicBezTo>
                      <a:pt x="176" y="212"/>
                      <a:pt x="206" y="144"/>
                      <a:pt x="202" y="96"/>
                    </a:cubicBezTo>
                    <a:cubicBezTo>
                      <a:pt x="200" y="66"/>
                      <a:pt x="175" y="37"/>
                      <a:pt x="152" y="21"/>
                    </a:cubicBezTo>
                    <a:cubicBezTo>
                      <a:pt x="138" y="12"/>
                      <a:pt x="125" y="7"/>
                      <a:pt x="115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rot="-280544">
                <a:off x="-111693" y="1117273"/>
                <a:ext cx="360260" cy="232548"/>
              </a:xfrm>
              <a:custGeom>
                <a:rect b="b" l="l" r="r" t="t"/>
                <a:pathLst>
                  <a:path extrusionOk="0" h="192" w="299">
                    <a:moveTo>
                      <a:pt x="202" y="185"/>
                    </a:moveTo>
                    <a:cubicBezTo>
                      <a:pt x="178" y="185"/>
                      <a:pt x="156" y="174"/>
                      <a:pt x="135" y="164"/>
                    </a:cubicBezTo>
                    <a:cubicBezTo>
                      <a:pt x="132" y="162"/>
                      <a:pt x="132" y="162"/>
                      <a:pt x="132" y="162"/>
                    </a:cubicBezTo>
                    <a:cubicBezTo>
                      <a:pt x="103" y="147"/>
                      <a:pt x="42" y="117"/>
                      <a:pt x="21" y="96"/>
                    </a:cubicBezTo>
                    <a:cubicBezTo>
                      <a:pt x="1" y="76"/>
                      <a:pt x="0" y="52"/>
                      <a:pt x="18" y="24"/>
                    </a:cubicBezTo>
                    <a:cubicBezTo>
                      <a:pt x="35" y="0"/>
                      <a:pt x="80" y="24"/>
                      <a:pt x="120" y="46"/>
                    </a:cubicBezTo>
                    <a:cubicBezTo>
                      <a:pt x="124" y="48"/>
                      <a:pt x="124" y="48"/>
                      <a:pt x="124" y="48"/>
                    </a:cubicBezTo>
                    <a:cubicBezTo>
                      <a:pt x="128" y="50"/>
                      <a:pt x="133" y="52"/>
                      <a:pt x="137" y="54"/>
                    </a:cubicBezTo>
                    <a:cubicBezTo>
                      <a:pt x="169" y="72"/>
                      <a:pt x="192" y="84"/>
                      <a:pt x="213" y="84"/>
                    </a:cubicBezTo>
                    <a:cubicBezTo>
                      <a:pt x="217" y="84"/>
                      <a:pt x="222" y="84"/>
                      <a:pt x="227" y="84"/>
                    </a:cubicBezTo>
                    <a:cubicBezTo>
                      <a:pt x="249" y="82"/>
                      <a:pt x="273" y="81"/>
                      <a:pt x="291" y="101"/>
                    </a:cubicBezTo>
                    <a:cubicBezTo>
                      <a:pt x="297" y="107"/>
                      <a:pt x="299" y="115"/>
                      <a:pt x="298" y="122"/>
                    </a:cubicBezTo>
                    <a:cubicBezTo>
                      <a:pt x="295" y="139"/>
                      <a:pt x="275" y="156"/>
                      <a:pt x="240" y="175"/>
                    </a:cubicBezTo>
                    <a:cubicBezTo>
                      <a:pt x="227" y="182"/>
                      <a:pt x="214" y="185"/>
                      <a:pt x="202" y="185"/>
                    </a:cubicBezTo>
                    <a:close/>
                    <a:moveTo>
                      <a:pt x="40" y="18"/>
                    </a:moveTo>
                    <a:cubicBezTo>
                      <a:pt x="32" y="18"/>
                      <a:pt x="26" y="21"/>
                      <a:pt x="22" y="27"/>
                    </a:cubicBezTo>
                    <a:cubicBezTo>
                      <a:pt x="4" y="52"/>
                      <a:pt x="5" y="74"/>
                      <a:pt x="24" y="93"/>
                    </a:cubicBezTo>
                    <a:cubicBezTo>
                      <a:pt x="45" y="114"/>
                      <a:pt x="105" y="144"/>
                      <a:pt x="134" y="158"/>
                    </a:cubicBezTo>
                    <a:cubicBezTo>
                      <a:pt x="137" y="160"/>
                      <a:pt x="137" y="160"/>
                      <a:pt x="137" y="160"/>
                    </a:cubicBezTo>
                    <a:cubicBezTo>
                      <a:pt x="168" y="175"/>
                      <a:pt x="201" y="192"/>
                      <a:pt x="238" y="172"/>
                    </a:cubicBezTo>
                    <a:cubicBezTo>
                      <a:pt x="272" y="154"/>
                      <a:pt x="291" y="136"/>
                      <a:pt x="293" y="122"/>
                    </a:cubicBezTo>
                    <a:cubicBezTo>
                      <a:pt x="295" y="115"/>
                      <a:pt x="293" y="109"/>
                      <a:pt x="288" y="104"/>
                    </a:cubicBezTo>
                    <a:cubicBezTo>
                      <a:pt x="271" y="85"/>
                      <a:pt x="248" y="87"/>
                      <a:pt x="227" y="88"/>
                    </a:cubicBezTo>
                    <a:cubicBezTo>
                      <a:pt x="222" y="88"/>
                      <a:pt x="217" y="88"/>
                      <a:pt x="213" y="88"/>
                    </a:cubicBezTo>
                    <a:cubicBezTo>
                      <a:pt x="191" y="88"/>
                      <a:pt x="167" y="76"/>
                      <a:pt x="135" y="58"/>
                    </a:cubicBezTo>
                    <a:cubicBezTo>
                      <a:pt x="131" y="56"/>
                      <a:pt x="126" y="54"/>
                      <a:pt x="122" y="51"/>
                    </a:cubicBezTo>
                    <a:cubicBezTo>
                      <a:pt x="118" y="49"/>
                      <a:pt x="118" y="49"/>
                      <a:pt x="118" y="49"/>
                    </a:cubicBezTo>
                    <a:cubicBezTo>
                      <a:pt x="92" y="35"/>
                      <a:pt x="60" y="18"/>
                      <a:pt x="4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20"/>
            <p:cNvGrpSpPr/>
            <p:nvPr/>
          </p:nvGrpSpPr>
          <p:grpSpPr>
            <a:xfrm>
              <a:off x="6919528" y="-1515305"/>
              <a:ext cx="4994084" cy="4706371"/>
              <a:chOff x="6919528" y="-1515305"/>
              <a:chExt cx="4994084" cy="4706371"/>
            </a:xfrm>
          </p:grpSpPr>
          <p:sp>
            <p:nvSpPr>
              <p:cNvPr id="781" name="Google Shape;781;p20"/>
              <p:cNvSpPr/>
              <p:nvPr/>
            </p:nvSpPr>
            <p:spPr>
              <a:xfrm rot="-9228737">
                <a:off x="7395922" y="-555142"/>
                <a:ext cx="893983" cy="846332"/>
              </a:xfrm>
              <a:custGeom>
                <a:rect b="b" l="l" r="r" t="t"/>
                <a:pathLst>
                  <a:path extrusionOk="0" h="705" w="744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rot="-9228721">
                <a:off x="7797807" y="-301601"/>
                <a:ext cx="320233" cy="316421"/>
              </a:xfrm>
              <a:custGeom>
                <a:rect b="b" l="l" r="r" t="t"/>
                <a:pathLst>
                  <a:path extrusionOk="0" h="264" w="265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3" name="Google Shape;783;p20"/>
              <p:cNvGrpSpPr/>
              <p:nvPr/>
            </p:nvGrpSpPr>
            <p:grpSpPr>
              <a:xfrm>
                <a:off x="6919528" y="-1515305"/>
                <a:ext cx="4994084" cy="4706371"/>
                <a:chOff x="6919528" y="-1515305"/>
                <a:chExt cx="4994084" cy="4706371"/>
              </a:xfrm>
            </p:grpSpPr>
            <p:sp>
              <p:nvSpPr>
                <p:cNvPr id="784" name="Google Shape;784;p20"/>
                <p:cNvSpPr/>
                <p:nvPr/>
              </p:nvSpPr>
              <p:spPr>
                <a:xfrm rot="-9228737">
                  <a:off x="7136050" y="-729015"/>
                  <a:ext cx="1427706" cy="1313341"/>
                </a:xfrm>
                <a:custGeom>
                  <a:rect b="b" l="l" r="r" t="t"/>
                  <a:pathLst>
                    <a:path extrusionOk="0" h="1091" w="1189">
                      <a:moveTo>
                        <a:pt x="212" y="1079"/>
                      </a:moveTo>
                      <a:cubicBezTo>
                        <a:pt x="167" y="1079"/>
                        <a:pt x="123" y="1072"/>
                        <a:pt x="88" y="1058"/>
                      </a:cubicBezTo>
                      <a:cubicBezTo>
                        <a:pt x="41" y="1040"/>
                        <a:pt x="13" y="1012"/>
                        <a:pt x="9" y="976"/>
                      </a:cubicBezTo>
                      <a:cubicBezTo>
                        <a:pt x="0" y="900"/>
                        <a:pt x="44" y="812"/>
                        <a:pt x="87" y="727"/>
                      </a:cubicBezTo>
                      <a:cubicBezTo>
                        <a:pt x="112" y="676"/>
                        <a:pt x="139" y="622"/>
                        <a:pt x="153" y="573"/>
                      </a:cubicBezTo>
                      <a:cubicBezTo>
                        <a:pt x="177" y="487"/>
                        <a:pt x="162" y="423"/>
                        <a:pt x="147" y="356"/>
                      </a:cubicBezTo>
                      <a:cubicBezTo>
                        <a:pt x="139" y="322"/>
                        <a:pt x="131" y="287"/>
                        <a:pt x="128" y="247"/>
                      </a:cubicBezTo>
                      <a:cubicBezTo>
                        <a:pt x="117" y="127"/>
                        <a:pt x="298" y="25"/>
                        <a:pt x="363" y="12"/>
                      </a:cubicBezTo>
                      <a:cubicBezTo>
                        <a:pt x="363" y="12"/>
                        <a:pt x="363" y="12"/>
                        <a:pt x="363" y="12"/>
                      </a:cubicBezTo>
                      <a:cubicBezTo>
                        <a:pt x="420" y="0"/>
                        <a:pt x="541" y="12"/>
                        <a:pt x="791" y="138"/>
                      </a:cubicBezTo>
                      <a:cubicBezTo>
                        <a:pt x="825" y="155"/>
                        <a:pt x="888" y="168"/>
                        <a:pt x="955" y="183"/>
                      </a:cubicBezTo>
                      <a:cubicBezTo>
                        <a:pt x="1025" y="198"/>
                        <a:pt x="1098" y="214"/>
                        <a:pt x="1136" y="234"/>
                      </a:cubicBezTo>
                      <a:cubicBezTo>
                        <a:pt x="1159" y="247"/>
                        <a:pt x="1174" y="274"/>
                        <a:pt x="1180" y="313"/>
                      </a:cubicBezTo>
                      <a:cubicBezTo>
                        <a:pt x="1189" y="380"/>
                        <a:pt x="1167" y="483"/>
                        <a:pt x="1108" y="543"/>
                      </a:cubicBezTo>
                      <a:cubicBezTo>
                        <a:pt x="1098" y="553"/>
                        <a:pt x="1098" y="553"/>
                        <a:pt x="1098" y="553"/>
                      </a:cubicBezTo>
                      <a:cubicBezTo>
                        <a:pt x="1018" y="633"/>
                        <a:pt x="909" y="742"/>
                        <a:pt x="805" y="766"/>
                      </a:cubicBezTo>
                      <a:cubicBezTo>
                        <a:pt x="722" y="785"/>
                        <a:pt x="595" y="869"/>
                        <a:pt x="429" y="1013"/>
                      </a:cubicBezTo>
                      <a:cubicBezTo>
                        <a:pt x="378" y="1058"/>
                        <a:pt x="292" y="1079"/>
                        <a:pt x="212" y="1079"/>
                      </a:cubicBezTo>
                      <a:close/>
                      <a:moveTo>
                        <a:pt x="401" y="12"/>
                      </a:moveTo>
                      <a:cubicBezTo>
                        <a:pt x="386" y="12"/>
                        <a:pt x="374" y="14"/>
                        <a:pt x="364" y="16"/>
                      </a:cubicBezTo>
                      <a:cubicBezTo>
                        <a:pt x="364" y="16"/>
                        <a:pt x="364" y="16"/>
                        <a:pt x="364" y="16"/>
                      </a:cubicBezTo>
                      <a:cubicBezTo>
                        <a:pt x="300" y="29"/>
                        <a:pt x="121" y="129"/>
                        <a:pt x="132" y="247"/>
                      </a:cubicBezTo>
                      <a:cubicBezTo>
                        <a:pt x="135" y="286"/>
                        <a:pt x="143" y="321"/>
                        <a:pt x="151" y="355"/>
                      </a:cubicBezTo>
                      <a:cubicBezTo>
                        <a:pt x="166" y="423"/>
                        <a:pt x="181" y="487"/>
                        <a:pt x="157" y="574"/>
                      </a:cubicBezTo>
                      <a:cubicBezTo>
                        <a:pt x="143" y="624"/>
                        <a:pt x="116" y="677"/>
                        <a:pt x="90" y="729"/>
                      </a:cubicBezTo>
                      <a:cubicBezTo>
                        <a:pt x="48" y="814"/>
                        <a:pt x="5" y="901"/>
                        <a:pt x="13" y="975"/>
                      </a:cubicBezTo>
                      <a:cubicBezTo>
                        <a:pt x="18" y="1018"/>
                        <a:pt x="58" y="1042"/>
                        <a:pt x="90" y="1055"/>
                      </a:cubicBezTo>
                      <a:cubicBezTo>
                        <a:pt x="183" y="1091"/>
                        <a:pt x="347" y="1079"/>
                        <a:pt x="426" y="1010"/>
                      </a:cubicBezTo>
                      <a:cubicBezTo>
                        <a:pt x="593" y="865"/>
                        <a:pt x="720" y="782"/>
                        <a:pt x="804" y="762"/>
                      </a:cubicBezTo>
                      <a:cubicBezTo>
                        <a:pt x="907" y="738"/>
                        <a:pt x="1015" y="629"/>
                        <a:pt x="1095" y="550"/>
                      </a:cubicBezTo>
                      <a:cubicBezTo>
                        <a:pt x="1105" y="540"/>
                        <a:pt x="1105" y="540"/>
                        <a:pt x="1105" y="540"/>
                      </a:cubicBezTo>
                      <a:cubicBezTo>
                        <a:pt x="1163" y="481"/>
                        <a:pt x="1185" y="380"/>
                        <a:pt x="1175" y="314"/>
                      </a:cubicBezTo>
                      <a:cubicBezTo>
                        <a:pt x="1170" y="276"/>
                        <a:pt x="1156" y="250"/>
                        <a:pt x="1134" y="238"/>
                      </a:cubicBezTo>
                      <a:cubicBezTo>
                        <a:pt x="1097" y="218"/>
                        <a:pt x="1024" y="202"/>
                        <a:pt x="954" y="187"/>
                      </a:cubicBezTo>
                      <a:cubicBezTo>
                        <a:pt x="887" y="172"/>
                        <a:pt x="824" y="159"/>
                        <a:pt x="789" y="141"/>
                      </a:cubicBezTo>
                      <a:cubicBezTo>
                        <a:pt x="585" y="39"/>
                        <a:pt x="468" y="12"/>
                        <a:pt x="401" y="12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85" name="Google Shape;785;p20"/>
                <p:cNvGrpSpPr/>
                <p:nvPr/>
              </p:nvGrpSpPr>
              <p:grpSpPr>
                <a:xfrm rot="-9314812">
                  <a:off x="7771585" y="-931546"/>
                  <a:ext cx="3564923" cy="3538854"/>
                  <a:chOff x="7369176" y="-1374985"/>
                  <a:chExt cx="3565003" cy="3538933"/>
                </a:xfrm>
              </p:grpSpPr>
              <p:sp>
                <p:nvSpPr>
                  <p:cNvPr id="786" name="Google Shape;786;p20"/>
                  <p:cNvSpPr/>
                  <p:nvPr/>
                </p:nvSpPr>
                <p:spPr>
                  <a:xfrm rot="-9228737">
                    <a:off x="7810704" y="-917908"/>
                    <a:ext cx="2681948" cy="2624778"/>
                  </a:xfrm>
                  <a:custGeom>
                    <a:rect b="b" l="l" r="r" t="t"/>
                    <a:pathLst>
                      <a:path extrusionOk="0" h="2183" w="2232">
                        <a:moveTo>
                          <a:pt x="1757" y="2149"/>
                        </a:moveTo>
                        <a:cubicBezTo>
                          <a:pt x="1722" y="2149"/>
                          <a:pt x="1689" y="2143"/>
                          <a:pt x="1661" y="2130"/>
                        </a:cubicBezTo>
                        <a:cubicBezTo>
                          <a:pt x="1543" y="2071"/>
                          <a:pt x="1444" y="2029"/>
                          <a:pt x="1350" y="1996"/>
                        </a:cubicBezTo>
                        <a:cubicBezTo>
                          <a:pt x="1328" y="1989"/>
                          <a:pt x="1228" y="1969"/>
                          <a:pt x="1102" y="1943"/>
                        </a:cubicBezTo>
                        <a:cubicBezTo>
                          <a:pt x="1020" y="1927"/>
                          <a:pt x="928" y="1909"/>
                          <a:pt x="838" y="1890"/>
                        </a:cubicBezTo>
                        <a:cubicBezTo>
                          <a:pt x="653" y="1851"/>
                          <a:pt x="503" y="1742"/>
                          <a:pt x="422" y="1683"/>
                        </a:cubicBezTo>
                        <a:cubicBezTo>
                          <a:pt x="399" y="1666"/>
                          <a:pt x="381" y="1653"/>
                          <a:pt x="369" y="1646"/>
                        </a:cubicBezTo>
                        <a:cubicBezTo>
                          <a:pt x="304" y="1609"/>
                          <a:pt x="179" y="1198"/>
                          <a:pt x="100" y="837"/>
                        </a:cubicBezTo>
                        <a:cubicBezTo>
                          <a:pt x="23" y="484"/>
                          <a:pt x="0" y="239"/>
                          <a:pt x="40" y="184"/>
                        </a:cubicBezTo>
                        <a:cubicBezTo>
                          <a:pt x="40" y="184"/>
                          <a:pt x="40" y="184"/>
                          <a:pt x="40" y="184"/>
                        </a:cubicBezTo>
                        <a:cubicBezTo>
                          <a:pt x="104" y="95"/>
                          <a:pt x="282" y="35"/>
                          <a:pt x="420" y="16"/>
                        </a:cubicBezTo>
                        <a:cubicBezTo>
                          <a:pt x="542" y="0"/>
                          <a:pt x="640" y="13"/>
                          <a:pt x="689" y="52"/>
                        </a:cubicBezTo>
                        <a:cubicBezTo>
                          <a:pt x="821" y="158"/>
                          <a:pt x="920" y="360"/>
                          <a:pt x="938" y="399"/>
                        </a:cubicBezTo>
                        <a:cubicBezTo>
                          <a:pt x="981" y="491"/>
                          <a:pt x="1054" y="604"/>
                          <a:pt x="1154" y="734"/>
                        </a:cubicBezTo>
                        <a:cubicBezTo>
                          <a:pt x="1186" y="776"/>
                          <a:pt x="1241" y="806"/>
                          <a:pt x="1297" y="811"/>
                        </a:cubicBezTo>
                        <a:cubicBezTo>
                          <a:pt x="1336" y="815"/>
                          <a:pt x="1369" y="806"/>
                          <a:pt x="1391" y="786"/>
                        </a:cubicBezTo>
                        <a:cubicBezTo>
                          <a:pt x="1397" y="780"/>
                          <a:pt x="1397" y="780"/>
                          <a:pt x="1397" y="780"/>
                        </a:cubicBezTo>
                        <a:cubicBezTo>
                          <a:pt x="1451" y="733"/>
                          <a:pt x="1516" y="673"/>
                          <a:pt x="1585" y="675"/>
                        </a:cubicBezTo>
                        <a:cubicBezTo>
                          <a:pt x="1708" y="679"/>
                          <a:pt x="1781" y="778"/>
                          <a:pt x="1797" y="813"/>
                        </a:cubicBezTo>
                        <a:cubicBezTo>
                          <a:pt x="1814" y="850"/>
                          <a:pt x="1797" y="1031"/>
                          <a:pt x="1718" y="1078"/>
                        </a:cubicBezTo>
                        <a:cubicBezTo>
                          <a:pt x="1680" y="1100"/>
                          <a:pt x="1623" y="1104"/>
                          <a:pt x="1572" y="1108"/>
                        </a:cubicBezTo>
                        <a:cubicBezTo>
                          <a:pt x="1517" y="1112"/>
                          <a:pt x="1464" y="1116"/>
                          <a:pt x="1450" y="1143"/>
                        </a:cubicBezTo>
                        <a:cubicBezTo>
                          <a:pt x="1419" y="1200"/>
                          <a:pt x="1394" y="1329"/>
                          <a:pt x="1471" y="1384"/>
                        </a:cubicBezTo>
                        <a:cubicBezTo>
                          <a:pt x="1483" y="1392"/>
                          <a:pt x="1495" y="1401"/>
                          <a:pt x="1508" y="1411"/>
                        </a:cubicBezTo>
                        <a:cubicBezTo>
                          <a:pt x="1591" y="1471"/>
                          <a:pt x="1704" y="1553"/>
                          <a:pt x="1788" y="1583"/>
                        </a:cubicBezTo>
                        <a:cubicBezTo>
                          <a:pt x="1829" y="1598"/>
                          <a:pt x="1886" y="1604"/>
                          <a:pt x="1946" y="1611"/>
                        </a:cubicBezTo>
                        <a:cubicBezTo>
                          <a:pt x="2060" y="1625"/>
                          <a:pt x="2178" y="1638"/>
                          <a:pt x="2199" y="1710"/>
                        </a:cubicBezTo>
                        <a:cubicBezTo>
                          <a:pt x="2232" y="1818"/>
                          <a:pt x="2207" y="1965"/>
                          <a:pt x="2096" y="2036"/>
                        </a:cubicBezTo>
                        <a:cubicBezTo>
                          <a:pt x="2015" y="2087"/>
                          <a:pt x="1872" y="2149"/>
                          <a:pt x="1757" y="2149"/>
                        </a:cubicBezTo>
                        <a:close/>
                        <a:moveTo>
                          <a:pt x="518" y="13"/>
                        </a:moveTo>
                        <a:cubicBezTo>
                          <a:pt x="488" y="13"/>
                          <a:pt x="455" y="16"/>
                          <a:pt x="421" y="20"/>
                        </a:cubicBezTo>
                        <a:cubicBezTo>
                          <a:pt x="253" y="43"/>
                          <a:pt x="98" y="111"/>
                          <a:pt x="44" y="186"/>
                        </a:cubicBezTo>
                        <a:cubicBezTo>
                          <a:pt x="4" y="241"/>
                          <a:pt x="27" y="484"/>
                          <a:pt x="104" y="836"/>
                        </a:cubicBezTo>
                        <a:cubicBezTo>
                          <a:pt x="183" y="1196"/>
                          <a:pt x="307" y="1606"/>
                          <a:pt x="371" y="1643"/>
                        </a:cubicBezTo>
                        <a:cubicBezTo>
                          <a:pt x="383" y="1650"/>
                          <a:pt x="401" y="1663"/>
                          <a:pt x="424" y="1679"/>
                        </a:cubicBezTo>
                        <a:cubicBezTo>
                          <a:pt x="505" y="1738"/>
                          <a:pt x="655" y="1847"/>
                          <a:pt x="839" y="1886"/>
                        </a:cubicBezTo>
                        <a:cubicBezTo>
                          <a:pt x="929" y="1905"/>
                          <a:pt x="1021" y="1923"/>
                          <a:pt x="1102" y="1939"/>
                        </a:cubicBezTo>
                        <a:cubicBezTo>
                          <a:pt x="1229" y="1965"/>
                          <a:pt x="1329" y="1985"/>
                          <a:pt x="1351" y="1992"/>
                        </a:cubicBezTo>
                        <a:cubicBezTo>
                          <a:pt x="1446" y="2025"/>
                          <a:pt x="1545" y="2068"/>
                          <a:pt x="1663" y="2126"/>
                        </a:cubicBezTo>
                        <a:cubicBezTo>
                          <a:pt x="1780" y="2183"/>
                          <a:pt x="1989" y="2099"/>
                          <a:pt x="2094" y="2032"/>
                        </a:cubicBezTo>
                        <a:cubicBezTo>
                          <a:pt x="2203" y="1962"/>
                          <a:pt x="2227" y="1818"/>
                          <a:pt x="2195" y="1711"/>
                        </a:cubicBezTo>
                        <a:cubicBezTo>
                          <a:pt x="2174" y="1642"/>
                          <a:pt x="2058" y="1628"/>
                          <a:pt x="1946" y="1616"/>
                        </a:cubicBezTo>
                        <a:cubicBezTo>
                          <a:pt x="1885" y="1609"/>
                          <a:pt x="1828" y="1602"/>
                          <a:pt x="1787" y="1587"/>
                        </a:cubicBezTo>
                        <a:cubicBezTo>
                          <a:pt x="1702" y="1556"/>
                          <a:pt x="1588" y="1474"/>
                          <a:pt x="1506" y="1414"/>
                        </a:cubicBezTo>
                        <a:cubicBezTo>
                          <a:pt x="1493" y="1405"/>
                          <a:pt x="1480" y="1396"/>
                          <a:pt x="1469" y="1388"/>
                        </a:cubicBezTo>
                        <a:cubicBezTo>
                          <a:pt x="1385" y="1328"/>
                          <a:pt x="1418" y="1193"/>
                          <a:pt x="1446" y="1141"/>
                        </a:cubicBezTo>
                        <a:cubicBezTo>
                          <a:pt x="1462" y="1112"/>
                          <a:pt x="1513" y="1108"/>
                          <a:pt x="1572" y="1104"/>
                        </a:cubicBezTo>
                        <a:cubicBezTo>
                          <a:pt x="1622" y="1100"/>
                          <a:pt x="1679" y="1096"/>
                          <a:pt x="1716" y="1074"/>
                        </a:cubicBezTo>
                        <a:cubicBezTo>
                          <a:pt x="1794" y="1028"/>
                          <a:pt x="1810" y="851"/>
                          <a:pt x="1793" y="815"/>
                        </a:cubicBezTo>
                        <a:cubicBezTo>
                          <a:pt x="1777" y="781"/>
                          <a:pt x="1706" y="683"/>
                          <a:pt x="1584" y="679"/>
                        </a:cubicBezTo>
                        <a:cubicBezTo>
                          <a:pt x="1583" y="679"/>
                          <a:pt x="1582" y="679"/>
                          <a:pt x="1581" y="679"/>
                        </a:cubicBezTo>
                        <a:cubicBezTo>
                          <a:pt x="1516" y="679"/>
                          <a:pt x="1452" y="737"/>
                          <a:pt x="1400" y="784"/>
                        </a:cubicBezTo>
                        <a:cubicBezTo>
                          <a:pt x="1394" y="789"/>
                          <a:pt x="1394" y="789"/>
                          <a:pt x="1394" y="789"/>
                        </a:cubicBezTo>
                        <a:cubicBezTo>
                          <a:pt x="1371" y="810"/>
                          <a:pt x="1337" y="819"/>
                          <a:pt x="1296" y="815"/>
                        </a:cubicBezTo>
                        <a:cubicBezTo>
                          <a:pt x="1239" y="810"/>
                          <a:pt x="1183" y="780"/>
                          <a:pt x="1150" y="737"/>
                        </a:cubicBezTo>
                        <a:cubicBezTo>
                          <a:pt x="1050" y="606"/>
                          <a:pt x="978" y="493"/>
                          <a:pt x="934" y="401"/>
                        </a:cubicBezTo>
                        <a:cubicBezTo>
                          <a:pt x="916" y="362"/>
                          <a:pt x="817" y="161"/>
                          <a:pt x="686" y="55"/>
                        </a:cubicBezTo>
                        <a:cubicBezTo>
                          <a:pt x="652" y="27"/>
                          <a:pt x="593" y="13"/>
                          <a:pt x="518" y="13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7" name="Google Shape;787;p20"/>
                  <p:cNvSpPr/>
                  <p:nvPr/>
                </p:nvSpPr>
                <p:spPr>
                  <a:xfrm rot="-9228732">
                    <a:off x="8437385" y="230698"/>
                    <a:ext cx="276392" cy="251612"/>
                  </a:xfrm>
                  <a:custGeom>
                    <a:rect b="b" l="l" r="r" t="t"/>
                    <a:pathLst>
                      <a:path extrusionOk="0" h="208" w="230">
                        <a:moveTo>
                          <a:pt x="112" y="208"/>
                        </a:moveTo>
                        <a:cubicBezTo>
                          <a:pt x="107" y="208"/>
                          <a:pt x="102" y="208"/>
                          <a:pt x="97" y="207"/>
                        </a:cubicBezTo>
                        <a:cubicBezTo>
                          <a:pt x="67" y="204"/>
                          <a:pt x="37" y="184"/>
                          <a:pt x="18" y="157"/>
                        </a:cubicBezTo>
                        <a:cubicBezTo>
                          <a:pt x="5" y="137"/>
                          <a:pt x="0" y="115"/>
                          <a:pt x="5" y="97"/>
                        </a:cubicBezTo>
                        <a:cubicBezTo>
                          <a:pt x="17" y="54"/>
                          <a:pt x="51" y="28"/>
                          <a:pt x="121" y="7"/>
                        </a:cubicBezTo>
                        <a:cubicBezTo>
                          <a:pt x="144" y="0"/>
                          <a:pt x="167" y="4"/>
                          <a:pt x="185" y="18"/>
                        </a:cubicBezTo>
                        <a:cubicBezTo>
                          <a:pt x="216" y="41"/>
                          <a:pt x="230" y="86"/>
                          <a:pt x="230" y="120"/>
                        </a:cubicBezTo>
                        <a:cubicBezTo>
                          <a:pt x="230" y="141"/>
                          <a:pt x="221" y="160"/>
                          <a:pt x="204" y="176"/>
                        </a:cubicBezTo>
                        <a:cubicBezTo>
                          <a:pt x="181" y="196"/>
                          <a:pt x="146" y="208"/>
                          <a:pt x="112" y="208"/>
                        </a:cubicBezTo>
                        <a:close/>
                        <a:moveTo>
                          <a:pt x="143" y="8"/>
                        </a:moveTo>
                        <a:cubicBezTo>
                          <a:pt x="137" y="8"/>
                          <a:pt x="129" y="9"/>
                          <a:pt x="122" y="11"/>
                        </a:cubicBezTo>
                        <a:cubicBezTo>
                          <a:pt x="54" y="31"/>
                          <a:pt x="20" y="57"/>
                          <a:pt x="9" y="98"/>
                        </a:cubicBezTo>
                        <a:cubicBezTo>
                          <a:pt x="4" y="115"/>
                          <a:pt x="9" y="135"/>
                          <a:pt x="22" y="154"/>
                        </a:cubicBezTo>
                        <a:cubicBezTo>
                          <a:pt x="40" y="181"/>
                          <a:pt x="69" y="200"/>
                          <a:pt x="98" y="203"/>
                        </a:cubicBezTo>
                        <a:cubicBezTo>
                          <a:pt x="134" y="208"/>
                          <a:pt x="175" y="195"/>
                          <a:pt x="201" y="173"/>
                        </a:cubicBezTo>
                        <a:cubicBezTo>
                          <a:pt x="217" y="158"/>
                          <a:pt x="226" y="140"/>
                          <a:pt x="226" y="120"/>
                        </a:cubicBezTo>
                        <a:cubicBezTo>
                          <a:pt x="226" y="87"/>
                          <a:pt x="213" y="44"/>
                          <a:pt x="183" y="21"/>
                        </a:cubicBezTo>
                        <a:cubicBezTo>
                          <a:pt x="171" y="12"/>
                          <a:pt x="158" y="8"/>
                          <a:pt x="143" y="8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8" name="Google Shape;788;p20"/>
                  <p:cNvSpPr/>
                  <p:nvPr/>
                </p:nvSpPr>
                <p:spPr>
                  <a:xfrm rot="-9228730">
                    <a:off x="8526937" y="-1002453"/>
                    <a:ext cx="756741" cy="590908"/>
                  </a:xfrm>
                  <a:custGeom>
                    <a:rect b="b" l="l" r="r" t="t"/>
                    <a:pathLst>
                      <a:path extrusionOk="0" h="491" w="631">
                        <a:moveTo>
                          <a:pt x="395" y="458"/>
                        </a:moveTo>
                        <a:cubicBezTo>
                          <a:pt x="376" y="458"/>
                          <a:pt x="357" y="453"/>
                          <a:pt x="339" y="443"/>
                        </a:cubicBezTo>
                        <a:cubicBezTo>
                          <a:pt x="256" y="396"/>
                          <a:pt x="73" y="283"/>
                          <a:pt x="35" y="233"/>
                        </a:cubicBezTo>
                        <a:cubicBezTo>
                          <a:pt x="9" y="198"/>
                          <a:pt x="0" y="103"/>
                          <a:pt x="28" y="45"/>
                        </a:cubicBezTo>
                        <a:cubicBezTo>
                          <a:pt x="40" y="18"/>
                          <a:pt x="60" y="3"/>
                          <a:pt x="83" y="2"/>
                        </a:cubicBezTo>
                        <a:cubicBezTo>
                          <a:pt x="136" y="0"/>
                          <a:pt x="198" y="40"/>
                          <a:pt x="252" y="75"/>
                        </a:cubicBezTo>
                        <a:cubicBezTo>
                          <a:pt x="282" y="94"/>
                          <a:pt x="311" y="113"/>
                          <a:pt x="334" y="121"/>
                        </a:cubicBezTo>
                        <a:cubicBezTo>
                          <a:pt x="400" y="146"/>
                          <a:pt x="506" y="152"/>
                          <a:pt x="570" y="155"/>
                        </a:cubicBezTo>
                        <a:cubicBezTo>
                          <a:pt x="580" y="156"/>
                          <a:pt x="580" y="156"/>
                          <a:pt x="580" y="156"/>
                        </a:cubicBezTo>
                        <a:cubicBezTo>
                          <a:pt x="596" y="157"/>
                          <a:pt x="607" y="166"/>
                          <a:pt x="614" y="182"/>
                        </a:cubicBezTo>
                        <a:cubicBezTo>
                          <a:pt x="631" y="224"/>
                          <a:pt x="615" y="307"/>
                          <a:pt x="582" y="345"/>
                        </a:cubicBezTo>
                        <a:cubicBezTo>
                          <a:pt x="549" y="383"/>
                          <a:pt x="473" y="458"/>
                          <a:pt x="395" y="458"/>
                        </a:cubicBezTo>
                        <a:close/>
                        <a:moveTo>
                          <a:pt x="87" y="6"/>
                        </a:moveTo>
                        <a:cubicBezTo>
                          <a:pt x="86" y="6"/>
                          <a:pt x="85" y="6"/>
                          <a:pt x="83" y="7"/>
                        </a:cubicBezTo>
                        <a:cubicBezTo>
                          <a:pt x="61" y="7"/>
                          <a:pt x="43" y="21"/>
                          <a:pt x="31" y="47"/>
                        </a:cubicBezTo>
                        <a:cubicBezTo>
                          <a:pt x="5" y="102"/>
                          <a:pt x="14" y="197"/>
                          <a:pt x="39" y="230"/>
                        </a:cubicBezTo>
                        <a:cubicBezTo>
                          <a:pt x="76" y="280"/>
                          <a:pt x="259" y="392"/>
                          <a:pt x="341" y="439"/>
                        </a:cubicBezTo>
                        <a:cubicBezTo>
                          <a:pt x="433" y="491"/>
                          <a:pt x="538" y="388"/>
                          <a:pt x="579" y="342"/>
                        </a:cubicBezTo>
                        <a:cubicBezTo>
                          <a:pt x="611" y="305"/>
                          <a:pt x="627" y="224"/>
                          <a:pt x="610" y="184"/>
                        </a:cubicBezTo>
                        <a:cubicBezTo>
                          <a:pt x="604" y="169"/>
                          <a:pt x="594" y="161"/>
                          <a:pt x="580" y="160"/>
                        </a:cubicBezTo>
                        <a:cubicBezTo>
                          <a:pt x="570" y="160"/>
                          <a:pt x="570" y="160"/>
                          <a:pt x="570" y="160"/>
                        </a:cubicBezTo>
                        <a:cubicBezTo>
                          <a:pt x="506" y="156"/>
                          <a:pt x="399" y="150"/>
                          <a:pt x="333" y="125"/>
                        </a:cubicBezTo>
                        <a:cubicBezTo>
                          <a:pt x="309" y="116"/>
                          <a:pt x="280" y="98"/>
                          <a:pt x="250" y="78"/>
                        </a:cubicBezTo>
                        <a:cubicBezTo>
                          <a:pt x="198" y="45"/>
                          <a:pt x="138" y="6"/>
                          <a:pt x="87" y="6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" name="Google Shape;789;p20"/>
                  <p:cNvSpPr/>
                  <p:nvPr/>
                </p:nvSpPr>
                <p:spPr>
                  <a:xfrm rot="-9228736">
                    <a:off x="8774676" y="-247169"/>
                    <a:ext cx="1385770" cy="1942371"/>
                  </a:xfrm>
                  <a:custGeom>
                    <a:rect b="b" l="l" r="r" t="t"/>
                    <a:pathLst>
                      <a:path extrusionOk="0" h="1615" w="1154">
                        <a:moveTo>
                          <a:pt x="838" y="1607"/>
                        </a:moveTo>
                        <a:cubicBezTo>
                          <a:pt x="799" y="1607"/>
                          <a:pt x="760" y="1598"/>
                          <a:pt x="722" y="1581"/>
                        </a:cubicBezTo>
                        <a:cubicBezTo>
                          <a:pt x="555" y="1501"/>
                          <a:pt x="192" y="1237"/>
                          <a:pt x="153" y="1155"/>
                        </a:cubicBezTo>
                        <a:cubicBezTo>
                          <a:pt x="116" y="1079"/>
                          <a:pt x="56" y="680"/>
                          <a:pt x="31" y="509"/>
                        </a:cubicBezTo>
                        <a:cubicBezTo>
                          <a:pt x="28" y="489"/>
                          <a:pt x="25" y="473"/>
                          <a:pt x="23" y="461"/>
                        </a:cubicBezTo>
                        <a:cubicBezTo>
                          <a:pt x="0" y="309"/>
                          <a:pt x="9" y="72"/>
                          <a:pt x="128" y="41"/>
                        </a:cubicBezTo>
                        <a:cubicBezTo>
                          <a:pt x="287" y="0"/>
                          <a:pt x="477" y="16"/>
                          <a:pt x="544" y="146"/>
                        </a:cubicBezTo>
                        <a:cubicBezTo>
                          <a:pt x="591" y="237"/>
                          <a:pt x="667" y="366"/>
                          <a:pt x="712" y="444"/>
                        </a:cubicBezTo>
                        <a:cubicBezTo>
                          <a:pt x="728" y="470"/>
                          <a:pt x="740" y="491"/>
                          <a:pt x="747" y="504"/>
                        </a:cubicBezTo>
                        <a:cubicBezTo>
                          <a:pt x="795" y="589"/>
                          <a:pt x="937" y="715"/>
                          <a:pt x="1020" y="757"/>
                        </a:cubicBezTo>
                        <a:cubicBezTo>
                          <a:pt x="1104" y="802"/>
                          <a:pt x="1154" y="983"/>
                          <a:pt x="1128" y="1081"/>
                        </a:cubicBezTo>
                        <a:cubicBezTo>
                          <a:pt x="1103" y="1172"/>
                          <a:pt x="1058" y="1341"/>
                          <a:pt x="1054" y="1446"/>
                        </a:cubicBezTo>
                        <a:cubicBezTo>
                          <a:pt x="1052" y="1492"/>
                          <a:pt x="1019" y="1540"/>
                          <a:pt x="967" y="1572"/>
                        </a:cubicBezTo>
                        <a:cubicBezTo>
                          <a:pt x="928" y="1595"/>
                          <a:pt x="883" y="1607"/>
                          <a:pt x="838" y="1607"/>
                        </a:cubicBezTo>
                        <a:close/>
                        <a:moveTo>
                          <a:pt x="129" y="43"/>
                        </a:moveTo>
                        <a:cubicBezTo>
                          <a:pt x="129" y="45"/>
                          <a:pt x="129" y="45"/>
                          <a:pt x="129" y="45"/>
                        </a:cubicBezTo>
                        <a:cubicBezTo>
                          <a:pt x="13" y="76"/>
                          <a:pt x="5" y="310"/>
                          <a:pt x="28" y="460"/>
                        </a:cubicBezTo>
                        <a:cubicBezTo>
                          <a:pt x="29" y="472"/>
                          <a:pt x="32" y="489"/>
                          <a:pt x="35" y="509"/>
                        </a:cubicBezTo>
                        <a:cubicBezTo>
                          <a:pt x="61" y="679"/>
                          <a:pt x="121" y="1078"/>
                          <a:pt x="157" y="1153"/>
                        </a:cubicBezTo>
                        <a:cubicBezTo>
                          <a:pt x="196" y="1235"/>
                          <a:pt x="557" y="1497"/>
                          <a:pt x="724" y="1577"/>
                        </a:cubicBezTo>
                        <a:cubicBezTo>
                          <a:pt x="803" y="1615"/>
                          <a:pt x="893" y="1611"/>
                          <a:pt x="965" y="1568"/>
                        </a:cubicBezTo>
                        <a:cubicBezTo>
                          <a:pt x="1016" y="1537"/>
                          <a:pt x="1048" y="1491"/>
                          <a:pt x="1050" y="1446"/>
                        </a:cubicBezTo>
                        <a:cubicBezTo>
                          <a:pt x="1053" y="1340"/>
                          <a:pt x="1099" y="1171"/>
                          <a:pt x="1124" y="1080"/>
                        </a:cubicBezTo>
                        <a:cubicBezTo>
                          <a:pt x="1150" y="983"/>
                          <a:pt x="1101" y="805"/>
                          <a:pt x="1018" y="761"/>
                        </a:cubicBezTo>
                        <a:cubicBezTo>
                          <a:pt x="935" y="718"/>
                          <a:pt x="792" y="592"/>
                          <a:pt x="744" y="506"/>
                        </a:cubicBezTo>
                        <a:cubicBezTo>
                          <a:pt x="737" y="493"/>
                          <a:pt x="724" y="472"/>
                          <a:pt x="709" y="446"/>
                        </a:cubicBezTo>
                        <a:cubicBezTo>
                          <a:pt x="663" y="368"/>
                          <a:pt x="587" y="239"/>
                          <a:pt x="541" y="147"/>
                        </a:cubicBezTo>
                        <a:cubicBezTo>
                          <a:pt x="475" y="20"/>
                          <a:pt x="287" y="4"/>
                          <a:pt x="129" y="45"/>
                        </a:cubicBezTo>
                        <a:lnTo>
                          <a:pt x="129" y="43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0" name="Google Shape;790;p20"/>
                  <p:cNvSpPr/>
                  <p:nvPr/>
                </p:nvSpPr>
                <p:spPr>
                  <a:xfrm rot="-9228734">
                    <a:off x="9040672" y="38242"/>
                    <a:ext cx="913049" cy="1441054"/>
                  </a:xfrm>
                  <a:custGeom>
                    <a:rect b="b" l="l" r="r" t="t"/>
                    <a:pathLst>
                      <a:path extrusionOk="0" h="1199" w="759">
                        <a:moveTo>
                          <a:pt x="589" y="1199"/>
                        </a:moveTo>
                        <a:cubicBezTo>
                          <a:pt x="522" y="1199"/>
                          <a:pt x="413" y="1109"/>
                          <a:pt x="324" y="1035"/>
                        </a:cubicBezTo>
                        <a:cubicBezTo>
                          <a:pt x="275" y="995"/>
                          <a:pt x="233" y="960"/>
                          <a:pt x="205" y="945"/>
                        </a:cubicBezTo>
                        <a:cubicBezTo>
                          <a:pt x="117" y="897"/>
                          <a:pt x="38" y="709"/>
                          <a:pt x="30" y="585"/>
                        </a:cubicBezTo>
                        <a:cubicBezTo>
                          <a:pt x="29" y="568"/>
                          <a:pt x="29" y="568"/>
                          <a:pt x="29" y="568"/>
                        </a:cubicBezTo>
                        <a:cubicBezTo>
                          <a:pt x="20" y="424"/>
                          <a:pt x="0" y="87"/>
                          <a:pt x="57" y="33"/>
                        </a:cubicBezTo>
                        <a:cubicBezTo>
                          <a:pt x="81" y="11"/>
                          <a:pt x="120" y="0"/>
                          <a:pt x="164" y="5"/>
                        </a:cubicBezTo>
                        <a:cubicBezTo>
                          <a:pt x="228" y="12"/>
                          <a:pt x="290" y="48"/>
                          <a:pt x="326" y="100"/>
                        </a:cubicBezTo>
                        <a:cubicBezTo>
                          <a:pt x="353" y="140"/>
                          <a:pt x="375" y="197"/>
                          <a:pt x="397" y="257"/>
                        </a:cubicBezTo>
                        <a:cubicBezTo>
                          <a:pt x="428" y="339"/>
                          <a:pt x="460" y="425"/>
                          <a:pt x="510" y="461"/>
                        </a:cubicBezTo>
                        <a:cubicBezTo>
                          <a:pt x="523" y="471"/>
                          <a:pt x="538" y="481"/>
                          <a:pt x="554" y="492"/>
                        </a:cubicBezTo>
                        <a:cubicBezTo>
                          <a:pt x="640" y="550"/>
                          <a:pt x="759" y="630"/>
                          <a:pt x="743" y="762"/>
                        </a:cubicBezTo>
                        <a:cubicBezTo>
                          <a:pt x="742" y="772"/>
                          <a:pt x="741" y="783"/>
                          <a:pt x="739" y="794"/>
                        </a:cubicBezTo>
                        <a:cubicBezTo>
                          <a:pt x="721" y="950"/>
                          <a:pt x="696" y="1164"/>
                          <a:pt x="609" y="1196"/>
                        </a:cubicBezTo>
                        <a:cubicBezTo>
                          <a:pt x="603" y="1198"/>
                          <a:pt x="596" y="1199"/>
                          <a:pt x="589" y="1199"/>
                        </a:cubicBezTo>
                        <a:close/>
                        <a:moveTo>
                          <a:pt x="143" y="8"/>
                        </a:moveTo>
                        <a:cubicBezTo>
                          <a:pt x="109" y="8"/>
                          <a:pt x="79" y="18"/>
                          <a:pt x="60" y="36"/>
                        </a:cubicBezTo>
                        <a:cubicBezTo>
                          <a:pt x="4" y="89"/>
                          <a:pt x="25" y="436"/>
                          <a:pt x="33" y="567"/>
                        </a:cubicBezTo>
                        <a:cubicBezTo>
                          <a:pt x="34" y="585"/>
                          <a:pt x="34" y="585"/>
                          <a:pt x="34" y="585"/>
                        </a:cubicBezTo>
                        <a:cubicBezTo>
                          <a:pt x="42" y="708"/>
                          <a:pt x="120" y="894"/>
                          <a:pt x="207" y="941"/>
                        </a:cubicBezTo>
                        <a:cubicBezTo>
                          <a:pt x="236" y="957"/>
                          <a:pt x="278" y="992"/>
                          <a:pt x="327" y="1032"/>
                        </a:cubicBezTo>
                        <a:cubicBezTo>
                          <a:pt x="415" y="1105"/>
                          <a:pt x="523" y="1195"/>
                          <a:pt x="589" y="1195"/>
                        </a:cubicBezTo>
                        <a:cubicBezTo>
                          <a:pt x="595" y="1195"/>
                          <a:pt x="602" y="1194"/>
                          <a:pt x="608" y="1192"/>
                        </a:cubicBezTo>
                        <a:cubicBezTo>
                          <a:pt x="693" y="1161"/>
                          <a:pt x="717" y="949"/>
                          <a:pt x="735" y="793"/>
                        </a:cubicBezTo>
                        <a:cubicBezTo>
                          <a:pt x="737" y="782"/>
                          <a:pt x="738" y="772"/>
                          <a:pt x="739" y="762"/>
                        </a:cubicBezTo>
                        <a:cubicBezTo>
                          <a:pt x="755" y="632"/>
                          <a:pt x="637" y="553"/>
                          <a:pt x="552" y="495"/>
                        </a:cubicBezTo>
                        <a:cubicBezTo>
                          <a:pt x="536" y="485"/>
                          <a:pt x="520" y="474"/>
                          <a:pt x="507" y="465"/>
                        </a:cubicBezTo>
                        <a:cubicBezTo>
                          <a:pt x="457" y="427"/>
                          <a:pt x="425" y="341"/>
                          <a:pt x="393" y="258"/>
                        </a:cubicBezTo>
                        <a:cubicBezTo>
                          <a:pt x="371" y="198"/>
                          <a:pt x="350" y="142"/>
                          <a:pt x="322" y="102"/>
                        </a:cubicBezTo>
                        <a:cubicBezTo>
                          <a:pt x="287" y="52"/>
                          <a:pt x="226" y="16"/>
                          <a:pt x="163" y="9"/>
                        </a:cubicBezTo>
                        <a:cubicBezTo>
                          <a:pt x="157" y="8"/>
                          <a:pt x="150" y="8"/>
                          <a:pt x="143" y="8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1" name="Google Shape;791;p20"/>
                  <p:cNvSpPr/>
                  <p:nvPr/>
                </p:nvSpPr>
                <p:spPr>
                  <a:xfrm rot="-9228731">
                    <a:off x="9356097" y="747729"/>
                    <a:ext cx="348827" cy="560410"/>
                  </a:xfrm>
                  <a:custGeom>
                    <a:rect b="b" l="l" r="r" t="t"/>
                    <a:pathLst>
                      <a:path extrusionOk="0" h="465" w="291">
                        <a:moveTo>
                          <a:pt x="128" y="464"/>
                        </a:moveTo>
                        <a:cubicBezTo>
                          <a:pt x="99" y="464"/>
                          <a:pt x="73" y="455"/>
                          <a:pt x="52" y="437"/>
                        </a:cubicBezTo>
                        <a:cubicBezTo>
                          <a:pt x="18" y="408"/>
                          <a:pt x="0" y="358"/>
                          <a:pt x="1" y="302"/>
                        </a:cubicBezTo>
                        <a:cubicBezTo>
                          <a:pt x="2" y="273"/>
                          <a:pt x="13" y="22"/>
                          <a:pt x="67" y="10"/>
                        </a:cubicBezTo>
                        <a:cubicBezTo>
                          <a:pt x="110" y="0"/>
                          <a:pt x="192" y="41"/>
                          <a:pt x="216" y="125"/>
                        </a:cubicBezTo>
                        <a:cubicBezTo>
                          <a:pt x="225" y="155"/>
                          <a:pt x="230" y="184"/>
                          <a:pt x="235" y="212"/>
                        </a:cubicBezTo>
                        <a:cubicBezTo>
                          <a:pt x="244" y="260"/>
                          <a:pt x="253" y="306"/>
                          <a:pt x="276" y="343"/>
                        </a:cubicBezTo>
                        <a:cubicBezTo>
                          <a:pt x="288" y="363"/>
                          <a:pt x="291" y="381"/>
                          <a:pt x="284" y="397"/>
                        </a:cubicBezTo>
                        <a:cubicBezTo>
                          <a:pt x="272" y="425"/>
                          <a:pt x="229" y="447"/>
                          <a:pt x="158" y="461"/>
                        </a:cubicBezTo>
                        <a:cubicBezTo>
                          <a:pt x="148" y="463"/>
                          <a:pt x="138" y="464"/>
                          <a:pt x="128" y="464"/>
                        </a:cubicBezTo>
                        <a:close/>
                        <a:moveTo>
                          <a:pt x="81" y="12"/>
                        </a:moveTo>
                        <a:cubicBezTo>
                          <a:pt x="76" y="12"/>
                          <a:pt x="72" y="13"/>
                          <a:pt x="67" y="14"/>
                        </a:cubicBezTo>
                        <a:cubicBezTo>
                          <a:pt x="26" y="23"/>
                          <a:pt x="9" y="206"/>
                          <a:pt x="6" y="302"/>
                        </a:cubicBezTo>
                        <a:cubicBezTo>
                          <a:pt x="4" y="356"/>
                          <a:pt x="22" y="406"/>
                          <a:pt x="55" y="433"/>
                        </a:cubicBezTo>
                        <a:cubicBezTo>
                          <a:pt x="82" y="457"/>
                          <a:pt x="117" y="465"/>
                          <a:pt x="157" y="457"/>
                        </a:cubicBezTo>
                        <a:cubicBezTo>
                          <a:pt x="227" y="443"/>
                          <a:pt x="269" y="422"/>
                          <a:pt x="280" y="396"/>
                        </a:cubicBezTo>
                        <a:cubicBezTo>
                          <a:pt x="287" y="381"/>
                          <a:pt x="284" y="364"/>
                          <a:pt x="272" y="346"/>
                        </a:cubicBezTo>
                        <a:cubicBezTo>
                          <a:pt x="249" y="308"/>
                          <a:pt x="240" y="261"/>
                          <a:pt x="231" y="212"/>
                        </a:cubicBezTo>
                        <a:cubicBezTo>
                          <a:pt x="226" y="185"/>
                          <a:pt x="221" y="156"/>
                          <a:pt x="212" y="126"/>
                        </a:cubicBezTo>
                        <a:cubicBezTo>
                          <a:pt x="191" y="52"/>
                          <a:pt x="124" y="12"/>
                          <a:pt x="81" y="12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2" name="Google Shape;792;p20"/>
                  <p:cNvSpPr/>
                  <p:nvPr/>
                </p:nvSpPr>
                <p:spPr>
                  <a:xfrm rot="-9228735">
                    <a:off x="9395630" y="148316"/>
                    <a:ext cx="251611" cy="297360"/>
                  </a:xfrm>
                  <a:custGeom>
                    <a:rect b="b" l="l" r="r" t="t"/>
                    <a:pathLst>
                      <a:path extrusionOk="0" h="247" w="210">
                        <a:moveTo>
                          <a:pt x="114" y="237"/>
                        </a:moveTo>
                        <a:cubicBezTo>
                          <a:pt x="73" y="237"/>
                          <a:pt x="32" y="180"/>
                          <a:pt x="7" y="122"/>
                        </a:cubicBezTo>
                        <a:cubicBezTo>
                          <a:pt x="0" y="107"/>
                          <a:pt x="0" y="92"/>
                          <a:pt x="7" y="78"/>
                        </a:cubicBezTo>
                        <a:cubicBezTo>
                          <a:pt x="24" y="40"/>
                          <a:pt x="78" y="14"/>
                          <a:pt x="104" y="5"/>
                        </a:cubicBezTo>
                        <a:cubicBezTo>
                          <a:pt x="117" y="0"/>
                          <a:pt x="135" y="5"/>
                          <a:pt x="154" y="17"/>
                        </a:cubicBezTo>
                        <a:cubicBezTo>
                          <a:pt x="178" y="34"/>
                          <a:pt x="204" y="64"/>
                          <a:pt x="206" y="95"/>
                        </a:cubicBezTo>
                        <a:cubicBezTo>
                          <a:pt x="210" y="146"/>
                          <a:pt x="179" y="216"/>
                          <a:pt x="131" y="234"/>
                        </a:cubicBezTo>
                        <a:cubicBezTo>
                          <a:pt x="126" y="236"/>
                          <a:pt x="120" y="237"/>
                          <a:pt x="114" y="237"/>
                        </a:cubicBezTo>
                        <a:close/>
                        <a:moveTo>
                          <a:pt x="115" y="7"/>
                        </a:moveTo>
                        <a:cubicBezTo>
                          <a:pt x="111" y="7"/>
                          <a:pt x="108" y="8"/>
                          <a:pt x="105" y="9"/>
                        </a:cubicBezTo>
                        <a:cubicBezTo>
                          <a:pt x="85" y="16"/>
                          <a:pt x="27" y="42"/>
                          <a:pt x="11" y="79"/>
                        </a:cubicBezTo>
                        <a:cubicBezTo>
                          <a:pt x="5" y="93"/>
                          <a:pt x="5" y="107"/>
                          <a:pt x="11" y="120"/>
                        </a:cubicBezTo>
                        <a:cubicBezTo>
                          <a:pt x="37" y="182"/>
                          <a:pt x="85" y="247"/>
                          <a:pt x="130" y="230"/>
                        </a:cubicBezTo>
                        <a:cubicBezTo>
                          <a:pt x="176" y="212"/>
                          <a:pt x="206" y="144"/>
                          <a:pt x="202" y="96"/>
                        </a:cubicBezTo>
                        <a:cubicBezTo>
                          <a:pt x="200" y="66"/>
                          <a:pt x="175" y="37"/>
                          <a:pt x="152" y="21"/>
                        </a:cubicBezTo>
                        <a:cubicBezTo>
                          <a:pt x="138" y="12"/>
                          <a:pt x="125" y="7"/>
                          <a:pt x="115" y="7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89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793" name="Google Shape;793;p20"/>
          <p:cNvGrpSpPr/>
          <p:nvPr/>
        </p:nvGrpSpPr>
        <p:grpSpPr>
          <a:xfrm>
            <a:off x="-650147" y="-494505"/>
            <a:ext cx="10016492" cy="5684063"/>
            <a:chOff x="-650147" y="-494505"/>
            <a:chExt cx="10016492" cy="5684063"/>
          </a:xfrm>
        </p:grpSpPr>
        <p:pic>
          <p:nvPicPr>
            <p:cNvPr id="794" name="Google Shape;794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255539">
              <a:off x="-488446" y="3994025"/>
              <a:ext cx="895672" cy="1070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5" name="Google Shape;79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20971" y="445025"/>
              <a:ext cx="545374" cy="651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6" name="Google Shape;796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8767514">
              <a:off x="7578075" y="-352153"/>
              <a:ext cx="750220" cy="786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1"/>
          <p:cNvSpPr txBox="1"/>
          <p:nvPr>
            <p:ph type="title"/>
          </p:nvPr>
        </p:nvSpPr>
        <p:spPr>
          <a:xfrm>
            <a:off x="722376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9" name="Google Shape;799;p21"/>
          <p:cNvGrpSpPr/>
          <p:nvPr/>
        </p:nvGrpSpPr>
        <p:grpSpPr>
          <a:xfrm>
            <a:off x="-801512" y="-2051018"/>
            <a:ext cx="11165192" cy="8076436"/>
            <a:chOff x="-801512" y="-2051018"/>
            <a:chExt cx="11165192" cy="8076436"/>
          </a:xfrm>
        </p:grpSpPr>
        <p:grpSp>
          <p:nvGrpSpPr>
            <p:cNvPr id="800" name="Google Shape;800;p21"/>
            <p:cNvGrpSpPr/>
            <p:nvPr/>
          </p:nvGrpSpPr>
          <p:grpSpPr>
            <a:xfrm rot="-2058013">
              <a:off x="7320312" y="-1698811"/>
              <a:ext cx="2220938" cy="3146267"/>
              <a:chOff x="8772613" y="-638134"/>
              <a:chExt cx="2220659" cy="3145871"/>
            </a:xfrm>
          </p:grpSpPr>
          <p:sp>
            <p:nvSpPr>
              <p:cNvPr id="801" name="Google Shape;801;p21"/>
              <p:cNvSpPr/>
              <p:nvPr/>
            </p:nvSpPr>
            <p:spPr>
              <a:xfrm>
                <a:off x="8772613" y="411451"/>
                <a:ext cx="1165225" cy="869949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21"/>
              <p:cNvSpPr/>
              <p:nvPr/>
            </p:nvSpPr>
            <p:spPr>
              <a:xfrm>
                <a:off x="8988513" y="532100"/>
                <a:ext cx="796925" cy="617538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21"/>
              <p:cNvSpPr/>
              <p:nvPr/>
            </p:nvSpPr>
            <p:spPr>
              <a:xfrm>
                <a:off x="9298075" y="765464"/>
                <a:ext cx="357188" cy="288925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21"/>
              <p:cNvSpPr/>
              <p:nvPr/>
            </p:nvSpPr>
            <p:spPr>
              <a:xfrm>
                <a:off x="9389600" y="1066288"/>
                <a:ext cx="1428750" cy="1441450"/>
              </a:xfrm>
              <a:custGeom>
                <a:rect b="b" l="l" r="r" t="t"/>
                <a:pathLst>
                  <a:path extrusionOk="0" h="1439" w="1428">
                    <a:moveTo>
                      <a:pt x="527" y="1417"/>
                    </a:moveTo>
                    <a:cubicBezTo>
                      <a:pt x="397" y="1417"/>
                      <a:pt x="261" y="1399"/>
                      <a:pt x="201" y="1375"/>
                    </a:cubicBezTo>
                    <a:cubicBezTo>
                      <a:pt x="106" y="1337"/>
                      <a:pt x="151" y="1168"/>
                      <a:pt x="184" y="1044"/>
                    </a:cubicBezTo>
                    <a:cubicBezTo>
                      <a:pt x="190" y="1021"/>
                      <a:pt x="195" y="1000"/>
                      <a:pt x="200" y="981"/>
                    </a:cubicBezTo>
                    <a:cubicBezTo>
                      <a:pt x="213" y="922"/>
                      <a:pt x="157" y="837"/>
                      <a:pt x="103" y="754"/>
                    </a:cubicBezTo>
                    <a:cubicBezTo>
                      <a:pt x="52" y="677"/>
                      <a:pt x="0" y="597"/>
                      <a:pt x="0" y="535"/>
                    </a:cubicBezTo>
                    <a:cubicBezTo>
                      <a:pt x="0" y="410"/>
                      <a:pt x="187" y="349"/>
                      <a:pt x="305" y="341"/>
                    </a:cubicBezTo>
                    <a:cubicBezTo>
                      <a:pt x="406" y="334"/>
                      <a:pt x="480" y="287"/>
                      <a:pt x="569" y="176"/>
                    </a:cubicBezTo>
                    <a:cubicBezTo>
                      <a:pt x="612" y="122"/>
                      <a:pt x="712" y="67"/>
                      <a:pt x="825" y="35"/>
                    </a:cubicBezTo>
                    <a:cubicBezTo>
                      <a:pt x="946" y="0"/>
                      <a:pt x="1047" y="2"/>
                      <a:pt x="1096" y="39"/>
                    </a:cubicBezTo>
                    <a:cubicBezTo>
                      <a:pt x="1157" y="85"/>
                      <a:pt x="1357" y="246"/>
                      <a:pt x="1348" y="362"/>
                    </a:cubicBezTo>
                    <a:cubicBezTo>
                      <a:pt x="1341" y="460"/>
                      <a:pt x="1377" y="730"/>
                      <a:pt x="1414" y="852"/>
                    </a:cubicBezTo>
                    <a:cubicBezTo>
                      <a:pt x="1428" y="897"/>
                      <a:pt x="1419" y="947"/>
                      <a:pt x="1389" y="998"/>
                    </a:cubicBezTo>
                    <a:cubicBezTo>
                      <a:pt x="1346" y="1071"/>
                      <a:pt x="1265" y="1130"/>
                      <a:pt x="1188" y="1146"/>
                    </a:cubicBezTo>
                    <a:cubicBezTo>
                      <a:pt x="1057" y="1173"/>
                      <a:pt x="894" y="1294"/>
                      <a:pt x="808" y="1364"/>
                    </a:cubicBezTo>
                    <a:cubicBezTo>
                      <a:pt x="761" y="1402"/>
                      <a:pt x="647" y="1417"/>
                      <a:pt x="527" y="1417"/>
                    </a:cubicBezTo>
                    <a:close/>
                    <a:moveTo>
                      <a:pt x="983" y="14"/>
                    </a:moveTo>
                    <a:cubicBezTo>
                      <a:pt x="843" y="14"/>
                      <a:pt x="641" y="93"/>
                      <a:pt x="572" y="178"/>
                    </a:cubicBezTo>
                    <a:cubicBezTo>
                      <a:pt x="482" y="291"/>
                      <a:pt x="407" y="338"/>
                      <a:pt x="305" y="345"/>
                    </a:cubicBezTo>
                    <a:cubicBezTo>
                      <a:pt x="189" y="353"/>
                      <a:pt x="4" y="412"/>
                      <a:pt x="4" y="535"/>
                    </a:cubicBezTo>
                    <a:cubicBezTo>
                      <a:pt x="4" y="596"/>
                      <a:pt x="56" y="675"/>
                      <a:pt x="106" y="752"/>
                    </a:cubicBezTo>
                    <a:cubicBezTo>
                      <a:pt x="163" y="839"/>
                      <a:pt x="217" y="922"/>
                      <a:pt x="204" y="982"/>
                    </a:cubicBezTo>
                    <a:cubicBezTo>
                      <a:pt x="199" y="1001"/>
                      <a:pt x="194" y="1022"/>
                      <a:pt x="188" y="1045"/>
                    </a:cubicBezTo>
                    <a:cubicBezTo>
                      <a:pt x="155" y="1167"/>
                      <a:pt x="111" y="1335"/>
                      <a:pt x="202" y="1371"/>
                    </a:cubicBezTo>
                    <a:cubicBezTo>
                      <a:pt x="317" y="1417"/>
                      <a:pt x="709" y="1439"/>
                      <a:pt x="806" y="1360"/>
                    </a:cubicBezTo>
                    <a:cubicBezTo>
                      <a:pt x="891" y="1291"/>
                      <a:pt x="1055" y="1169"/>
                      <a:pt x="1187" y="1142"/>
                    </a:cubicBezTo>
                    <a:cubicBezTo>
                      <a:pt x="1263" y="1126"/>
                      <a:pt x="1343" y="1067"/>
                      <a:pt x="1386" y="995"/>
                    </a:cubicBezTo>
                    <a:cubicBezTo>
                      <a:pt x="1406" y="961"/>
                      <a:pt x="1427" y="908"/>
                      <a:pt x="1410" y="853"/>
                    </a:cubicBezTo>
                    <a:cubicBezTo>
                      <a:pt x="1373" y="731"/>
                      <a:pt x="1337" y="460"/>
                      <a:pt x="1344" y="361"/>
                    </a:cubicBezTo>
                    <a:cubicBezTo>
                      <a:pt x="1352" y="248"/>
                      <a:pt x="1154" y="88"/>
                      <a:pt x="1094" y="42"/>
                    </a:cubicBezTo>
                    <a:cubicBezTo>
                      <a:pt x="1068" y="23"/>
                      <a:pt x="1029" y="14"/>
                      <a:pt x="983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21"/>
              <p:cNvSpPr/>
              <p:nvPr/>
            </p:nvSpPr>
            <p:spPr>
              <a:xfrm>
                <a:off x="9681700" y="1226626"/>
                <a:ext cx="944563" cy="820738"/>
              </a:xfrm>
              <a:custGeom>
                <a:rect b="b" l="l" r="r" t="t"/>
                <a:pathLst>
                  <a:path extrusionOk="0" h="819" w="943">
                    <a:moveTo>
                      <a:pt x="448" y="775"/>
                    </a:moveTo>
                    <a:cubicBezTo>
                      <a:pt x="266" y="775"/>
                      <a:pt x="86" y="619"/>
                      <a:pt x="47" y="583"/>
                    </a:cubicBezTo>
                    <a:cubicBezTo>
                      <a:pt x="15" y="553"/>
                      <a:pt x="0" y="422"/>
                      <a:pt x="2" y="375"/>
                    </a:cubicBezTo>
                    <a:cubicBezTo>
                      <a:pt x="6" y="300"/>
                      <a:pt x="107" y="234"/>
                      <a:pt x="236" y="223"/>
                    </a:cubicBezTo>
                    <a:cubicBezTo>
                      <a:pt x="360" y="212"/>
                      <a:pt x="455" y="58"/>
                      <a:pt x="456" y="56"/>
                    </a:cubicBezTo>
                    <a:cubicBezTo>
                      <a:pt x="457" y="56"/>
                      <a:pt x="457" y="56"/>
                      <a:pt x="457" y="56"/>
                    </a:cubicBezTo>
                    <a:cubicBezTo>
                      <a:pt x="495" y="18"/>
                      <a:pt x="543" y="0"/>
                      <a:pt x="600" y="4"/>
                    </a:cubicBezTo>
                    <a:cubicBezTo>
                      <a:pt x="703" y="10"/>
                      <a:pt x="813" y="86"/>
                      <a:pt x="869" y="158"/>
                    </a:cubicBezTo>
                    <a:cubicBezTo>
                      <a:pt x="943" y="255"/>
                      <a:pt x="923" y="352"/>
                      <a:pt x="905" y="437"/>
                    </a:cubicBezTo>
                    <a:cubicBezTo>
                      <a:pt x="902" y="450"/>
                      <a:pt x="900" y="462"/>
                      <a:pt x="897" y="474"/>
                    </a:cubicBezTo>
                    <a:cubicBezTo>
                      <a:pt x="879" y="571"/>
                      <a:pt x="736" y="706"/>
                      <a:pt x="526" y="765"/>
                    </a:cubicBezTo>
                    <a:cubicBezTo>
                      <a:pt x="500" y="772"/>
                      <a:pt x="474" y="775"/>
                      <a:pt x="448" y="775"/>
                    </a:cubicBezTo>
                    <a:close/>
                    <a:moveTo>
                      <a:pt x="460" y="58"/>
                    </a:moveTo>
                    <a:cubicBezTo>
                      <a:pt x="456" y="65"/>
                      <a:pt x="361" y="217"/>
                      <a:pt x="236" y="227"/>
                    </a:cubicBezTo>
                    <a:cubicBezTo>
                      <a:pt x="111" y="238"/>
                      <a:pt x="10" y="303"/>
                      <a:pt x="7" y="375"/>
                    </a:cubicBezTo>
                    <a:cubicBezTo>
                      <a:pt x="4" y="421"/>
                      <a:pt x="19" y="552"/>
                      <a:pt x="50" y="580"/>
                    </a:cubicBezTo>
                    <a:cubicBezTo>
                      <a:pt x="77" y="605"/>
                      <a:pt x="317" y="819"/>
                      <a:pt x="525" y="761"/>
                    </a:cubicBezTo>
                    <a:cubicBezTo>
                      <a:pt x="733" y="702"/>
                      <a:pt x="876" y="569"/>
                      <a:pt x="893" y="474"/>
                    </a:cubicBezTo>
                    <a:cubicBezTo>
                      <a:pt x="896" y="461"/>
                      <a:pt x="898" y="449"/>
                      <a:pt x="901" y="436"/>
                    </a:cubicBezTo>
                    <a:cubicBezTo>
                      <a:pt x="919" y="352"/>
                      <a:pt x="939" y="256"/>
                      <a:pt x="865" y="161"/>
                    </a:cubicBezTo>
                    <a:cubicBezTo>
                      <a:pt x="811" y="90"/>
                      <a:pt x="702" y="14"/>
                      <a:pt x="600" y="8"/>
                    </a:cubicBezTo>
                    <a:cubicBezTo>
                      <a:pt x="544" y="4"/>
                      <a:pt x="497" y="21"/>
                      <a:pt x="460" y="5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21"/>
              <p:cNvSpPr/>
              <p:nvPr/>
            </p:nvSpPr>
            <p:spPr>
              <a:xfrm>
                <a:off x="9651538" y="2096576"/>
                <a:ext cx="401638" cy="301625"/>
              </a:xfrm>
              <a:custGeom>
                <a:rect b="b" l="l" r="r" t="t"/>
                <a:pathLst>
                  <a:path extrusionOk="0" h="302" w="401">
                    <a:moveTo>
                      <a:pt x="282" y="284"/>
                    </a:moveTo>
                    <a:cubicBezTo>
                      <a:pt x="187" y="284"/>
                      <a:pt x="59" y="256"/>
                      <a:pt x="26" y="240"/>
                    </a:cubicBezTo>
                    <a:cubicBezTo>
                      <a:pt x="14" y="234"/>
                      <a:pt x="6" y="220"/>
                      <a:pt x="4" y="199"/>
                    </a:cubicBezTo>
                    <a:cubicBezTo>
                      <a:pt x="0" y="151"/>
                      <a:pt x="27" y="73"/>
                      <a:pt x="74" y="37"/>
                    </a:cubicBezTo>
                    <a:cubicBezTo>
                      <a:pt x="123" y="0"/>
                      <a:pt x="192" y="35"/>
                      <a:pt x="253" y="66"/>
                    </a:cubicBezTo>
                    <a:cubicBezTo>
                      <a:pt x="272" y="76"/>
                      <a:pt x="291" y="85"/>
                      <a:pt x="308" y="92"/>
                    </a:cubicBezTo>
                    <a:cubicBezTo>
                      <a:pt x="356" y="111"/>
                      <a:pt x="396" y="163"/>
                      <a:pt x="399" y="209"/>
                    </a:cubicBezTo>
                    <a:cubicBezTo>
                      <a:pt x="401" y="236"/>
                      <a:pt x="390" y="257"/>
                      <a:pt x="368" y="269"/>
                    </a:cubicBezTo>
                    <a:cubicBezTo>
                      <a:pt x="349" y="280"/>
                      <a:pt x="318" y="284"/>
                      <a:pt x="282" y="284"/>
                    </a:cubicBezTo>
                    <a:close/>
                    <a:moveTo>
                      <a:pt x="124" y="25"/>
                    </a:moveTo>
                    <a:cubicBezTo>
                      <a:pt x="107" y="25"/>
                      <a:pt x="91" y="29"/>
                      <a:pt x="76" y="40"/>
                    </a:cubicBezTo>
                    <a:cubicBezTo>
                      <a:pt x="31" y="75"/>
                      <a:pt x="4" y="152"/>
                      <a:pt x="9" y="199"/>
                    </a:cubicBezTo>
                    <a:cubicBezTo>
                      <a:pt x="10" y="212"/>
                      <a:pt x="14" y="229"/>
                      <a:pt x="28" y="236"/>
                    </a:cubicBezTo>
                    <a:cubicBezTo>
                      <a:pt x="72" y="258"/>
                      <a:pt x="301" y="302"/>
                      <a:pt x="366" y="266"/>
                    </a:cubicBezTo>
                    <a:cubicBezTo>
                      <a:pt x="392" y="251"/>
                      <a:pt x="396" y="227"/>
                      <a:pt x="395" y="210"/>
                    </a:cubicBezTo>
                    <a:cubicBezTo>
                      <a:pt x="392" y="165"/>
                      <a:pt x="353" y="114"/>
                      <a:pt x="307" y="96"/>
                    </a:cubicBezTo>
                    <a:cubicBezTo>
                      <a:pt x="307" y="96"/>
                      <a:pt x="307" y="96"/>
                      <a:pt x="307" y="96"/>
                    </a:cubicBezTo>
                    <a:cubicBezTo>
                      <a:pt x="289" y="89"/>
                      <a:pt x="270" y="79"/>
                      <a:pt x="251" y="69"/>
                    </a:cubicBezTo>
                    <a:cubicBezTo>
                      <a:pt x="207" y="47"/>
                      <a:pt x="163" y="25"/>
                      <a:pt x="124" y="2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21"/>
              <p:cNvSpPr/>
              <p:nvPr/>
            </p:nvSpPr>
            <p:spPr>
              <a:xfrm>
                <a:off x="9811875" y="1490151"/>
                <a:ext cx="642937" cy="401638"/>
              </a:xfrm>
              <a:custGeom>
                <a:rect b="b" l="l" r="r" t="t"/>
                <a:pathLst>
                  <a:path extrusionOk="0" h="401" w="643">
                    <a:moveTo>
                      <a:pt x="308" y="393"/>
                    </a:moveTo>
                    <a:cubicBezTo>
                      <a:pt x="234" y="393"/>
                      <a:pt x="125" y="338"/>
                      <a:pt x="63" y="302"/>
                    </a:cubicBezTo>
                    <a:cubicBezTo>
                      <a:pt x="8" y="271"/>
                      <a:pt x="0" y="169"/>
                      <a:pt x="32" y="111"/>
                    </a:cubicBezTo>
                    <a:cubicBezTo>
                      <a:pt x="64" y="55"/>
                      <a:pt x="137" y="67"/>
                      <a:pt x="186" y="75"/>
                    </a:cubicBezTo>
                    <a:cubicBezTo>
                      <a:pt x="190" y="76"/>
                      <a:pt x="193" y="76"/>
                      <a:pt x="197" y="77"/>
                    </a:cubicBezTo>
                    <a:cubicBezTo>
                      <a:pt x="242" y="84"/>
                      <a:pt x="338" y="75"/>
                      <a:pt x="395" y="40"/>
                    </a:cubicBezTo>
                    <a:cubicBezTo>
                      <a:pt x="462" y="0"/>
                      <a:pt x="558" y="101"/>
                      <a:pt x="586" y="133"/>
                    </a:cubicBezTo>
                    <a:cubicBezTo>
                      <a:pt x="643" y="199"/>
                      <a:pt x="612" y="259"/>
                      <a:pt x="579" y="305"/>
                    </a:cubicBezTo>
                    <a:cubicBezTo>
                      <a:pt x="543" y="354"/>
                      <a:pt x="444" y="371"/>
                      <a:pt x="365" y="385"/>
                    </a:cubicBezTo>
                    <a:cubicBezTo>
                      <a:pt x="352" y="387"/>
                      <a:pt x="341" y="389"/>
                      <a:pt x="330" y="391"/>
                    </a:cubicBezTo>
                    <a:cubicBezTo>
                      <a:pt x="323" y="392"/>
                      <a:pt x="316" y="393"/>
                      <a:pt x="308" y="393"/>
                    </a:cubicBezTo>
                    <a:close/>
                    <a:moveTo>
                      <a:pt x="121" y="72"/>
                    </a:moveTo>
                    <a:cubicBezTo>
                      <a:pt x="87" y="72"/>
                      <a:pt x="54" y="81"/>
                      <a:pt x="36" y="113"/>
                    </a:cubicBezTo>
                    <a:cubicBezTo>
                      <a:pt x="5" y="169"/>
                      <a:pt x="13" y="269"/>
                      <a:pt x="65" y="299"/>
                    </a:cubicBezTo>
                    <a:cubicBezTo>
                      <a:pt x="133" y="337"/>
                      <a:pt x="258" y="401"/>
                      <a:pt x="329" y="387"/>
                    </a:cubicBezTo>
                    <a:cubicBezTo>
                      <a:pt x="340" y="385"/>
                      <a:pt x="352" y="383"/>
                      <a:pt x="364" y="381"/>
                    </a:cubicBezTo>
                    <a:cubicBezTo>
                      <a:pt x="439" y="368"/>
                      <a:pt x="541" y="350"/>
                      <a:pt x="575" y="303"/>
                    </a:cubicBezTo>
                    <a:cubicBezTo>
                      <a:pt x="624" y="236"/>
                      <a:pt x="627" y="186"/>
                      <a:pt x="583" y="136"/>
                    </a:cubicBezTo>
                    <a:cubicBezTo>
                      <a:pt x="555" y="104"/>
                      <a:pt x="461" y="5"/>
                      <a:pt x="397" y="44"/>
                    </a:cubicBezTo>
                    <a:cubicBezTo>
                      <a:pt x="339" y="79"/>
                      <a:pt x="242" y="88"/>
                      <a:pt x="196" y="81"/>
                    </a:cubicBezTo>
                    <a:cubicBezTo>
                      <a:pt x="193" y="80"/>
                      <a:pt x="189" y="80"/>
                      <a:pt x="185" y="79"/>
                    </a:cubicBezTo>
                    <a:cubicBezTo>
                      <a:pt x="166" y="76"/>
                      <a:pt x="144" y="72"/>
                      <a:pt x="121" y="7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21"/>
              <p:cNvSpPr/>
              <p:nvPr/>
            </p:nvSpPr>
            <p:spPr>
              <a:xfrm rot="-5103577">
                <a:off x="9597237" y="-316537"/>
                <a:ext cx="1608137" cy="1049339"/>
              </a:xfrm>
              <a:custGeom>
                <a:rect b="b" l="l" r="r" t="t"/>
                <a:pathLst>
                  <a:path extrusionOk="0" h="1048" w="1607">
                    <a:moveTo>
                      <a:pt x="1183" y="1023"/>
                    </a:moveTo>
                    <a:cubicBezTo>
                      <a:pt x="1083" y="1023"/>
                      <a:pt x="996" y="1006"/>
                      <a:pt x="968" y="992"/>
                    </a:cubicBezTo>
                    <a:cubicBezTo>
                      <a:pt x="897" y="957"/>
                      <a:pt x="674" y="923"/>
                      <a:pt x="551" y="915"/>
                    </a:cubicBezTo>
                    <a:cubicBezTo>
                      <a:pt x="440" y="908"/>
                      <a:pt x="227" y="836"/>
                      <a:pt x="177" y="778"/>
                    </a:cubicBezTo>
                    <a:cubicBezTo>
                      <a:pt x="140" y="734"/>
                      <a:pt x="129" y="673"/>
                      <a:pt x="119" y="614"/>
                    </a:cubicBezTo>
                    <a:cubicBezTo>
                      <a:pt x="114" y="587"/>
                      <a:pt x="110" y="561"/>
                      <a:pt x="103" y="537"/>
                    </a:cubicBezTo>
                    <a:cubicBezTo>
                      <a:pt x="94" y="505"/>
                      <a:pt x="79" y="468"/>
                      <a:pt x="64" y="429"/>
                    </a:cubicBezTo>
                    <a:cubicBezTo>
                      <a:pt x="42" y="373"/>
                      <a:pt x="19" y="315"/>
                      <a:pt x="11" y="267"/>
                    </a:cubicBezTo>
                    <a:cubicBezTo>
                      <a:pt x="2" y="218"/>
                      <a:pt x="68" y="154"/>
                      <a:pt x="108" y="120"/>
                    </a:cubicBezTo>
                    <a:cubicBezTo>
                      <a:pt x="165" y="73"/>
                      <a:pt x="238" y="29"/>
                      <a:pt x="285" y="14"/>
                    </a:cubicBezTo>
                    <a:cubicBezTo>
                      <a:pt x="328" y="0"/>
                      <a:pt x="401" y="29"/>
                      <a:pt x="485" y="62"/>
                    </a:cubicBezTo>
                    <a:cubicBezTo>
                      <a:pt x="581" y="99"/>
                      <a:pt x="690" y="142"/>
                      <a:pt x="776" y="128"/>
                    </a:cubicBezTo>
                    <a:cubicBezTo>
                      <a:pt x="983" y="95"/>
                      <a:pt x="1272" y="57"/>
                      <a:pt x="1401" y="106"/>
                    </a:cubicBezTo>
                    <a:cubicBezTo>
                      <a:pt x="1466" y="131"/>
                      <a:pt x="1530" y="239"/>
                      <a:pt x="1566" y="390"/>
                    </a:cubicBezTo>
                    <a:cubicBezTo>
                      <a:pt x="1604" y="544"/>
                      <a:pt x="1607" y="707"/>
                      <a:pt x="1572" y="825"/>
                    </a:cubicBezTo>
                    <a:cubicBezTo>
                      <a:pt x="1552" y="894"/>
                      <a:pt x="1503" y="946"/>
                      <a:pt x="1426" y="980"/>
                    </a:cubicBezTo>
                    <a:cubicBezTo>
                      <a:pt x="1352" y="1012"/>
                      <a:pt x="1263" y="1023"/>
                      <a:pt x="1183" y="1023"/>
                    </a:cubicBezTo>
                    <a:close/>
                    <a:moveTo>
                      <a:pt x="311" y="14"/>
                    </a:moveTo>
                    <a:cubicBezTo>
                      <a:pt x="302" y="14"/>
                      <a:pt x="294" y="15"/>
                      <a:pt x="286" y="18"/>
                    </a:cubicBezTo>
                    <a:cubicBezTo>
                      <a:pt x="193" y="48"/>
                      <a:pt x="0" y="188"/>
                      <a:pt x="15" y="266"/>
                    </a:cubicBezTo>
                    <a:cubicBezTo>
                      <a:pt x="23" y="314"/>
                      <a:pt x="46" y="372"/>
                      <a:pt x="68" y="428"/>
                    </a:cubicBezTo>
                    <a:cubicBezTo>
                      <a:pt x="83" y="467"/>
                      <a:pt x="98" y="504"/>
                      <a:pt x="107" y="536"/>
                    </a:cubicBezTo>
                    <a:cubicBezTo>
                      <a:pt x="114" y="560"/>
                      <a:pt x="118" y="586"/>
                      <a:pt x="123" y="613"/>
                    </a:cubicBezTo>
                    <a:cubicBezTo>
                      <a:pt x="133" y="672"/>
                      <a:pt x="143" y="732"/>
                      <a:pt x="180" y="775"/>
                    </a:cubicBezTo>
                    <a:cubicBezTo>
                      <a:pt x="229" y="831"/>
                      <a:pt x="443" y="904"/>
                      <a:pt x="552" y="911"/>
                    </a:cubicBezTo>
                    <a:cubicBezTo>
                      <a:pt x="657" y="918"/>
                      <a:pt x="893" y="950"/>
                      <a:pt x="970" y="989"/>
                    </a:cubicBezTo>
                    <a:cubicBezTo>
                      <a:pt x="1019" y="1013"/>
                      <a:pt x="1259" y="1048"/>
                      <a:pt x="1424" y="976"/>
                    </a:cubicBezTo>
                    <a:cubicBezTo>
                      <a:pt x="1500" y="943"/>
                      <a:pt x="1549" y="892"/>
                      <a:pt x="1568" y="824"/>
                    </a:cubicBezTo>
                    <a:cubicBezTo>
                      <a:pt x="1603" y="706"/>
                      <a:pt x="1600" y="544"/>
                      <a:pt x="1562" y="391"/>
                    </a:cubicBezTo>
                    <a:cubicBezTo>
                      <a:pt x="1526" y="242"/>
                      <a:pt x="1464" y="134"/>
                      <a:pt x="1400" y="110"/>
                    </a:cubicBezTo>
                    <a:cubicBezTo>
                      <a:pt x="1272" y="62"/>
                      <a:pt x="983" y="100"/>
                      <a:pt x="777" y="132"/>
                    </a:cubicBezTo>
                    <a:cubicBezTo>
                      <a:pt x="689" y="146"/>
                      <a:pt x="580" y="103"/>
                      <a:pt x="483" y="65"/>
                    </a:cubicBezTo>
                    <a:cubicBezTo>
                      <a:pt x="415" y="38"/>
                      <a:pt x="354" y="14"/>
                      <a:pt x="311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21"/>
              <p:cNvSpPr/>
              <p:nvPr/>
            </p:nvSpPr>
            <p:spPr>
              <a:xfrm rot="-5103577">
                <a:off x="9786815" y="-155485"/>
                <a:ext cx="1244600" cy="749299"/>
              </a:xfrm>
              <a:custGeom>
                <a:rect b="b" l="l" r="r" t="t"/>
                <a:pathLst>
                  <a:path extrusionOk="0" h="748" w="1243">
                    <a:moveTo>
                      <a:pt x="977" y="725"/>
                    </a:moveTo>
                    <a:cubicBezTo>
                      <a:pt x="857" y="725"/>
                      <a:pt x="711" y="705"/>
                      <a:pt x="655" y="690"/>
                    </a:cubicBezTo>
                    <a:cubicBezTo>
                      <a:pt x="613" y="678"/>
                      <a:pt x="527" y="663"/>
                      <a:pt x="436" y="648"/>
                    </a:cubicBezTo>
                    <a:cubicBezTo>
                      <a:pt x="320" y="628"/>
                      <a:pt x="200" y="607"/>
                      <a:pt x="154" y="590"/>
                    </a:cubicBezTo>
                    <a:cubicBezTo>
                      <a:pt x="84" y="566"/>
                      <a:pt x="55" y="453"/>
                      <a:pt x="34" y="371"/>
                    </a:cubicBezTo>
                    <a:cubicBezTo>
                      <a:pt x="30" y="355"/>
                      <a:pt x="27" y="340"/>
                      <a:pt x="23" y="328"/>
                    </a:cubicBezTo>
                    <a:cubicBezTo>
                      <a:pt x="0" y="249"/>
                      <a:pt x="4" y="134"/>
                      <a:pt x="92" y="69"/>
                    </a:cubicBezTo>
                    <a:cubicBezTo>
                      <a:pt x="186" y="0"/>
                      <a:pt x="356" y="49"/>
                      <a:pt x="386" y="61"/>
                    </a:cubicBezTo>
                    <a:cubicBezTo>
                      <a:pt x="448" y="88"/>
                      <a:pt x="645" y="90"/>
                      <a:pt x="741" y="72"/>
                    </a:cubicBezTo>
                    <a:cubicBezTo>
                      <a:pt x="839" y="55"/>
                      <a:pt x="1076" y="84"/>
                      <a:pt x="1161" y="202"/>
                    </a:cubicBezTo>
                    <a:cubicBezTo>
                      <a:pt x="1243" y="314"/>
                      <a:pt x="1218" y="639"/>
                      <a:pt x="1143" y="697"/>
                    </a:cubicBezTo>
                    <a:cubicBezTo>
                      <a:pt x="1115" y="718"/>
                      <a:pt x="1051" y="725"/>
                      <a:pt x="977" y="725"/>
                    </a:cubicBezTo>
                    <a:close/>
                    <a:moveTo>
                      <a:pt x="226" y="37"/>
                    </a:moveTo>
                    <a:cubicBezTo>
                      <a:pt x="179" y="37"/>
                      <a:pt x="131" y="46"/>
                      <a:pt x="95" y="72"/>
                    </a:cubicBezTo>
                    <a:cubicBezTo>
                      <a:pt x="8" y="136"/>
                      <a:pt x="4" y="249"/>
                      <a:pt x="27" y="327"/>
                    </a:cubicBezTo>
                    <a:cubicBezTo>
                      <a:pt x="31" y="339"/>
                      <a:pt x="34" y="354"/>
                      <a:pt x="38" y="370"/>
                    </a:cubicBezTo>
                    <a:cubicBezTo>
                      <a:pt x="59" y="451"/>
                      <a:pt x="87" y="562"/>
                      <a:pt x="155" y="587"/>
                    </a:cubicBezTo>
                    <a:cubicBezTo>
                      <a:pt x="201" y="603"/>
                      <a:pt x="321" y="623"/>
                      <a:pt x="437" y="643"/>
                    </a:cubicBezTo>
                    <a:cubicBezTo>
                      <a:pt x="528" y="659"/>
                      <a:pt x="614" y="674"/>
                      <a:pt x="656" y="686"/>
                    </a:cubicBezTo>
                    <a:cubicBezTo>
                      <a:pt x="747" y="711"/>
                      <a:pt x="1069" y="748"/>
                      <a:pt x="1140" y="693"/>
                    </a:cubicBezTo>
                    <a:cubicBezTo>
                      <a:pt x="1174" y="668"/>
                      <a:pt x="1201" y="578"/>
                      <a:pt x="1207" y="471"/>
                    </a:cubicBezTo>
                    <a:cubicBezTo>
                      <a:pt x="1213" y="355"/>
                      <a:pt x="1195" y="255"/>
                      <a:pt x="1158" y="204"/>
                    </a:cubicBezTo>
                    <a:cubicBezTo>
                      <a:pt x="1077" y="93"/>
                      <a:pt x="843" y="58"/>
                      <a:pt x="742" y="76"/>
                    </a:cubicBezTo>
                    <a:cubicBezTo>
                      <a:pt x="643" y="94"/>
                      <a:pt x="448" y="92"/>
                      <a:pt x="384" y="65"/>
                    </a:cubicBezTo>
                    <a:cubicBezTo>
                      <a:pt x="384" y="65"/>
                      <a:pt x="384" y="65"/>
                      <a:pt x="384" y="65"/>
                    </a:cubicBezTo>
                    <a:cubicBezTo>
                      <a:pt x="367" y="58"/>
                      <a:pt x="298" y="37"/>
                      <a:pt x="226" y="3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21"/>
              <p:cNvSpPr/>
              <p:nvPr/>
            </p:nvSpPr>
            <p:spPr>
              <a:xfrm rot="-5103576">
                <a:off x="9955278" y="50754"/>
                <a:ext cx="917575" cy="461964"/>
              </a:xfrm>
              <a:custGeom>
                <a:rect b="b" l="l" r="r" t="t"/>
                <a:pathLst>
                  <a:path extrusionOk="0" h="461" w="916">
                    <a:moveTo>
                      <a:pt x="682" y="453"/>
                    </a:moveTo>
                    <a:cubicBezTo>
                      <a:pt x="659" y="453"/>
                      <a:pt x="635" y="451"/>
                      <a:pt x="612" y="447"/>
                    </a:cubicBezTo>
                    <a:cubicBezTo>
                      <a:pt x="588" y="443"/>
                      <a:pt x="559" y="438"/>
                      <a:pt x="528" y="432"/>
                    </a:cubicBezTo>
                    <a:cubicBezTo>
                      <a:pt x="423" y="412"/>
                      <a:pt x="291" y="388"/>
                      <a:pt x="196" y="385"/>
                    </a:cubicBezTo>
                    <a:cubicBezTo>
                      <a:pt x="88" y="382"/>
                      <a:pt x="54" y="299"/>
                      <a:pt x="29" y="238"/>
                    </a:cubicBezTo>
                    <a:cubicBezTo>
                      <a:pt x="25" y="228"/>
                      <a:pt x="21" y="219"/>
                      <a:pt x="18" y="211"/>
                    </a:cubicBezTo>
                    <a:cubicBezTo>
                      <a:pt x="0" y="172"/>
                      <a:pt x="0" y="117"/>
                      <a:pt x="16" y="74"/>
                    </a:cubicBezTo>
                    <a:cubicBezTo>
                      <a:pt x="27" y="46"/>
                      <a:pt x="44" y="27"/>
                      <a:pt x="65" y="18"/>
                    </a:cubicBezTo>
                    <a:cubicBezTo>
                      <a:pt x="106" y="0"/>
                      <a:pt x="181" y="21"/>
                      <a:pt x="240" y="37"/>
                    </a:cubicBezTo>
                    <a:cubicBezTo>
                      <a:pt x="264" y="43"/>
                      <a:pt x="286" y="49"/>
                      <a:pt x="302" y="52"/>
                    </a:cubicBezTo>
                    <a:cubicBezTo>
                      <a:pt x="361" y="63"/>
                      <a:pt x="568" y="29"/>
                      <a:pt x="570" y="28"/>
                    </a:cubicBezTo>
                    <a:cubicBezTo>
                      <a:pt x="631" y="25"/>
                      <a:pt x="786" y="31"/>
                      <a:pt x="850" y="73"/>
                    </a:cubicBezTo>
                    <a:cubicBezTo>
                      <a:pt x="916" y="116"/>
                      <a:pt x="899" y="281"/>
                      <a:pt x="876" y="359"/>
                    </a:cubicBezTo>
                    <a:cubicBezTo>
                      <a:pt x="857" y="424"/>
                      <a:pt x="771" y="453"/>
                      <a:pt x="682" y="453"/>
                    </a:cubicBezTo>
                    <a:close/>
                    <a:moveTo>
                      <a:pt x="105" y="15"/>
                    </a:moveTo>
                    <a:cubicBezTo>
                      <a:pt x="90" y="15"/>
                      <a:pt x="77" y="17"/>
                      <a:pt x="66" y="22"/>
                    </a:cubicBezTo>
                    <a:cubicBezTo>
                      <a:pt x="47" y="30"/>
                      <a:pt x="31" y="49"/>
                      <a:pt x="20" y="76"/>
                    </a:cubicBezTo>
                    <a:cubicBezTo>
                      <a:pt x="4" y="118"/>
                      <a:pt x="4" y="172"/>
                      <a:pt x="21" y="209"/>
                    </a:cubicBezTo>
                    <a:cubicBezTo>
                      <a:pt x="25" y="218"/>
                      <a:pt x="29" y="227"/>
                      <a:pt x="33" y="236"/>
                    </a:cubicBezTo>
                    <a:cubicBezTo>
                      <a:pt x="59" y="299"/>
                      <a:pt x="91" y="378"/>
                      <a:pt x="196" y="381"/>
                    </a:cubicBezTo>
                    <a:cubicBezTo>
                      <a:pt x="291" y="384"/>
                      <a:pt x="423" y="408"/>
                      <a:pt x="529" y="428"/>
                    </a:cubicBezTo>
                    <a:cubicBezTo>
                      <a:pt x="560" y="434"/>
                      <a:pt x="589" y="439"/>
                      <a:pt x="613" y="443"/>
                    </a:cubicBezTo>
                    <a:cubicBezTo>
                      <a:pt x="721" y="461"/>
                      <a:pt x="848" y="438"/>
                      <a:pt x="872" y="358"/>
                    </a:cubicBezTo>
                    <a:cubicBezTo>
                      <a:pt x="895" y="281"/>
                      <a:pt x="912" y="118"/>
                      <a:pt x="848" y="77"/>
                    </a:cubicBezTo>
                    <a:cubicBezTo>
                      <a:pt x="788" y="38"/>
                      <a:pt x="637" y="28"/>
                      <a:pt x="570" y="32"/>
                    </a:cubicBezTo>
                    <a:cubicBezTo>
                      <a:pt x="562" y="34"/>
                      <a:pt x="361" y="67"/>
                      <a:pt x="302" y="56"/>
                    </a:cubicBezTo>
                    <a:cubicBezTo>
                      <a:pt x="285" y="54"/>
                      <a:pt x="263" y="48"/>
                      <a:pt x="239" y="41"/>
                    </a:cubicBezTo>
                    <a:cubicBezTo>
                      <a:pt x="196" y="29"/>
                      <a:pt x="145" y="15"/>
                      <a:pt x="105" y="1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21"/>
              <p:cNvSpPr/>
              <p:nvPr/>
            </p:nvSpPr>
            <p:spPr>
              <a:xfrm rot="-5103576">
                <a:off x="10191050" y="295476"/>
                <a:ext cx="423863" cy="192088"/>
              </a:xfrm>
              <a:custGeom>
                <a:rect b="b" l="l" r="r" t="t"/>
                <a:pathLst>
                  <a:path extrusionOk="0" h="192" w="423">
                    <a:moveTo>
                      <a:pt x="322" y="189"/>
                    </a:moveTo>
                    <a:cubicBezTo>
                      <a:pt x="293" y="189"/>
                      <a:pt x="260" y="186"/>
                      <a:pt x="227" y="183"/>
                    </a:cubicBezTo>
                    <a:cubicBezTo>
                      <a:pt x="193" y="180"/>
                      <a:pt x="159" y="177"/>
                      <a:pt x="128" y="177"/>
                    </a:cubicBezTo>
                    <a:cubicBezTo>
                      <a:pt x="68" y="177"/>
                      <a:pt x="38" y="155"/>
                      <a:pt x="23" y="136"/>
                    </a:cubicBezTo>
                    <a:cubicBezTo>
                      <a:pt x="5" y="113"/>
                      <a:pt x="0" y="84"/>
                      <a:pt x="8" y="53"/>
                    </a:cubicBezTo>
                    <a:cubicBezTo>
                      <a:pt x="19" y="9"/>
                      <a:pt x="87" y="0"/>
                      <a:pt x="143" y="0"/>
                    </a:cubicBezTo>
                    <a:cubicBezTo>
                      <a:pt x="250" y="0"/>
                      <a:pt x="321" y="10"/>
                      <a:pt x="354" y="29"/>
                    </a:cubicBezTo>
                    <a:cubicBezTo>
                      <a:pt x="354" y="29"/>
                      <a:pt x="354" y="29"/>
                      <a:pt x="354" y="29"/>
                    </a:cubicBezTo>
                    <a:cubicBezTo>
                      <a:pt x="382" y="46"/>
                      <a:pt x="422" y="95"/>
                      <a:pt x="423" y="135"/>
                    </a:cubicBezTo>
                    <a:cubicBezTo>
                      <a:pt x="423" y="151"/>
                      <a:pt x="416" y="164"/>
                      <a:pt x="402" y="173"/>
                    </a:cubicBezTo>
                    <a:cubicBezTo>
                      <a:pt x="383" y="186"/>
                      <a:pt x="355" y="189"/>
                      <a:pt x="322" y="189"/>
                    </a:cubicBezTo>
                    <a:close/>
                    <a:moveTo>
                      <a:pt x="143" y="4"/>
                    </a:moveTo>
                    <a:cubicBezTo>
                      <a:pt x="89" y="4"/>
                      <a:pt x="22" y="13"/>
                      <a:pt x="12" y="54"/>
                    </a:cubicBezTo>
                    <a:cubicBezTo>
                      <a:pt x="4" y="83"/>
                      <a:pt x="10" y="112"/>
                      <a:pt x="26" y="133"/>
                    </a:cubicBezTo>
                    <a:cubicBezTo>
                      <a:pt x="41" y="151"/>
                      <a:pt x="70" y="173"/>
                      <a:pt x="128" y="173"/>
                    </a:cubicBezTo>
                    <a:cubicBezTo>
                      <a:pt x="159" y="173"/>
                      <a:pt x="194" y="176"/>
                      <a:pt x="227" y="179"/>
                    </a:cubicBezTo>
                    <a:cubicBezTo>
                      <a:pt x="298" y="186"/>
                      <a:pt x="366" y="192"/>
                      <a:pt x="400" y="170"/>
                    </a:cubicBezTo>
                    <a:cubicBezTo>
                      <a:pt x="413" y="162"/>
                      <a:pt x="419" y="150"/>
                      <a:pt x="419" y="135"/>
                    </a:cubicBezTo>
                    <a:cubicBezTo>
                      <a:pt x="418" y="97"/>
                      <a:pt x="378" y="49"/>
                      <a:pt x="352" y="33"/>
                    </a:cubicBezTo>
                    <a:cubicBezTo>
                      <a:pt x="320" y="14"/>
                      <a:pt x="249" y="4"/>
                      <a:pt x="14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2" name="Google Shape;812;p21"/>
            <p:cNvGrpSpPr/>
            <p:nvPr/>
          </p:nvGrpSpPr>
          <p:grpSpPr>
            <a:xfrm>
              <a:off x="7226293" y="3335959"/>
              <a:ext cx="3137387" cy="2689459"/>
              <a:chOff x="7226293" y="3335959"/>
              <a:chExt cx="3137387" cy="2689459"/>
            </a:xfrm>
          </p:grpSpPr>
          <p:grpSp>
            <p:nvGrpSpPr>
              <p:cNvPr id="813" name="Google Shape;813;p21"/>
              <p:cNvGrpSpPr/>
              <p:nvPr/>
            </p:nvGrpSpPr>
            <p:grpSpPr>
              <a:xfrm rot="-6919309">
                <a:off x="8499127" y="3619038"/>
                <a:ext cx="1619150" cy="1568105"/>
                <a:chOff x="3282875" y="1073313"/>
                <a:chExt cx="1258887" cy="1219200"/>
              </a:xfrm>
            </p:grpSpPr>
            <p:sp>
              <p:nvSpPr>
                <p:cNvPr id="814" name="Google Shape;814;p21"/>
                <p:cNvSpPr/>
                <p:nvPr/>
              </p:nvSpPr>
              <p:spPr>
                <a:xfrm>
                  <a:off x="3282875" y="1073313"/>
                  <a:ext cx="1258887" cy="1219200"/>
                </a:xfrm>
                <a:custGeom>
                  <a:rect b="b" l="l" r="r" t="t"/>
                  <a:pathLst>
                    <a:path extrusionOk="0" h="1218" w="1258">
                      <a:moveTo>
                        <a:pt x="551" y="1214"/>
                      </a:moveTo>
                      <a:cubicBezTo>
                        <a:pt x="544" y="1214"/>
                        <a:pt x="538" y="1214"/>
                        <a:pt x="532" y="1214"/>
                      </a:cubicBezTo>
                      <a:cubicBezTo>
                        <a:pt x="412" y="1207"/>
                        <a:pt x="356" y="1073"/>
                        <a:pt x="306" y="955"/>
                      </a:cubicBezTo>
                      <a:cubicBezTo>
                        <a:pt x="276" y="885"/>
                        <a:pt x="247" y="818"/>
                        <a:pt x="209" y="785"/>
                      </a:cubicBezTo>
                      <a:cubicBezTo>
                        <a:pt x="100" y="691"/>
                        <a:pt x="0" y="544"/>
                        <a:pt x="80" y="439"/>
                      </a:cubicBezTo>
                      <a:cubicBezTo>
                        <a:pt x="125" y="379"/>
                        <a:pt x="196" y="335"/>
                        <a:pt x="270" y="290"/>
                      </a:cubicBezTo>
                      <a:cubicBezTo>
                        <a:pt x="327" y="254"/>
                        <a:pt x="386" y="218"/>
                        <a:pt x="434" y="173"/>
                      </a:cubicBezTo>
                      <a:cubicBezTo>
                        <a:pt x="487" y="124"/>
                        <a:pt x="608" y="70"/>
                        <a:pt x="742" y="37"/>
                      </a:cubicBezTo>
                      <a:cubicBezTo>
                        <a:pt x="883" y="2"/>
                        <a:pt x="994" y="0"/>
                        <a:pt x="1039" y="32"/>
                      </a:cubicBezTo>
                      <a:cubicBezTo>
                        <a:pt x="1107" y="82"/>
                        <a:pt x="1100" y="192"/>
                        <a:pt x="1093" y="288"/>
                      </a:cubicBezTo>
                      <a:cubicBezTo>
                        <a:pt x="1090" y="330"/>
                        <a:pt x="1088" y="370"/>
                        <a:pt x="1091" y="403"/>
                      </a:cubicBezTo>
                      <a:cubicBezTo>
                        <a:pt x="1092" y="408"/>
                        <a:pt x="1136" y="687"/>
                        <a:pt x="1205" y="741"/>
                      </a:cubicBezTo>
                      <a:cubicBezTo>
                        <a:pt x="1250" y="777"/>
                        <a:pt x="1258" y="836"/>
                        <a:pt x="1246" y="876"/>
                      </a:cubicBezTo>
                      <a:cubicBezTo>
                        <a:pt x="1236" y="910"/>
                        <a:pt x="1214" y="930"/>
                        <a:pt x="1185" y="933"/>
                      </a:cubicBezTo>
                      <a:cubicBezTo>
                        <a:pt x="1177" y="934"/>
                        <a:pt x="1168" y="935"/>
                        <a:pt x="1158" y="936"/>
                      </a:cubicBezTo>
                      <a:cubicBezTo>
                        <a:pt x="1072" y="943"/>
                        <a:pt x="913" y="958"/>
                        <a:pt x="850" y="1010"/>
                      </a:cubicBezTo>
                      <a:cubicBezTo>
                        <a:pt x="833" y="1025"/>
                        <a:pt x="816" y="1046"/>
                        <a:pt x="798" y="1069"/>
                      </a:cubicBezTo>
                      <a:cubicBezTo>
                        <a:pt x="745" y="1134"/>
                        <a:pt x="680" y="1214"/>
                        <a:pt x="551" y="1214"/>
                      </a:cubicBezTo>
                      <a:close/>
                      <a:moveTo>
                        <a:pt x="936" y="14"/>
                      </a:moveTo>
                      <a:cubicBezTo>
                        <a:pt x="781" y="14"/>
                        <a:pt x="523" y="96"/>
                        <a:pt x="437" y="176"/>
                      </a:cubicBezTo>
                      <a:cubicBezTo>
                        <a:pt x="388" y="222"/>
                        <a:pt x="329" y="258"/>
                        <a:pt x="272" y="293"/>
                      </a:cubicBezTo>
                      <a:cubicBezTo>
                        <a:pt x="198" y="339"/>
                        <a:pt x="128" y="382"/>
                        <a:pt x="83" y="441"/>
                      </a:cubicBezTo>
                      <a:cubicBezTo>
                        <a:pt x="5" y="544"/>
                        <a:pt x="104" y="689"/>
                        <a:pt x="212" y="782"/>
                      </a:cubicBezTo>
                      <a:cubicBezTo>
                        <a:pt x="251" y="815"/>
                        <a:pt x="279" y="883"/>
                        <a:pt x="310" y="954"/>
                      </a:cubicBezTo>
                      <a:cubicBezTo>
                        <a:pt x="359" y="1071"/>
                        <a:pt x="415" y="1203"/>
                        <a:pt x="532" y="1210"/>
                      </a:cubicBezTo>
                      <a:cubicBezTo>
                        <a:pt x="671" y="1218"/>
                        <a:pt x="740" y="1134"/>
                        <a:pt x="794" y="1066"/>
                      </a:cubicBezTo>
                      <a:cubicBezTo>
                        <a:pt x="813" y="1043"/>
                        <a:pt x="830" y="1022"/>
                        <a:pt x="848" y="1007"/>
                      </a:cubicBezTo>
                      <a:cubicBezTo>
                        <a:pt x="911" y="954"/>
                        <a:pt x="1072" y="939"/>
                        <a:pt x="1158" y="932"/>
                      </a:cubicBezTo>
                      <a:cubicBezTo>
                        <a:pt x="1168" y="931"/>
                        <a:pt x="1177" y="930"/>
                        <a:pt x="1185" y="929"/>
                      </a:cubicBezTo>
                      <a:cubicBezTo>
                        <a:pt x="1212" y="926"/>
                        <a:pt x="1233" y="907"/>
                        <a:pt x="1242" y="875"/>
                      </a:cubicBezTo>
                      <a:cubicBezTo>
                        <a:pt x="1254" y="835"/>
                        <a:pt x="1244" y="777"/>
                        <a:pt x="1202" y="745"/>
                      </a:cubicBezTo>
                      <a:cubicBezTo>
                        <a:pt x="1132" y="689"/>
                        <a:pt x="1089" y="415"/>
                        <a:pt x="1087" y="404"/>
                      </a:cubicBezTo>
                      <a:cubicBezTo>
                        <a:pt x="1087" y="403"/>
                        <a:pt x="1087" y="403"/>
                        <a:pt x="1087" y="403"/>
                      </a:cubicBezTo>
                      <a:cubicBezTo>
                        <a:pt x="1084" y="370"/>
                        <a:pt x="1086" y="330"/>
                        <a:pt x="1089" y="288"/>
                      </a:cubicBezTo>
                      <a:cubicBezTo>
                        <a:pt x="1095" y="193"/>
                        <a:pt x="1102" y="84"/>
                        <a:pt x="1036" y="36"/>
                      </a:cubicBezTo>
                      <a:cubicBezTo>
                        <a:pt x="1015" y="21"/>
                        <a:pt x="980" y="14"/>
                        <a:pt x="936" y="14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" name="Google Shape;815;p21"/>
                <p:cNvSpPr/>
                <p:nvPr/>
              </p:nvSpPr>
              <p:spPr>
                <a:xfrm>
                  <a:off x="3727375" y="1727363"/>
                  <a:ext cx="311150" cy="344488"/>
                </a:xfrm>
                <a:custGeom>
                  <a:rect b="b" l="l" r="r" t="t"/>
                  <a:pathLst>
                    <a:path extrusionOk="0" h="343" w="310">
                      <a:moveTo>
                        <a:pt x="155" y="338"/>
                      </a:moveTo>
                      <a:cubicBezTo>
                        <a:pt x="97" y="338"/>
                        <a:pt x="42" y="269"/>
                        <a:pt x="21" y="197"/>
                      </a:cubicBezTo>
                      <a:cubicBezTo>
                        <a:pt x="0" y="125"/>
                        <a:pt x="33" y="47"/>
                        <a:pt x="97" y="18"/>
                      </a:cubicBezTo>
                      <a:cubicBezTo>
                        <a:pt x="135" y="0"/>
                        <a:pt x="213" y="28"/>
                        <a:pt x="262" y="65"/>
                      </a:cubicBezTo>
                      <a:cubicBezTo>
                        <a:pt x="294" y="90"/>
                        <a:pt x="310" y="115"/>
                        <a:pt x="307" y="135"/>
                      </a:cubicBezTo>
                      <a:cubicBezTo>
                        <a:pt x="297" y="197"/>
                        <a:pt x="229" y="327"/>
                        <a:pt x="167" y="337"/>
                      </a:cubicBezTo>
                      <a:cubicBezTo>
                        <a:pt x="163" y="338"/>
                        <a:pt x="159" y="338"/>
                        <a:pt x="155" y="338"/>
                      </a:cubicBezTo>
                      <a:close/>
                      <a:moveTo>
                        <a:pt x="126" y="16"/>
                      </a:moveTo>
                      <a:cubicBezTo>
                        <a:pt x="116" y="16"/>
                        <a:pt x="106" y="18"/>
                        <a:pt x="99" y="21"/>
                      </a:cubicBezTo>
                      <a:cubicBezTo>
                        <a:pt x="37" y="50"/>
                        <a:pt x="4" y="126"/>
                        <a:pt x="25" y="195"/>
                      </a:cubicBezTo>
                      <a:cubicBezTo>
                        <a:pt x="47" y="271"/>
                        <a:pt x="106" y="343"/>
                        <a:pt x="166" y="333"/>
                      </a:cubicBezTo>
                      <a:cubicBezTo>
                        <a:pt x="227" y="323"/>
                        <a:pt x="293" y="195"/>
                        <a:pt x="302" y="135"/>
                      </a:cubicBezTo>
                      <a:cubicBezTo>
                        <a:pt x="305" y="116"/>
                        <a:pt x="290" y="92"/>
                        <a:pt x="259" y="69"/>
                      </a:cubicBezTo>
                      <a:cubicBezTo>
                        <a:pt x="221" y="40"/>
                        <a:pt x="166" y="16"/>
                        <a:pt x="126" y="16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6" name="Google Shape;816;p21"/>
              <p:cNvGrpSpPr/>
              <p:nvPr/>
            </p:nvGrpSpPr>
            <p:grpSpPr>
              <a:xfrm rot="10800000">
                <a:off x="7226293" y="4457283"/>
                <a:ext cx="1619180" cy="1568135"/>
                <a:chOff x="3282875" y="1073313"/>
                <a:chExt cx="1258887" cy="1219200"/>
              </a:xfrm>
            </p:grpSpPr>
            <p:sp>
              <p:nvSpPr>
                <p:cNvPr id="817" name="Google Shape;817;p21"/>
                <p:cNvSpPr/>
                <p:nvPr/>
              </p:nvSpPr>
              <p:spPr>
                <a:xfrm>
                  <a:off x="3282875" y="1073313"/>
                  <a:ext cx="1258887" cy="1219200"/>
                </a:xfrm>
                <a:custGeom>
                  <a:rect b="b" l="l" r="r" t="t"/>
                  <a:pathLst>
                    <a:path extrusionOk="0" h="1218" w="1258">
                      <a:moveTo>
                        <a:pt x="551" y="1214"/>
                      </a:moveTo>
                      <a:cubicBezTo>
                        <a:pt x="544" y="1214"/>
                        <a:pt x="538" y="1214"/>
                        <a:pt x="532" y="1214"/>
                      </a:cubicBezTo>
                      <a:cubicBezTo>
                        <a:pt x="412" y="1207"/>
                        <a:pt x="356" y="1073"/>
                        <a:pt x="306" y="955"/>
                      </a:cubicBezTo>
                      <a:cubicBezTo>
                        <a:pt x="276" y="885"/>
                        <a:pt x="247" y="818"/>
                        <a:pt x="209" y="785"/>
                      </a:cubicBezTo>
                      <a:cubicBezTo>
                        <a:pt x="100" y="691"/>
                        <a:pt x="0" y="544"/>
                        <a:pt x="80" y="439"/>
                      </a:cubicBezTo>
                      <a:cubicBezTo>
                        <a:pt x="125" y="379"/>
                        <a:pt x="196" y="335"/>
                        <a:pt x="270" y="290"/>
                      </a:cubicBezTo>
                      <a:cubicBezTo>
                        <a:pt x="327" y="254"/>
                        <a:pt x="386" y="218"/>
                        <a:pt x="434" y="173"/>
                      </a:cubicBezTo>
                      <a:cubicBezTo>
                        <a:pt x="487" y="124"/>
                        <a:pt x="608" y="70"/>
                        <a:pt x="742" y="37"/>
                      </a:cubicBezTo>
                      <a:cubicBezTo>
                        <a:pt x="883" y="2"/>
                        <a:pt x="994" y="0"/>
                        <a:pt x="1039" y="32"/>
                      </a:cubicBezTo>
                      <a:cubicBezTo>
                        <a:pt x="1107" y="82"/>
                        <a:pt x="1100" y="192"/>
                        <a:pt x="1093" y="288"/>
                      </a:cubicBezTo>
                      <a:cubicBezTo>
                        <a:pt x="1090" y="330"/>
                        <a:pt x="1088" y="370"/>
                        <a:pt x="1091" y="403"/>
                      </a:cubicBezTo>
                      <a:cubicBezTo>
                        <a:pt x="1092" y="408"/>
                        <a:pt x="1136" y="687"/>
                        <a:pt x="1205" y="741"/>
                      </a:cubicBezTo>
                      <a:cubicBezTo>
                        <a:pt x="1250" y="777"/>
                        <a:pt x="1258" y="836"/>
                        <a:pt x="1246" y="876"/>
                      </a:cubicBezTo>
                      <a:cubicBezTo>
                        <a:pt x="1236" y="910"/>
                        <a:pt x="1214" y="930"/>
                        <a:pt x="1185" y="933"/>
                      </a:cubicBezTo>
                      <a:cubicBezTo>
                        <a:pt x="1177" y="934"/>
                        <a:pt x="1168" y="935"/>
                        <a:pt x="1158" y="936"/>
                      </a:cubicBezTo>
                      <a:cubicBezTo>
                        <a:pt x="1072" y="943"/>
                        <a:pt x="913" y="958"/>
                        <a:pt x="850" y="1010"/>
                      </a:cubicBezTo>
                      <a:cubicBezTo>
                        <a:pt x="833" y="1025"/>
                        <a:pt x="816" y="1046"/>
                        <a:pt x="798" y="1069"/>
                      </a:cubicBezTo>
                      <a:cubicBezTo>
                        <a:pt x="745" y="1134"/>
                        <a:pt x="680" y="1214"/>
                        <a:pt x="551" y="1214"/>
                      </a:cubicBezTo>
                      <a:close/>
                      <a:moveTo>
                        <a:pt x="936" y="14"/>
                      </a:moveTo>
                      <a:cubicBezTo>
                        <a:pt x="781" y="14"/>
                        <a:pt x="523" y="96"/>
                        <a:pt x="437" y="176"/>
                      </a:cubicBezTo>
                      <a:cubicBezTo>
                        <a:pt x="388" y="222"/>
                        <a:pt x="329" y="258"/>
                        <a:pt x="272" y="293"/>
                      </a:cubicBezTo>
                      <a:cubicBezTo>
                        <a:pt x="198" y="339"/>
                        <a:pt x="128" y="382"/>
                        <a:pt x="83" y="441"/>
                      </a:cubicBezTo>
                      <a:cubicBezTo>
                        <a:pt x="5" y="544"/>
                        <a:pt x="104" y="689"/>
                        <a:pt x="212" y="782"/>
                      </a:cubicBezTo>
                      <a:cubicBezTo>
                        <a:pt x="251" y="815"/>
                        <a:pt x="279" y="883"/>
                        <a:pt x="310" y="954"/>
                      </a:cubicBezTo>
                      <a:cubicBezTo>
                        <a:pt x="359" y="1071"/>
                        <a:pt x="415" y="1203"/>
                        <a:pt x="532" y="1210"/>
                      </a:cubicBezTo>
                      <a:cubicBezTo>
                        <a:pt x="671" y="1218"/>
                        <a:pt x="740" y="1134"/>
                        <a:pt x="794" y="1066"/>
                      </a:cubicBezTo>
                      <a:cubicBezTo>
                        <a:pt x="813" y="1043"/>
                        <a:pt x="830" y="1022"/>
                        <a:pt x="848" y="1007"/>
                      </a:cubicBezTo>
                      <a:cubicBezTo>
                        <a:pt x="911" y="954"/>
                        <a:pt x="1072" y="939"/>
                        <a:pt x="1158" y="932"/>
                      </a:cubicBezTo>
                      <a:cubicBezTo>
                        <a:pt x="1168" y="931"/>
                        <a:pt x="1177" y="930"/>
                        <a:pt x="1185" y="929"/>
                      </a:cubicBezTo>
                      <a:cubicBezTo>
                        <a:pt x="1212" y="926"/>
                        <a:pt x="1233" y="907"/>
                        <a:pt x="1242" y="875"/>
                      </a:cubicBezTo>
                      <a:cubicBezTo>
                        <a:pt x="1254" y="835"/>
                        <a:pt x="1244" y="777"/>
                        <a:pt x="1202" y="745"/>
                      </a:cubicBezTo>
                      <a:cubicBezTo>
                        <a:pt x="1132" y="689"/>
                        <a:pt x="1089" y="415"/>
                        <a:pt x="1087" y="404"/>
                      </a:cubicBezTo>
                      <a:cubicBezTo>
                        <a:pt x="1087" y="403"/>
                        <a:pt x="1087" y="403"/>
                        <a:pt x="1087" y="403"/>
                      </a:cubicBezTo>
                      <a:cubicBezTo>
                        <a:pt x="1084" y="370"/>
                        <a:pt x="1086" y="330"/>
                        <a:pt x="1089" y="288"/>
                      </a:cubicBezTo>
                      <a:cubicBezTo>
                        <a:pt x="1095" y="193"/>
                        <a:pt x="1102" y="84"/>
                        <a:pt x="1036" y="36"/>
                      </a:cubicBezTo>
                      <a:cubicBezTo>
                        <a:pt x="1015" y="21"/>
                        <a:pt x="980" y="14"/>
                        <a:pt x="936" y="14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1"/>
                <p:cNvSpPr/>
                <p:nvPr/>
              </p:nvSpPr>
              <p:spPr>
                <a:xfrm>
                  <a:off x="3727375" y="1727363"/>
                  <a:ext cx="311150" cy="344488"/>
                </a:xfrm>
                <a:custGeom>
                  <a:rect b="b" l="l" r="r" t="t"/>
                  <a:pathLst>
                    <a:path extrusionOk="0" h="343" w="310">
                      <a:moveTo>
                        <a:pt x="155" y="338"/>
                      </a:moveTo>
                      <a:cubicBezTo>
                        <a:pt x="97" y="338"/>
                        <a:pt x="42" y="269"/>
                        <a:pt x="21" y="197"/>
                      </a:cubicBezTo>
                      <a:cubicBezTo>
                        <a:pt x="0" y="125"/>
                        <a:pt x="33" y="47"/>
                        <a:pt x="97" y="18"/>
                      </a:cubicBezTo>
                      <a:cubicBezTo>
                        <a:pt x="135" y="0"/>
                        <a:pt x="213" y="28"/>
                        <a:pt x="262" y="65"/>
                      </a:cubicBezTo>
                      <a:cubicBezTo>
                        <a:pt x="294" y="90"/>
                        <a:pt x="310" y="115"/>
                        <a:pt x="307" y="135"/>
                      </a:cubicBezTo>
                      <a:cubicBezTo>
                        <a:pt x="297" y="197"/>
                        <a:pt x="229" y="327"/>
                        <a:pt x="167" y="337"/>
                      </a:cubicBezTo>
                      <a:cubicBezTo>
                        <a:pt x="163" y="338"/>
                        <a:pt x="159" y="338"/>
                        <a:pt x="155" y="338"/>
                      </a:cubicBezTo>
                      <a:close/>
                      <a:moveTo>
                        <a:pt x="126" y="16"/>
                      </a:moveTo>
                      <a:cubicBezTo>
                        <a:pt x="116" y="16"/>
                        <a:pt x="106" y="18"/>
                        <a:pt x="99" y="21"/>
                      </a:cubicBezTo>
                      <a:cubicBezTo>
                        <a:pt x="37" y="50"/>
                        <a:pt x="4" y="126"/>
                        <a:pt x="25" y="195"/>
                      </a:cubicBezTo>
                      <a:cubicBezTo>
                        <a:pt x="47" y="271"/>
                        <a:pt x="106" y="343"/>
                        <a:pt x="166" y="333"/>
                      </a:cubicBezTo>
                      <a:cubicBezTo>
                        <a:pt x="227" y="323"/>
                        <a:pt x="293" y="195"/>
                        <a:pt x="302" y="135"/>
                      </a:cubicBezTo>
                      <a:cubicBezTo>
                        <a:pt x="305" y="116"/>
                        <a:pt x="290" y="92"/>
                        <a:pt x="259" y="69"/>
                      </a:cubicBezTo>
                      <a:cubicBezTo>
                        <a:pt x="221" y="40"/>
                        <a:pt x="166" y="16"/>
                        <a:pt x="126" y="16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1"/>
                <p:cNvSpPr/>
                <p:nvPr/>
              </p:nvSpPr>
              <p:spPr>
                <a:xfrm>
                  <a:off x="3459088" y="1225713"/>
                  <a:ext cx="847724" cy="971550"/>
                </a:xfrm>
                <a:custGeom>
                  <a:rect b="b" l="l" r="r" t="t"/>
                  <a:pathLst>
                    <a:path extrusionOk="0" h="970" w="847">
                      <a:moveTo>
                        <a:pt x="378" y="970"/>
                      </a:moveTo>
                      <a:cubicBezTo>
                        <a:pt x="278" y="970"/>
                        <a:pt x="211" y="810"/>
                        <a:pt x="196" y="736"/>
                      </a:cubicBezTo>
                      <a:cubicBezTo>
                        <a:pt x="179" y="654"/>
                        <a:pt x="62" y="513"/>
                        <a:pt x="13" y="456"/>
                      </a:cubicBezTo>
                      <a:cubicBezTo>
                        <a:pt x="3" y="445"/>
                        <a:pt x="0" y="431"/>
                        <a:pt x="4" y="414"/>
                      </a:cubicBezTo>
                      <a:cubicBezTo>
                        <a:pt x="16" y="354"/>
                        <a:pt x="112" y="270"/>
                        <a:pt x="194" y="231"/>
                      </a:cubicBezTo>
                      <a:cubicBezTo>
                        <a:pt x="300" y="180"/>
                        <a:pt x="564" y="36"/>
                        <a:pt x="568" y="33"/>
                      </a:cubicBezTo>
                      <a:cubicBezTo>
                        <a:pt x="615" y="6"/>
                        <a:pt x="660" y="0"/>
                        <a:pt x="695" y="17"/>
                      </a:cubicBezTo>
                      <a:cubicBezTo>
                        <a:pt x="725" y="31"/>
                        <a:pt x="746" y="61"/>
                        <a:pt x="751" y="97"/>
                      </a:cubicBezTo>
                      <a:cubicBezTo>
                        <a:pt x="753" y="109"/>
                        <a:pt x="755" y="123"/>
                        <a:pt x="757" y="139"/>
                      </a:cubicBezTo>
                      <a:cubicBezTo>
                        <a:pt x="768" y="221"/>
                        <a:pt x="787" y="357"/>
                        <a:pt x="811" y="409"/>
                      </a:cubicBezTo>
                      <a:cubicBezTo>
                        <a:pt x="841" y="478"/>
                        <a:pt x="847" y="629"/>
                        <a:pt x="751" y="674"/>
                      </a:cubicBezTo>
                      <a:cubicBezTo>
                        <a:pt x="681" y="706"/>
                        <a:pt x="628" y="789"/>
                        <a:pt x="609" y="823"/>
                      </a:cubicBezTo>
                      <a:cubicBezTo>
                        <a:pt x="580" y="874"/>
                        <a:pt x="479" y="966"/>
                        <a:pt x="382" y="969"/>
                      </a:cubicBezTo>
                      <a:cubicBezTo>
                        <a:pt x="381" y="970"/>
                        <a:pt x="380" y="970"/>
                        <a:pt x="378" y="970"/>
                      </a:cubicBezTo>
                      <a:close/>
                      <a:moveTo>
                        <a:pt x="651" y="12"/>
                      </a:moveTo>
                      <a:cubicBezTo>
                        <a:pt x="626" y="12"/>
                        <a:pt x="598" y="20"/>
                        <a:pt x="570" y="37"/>
                      </a:cubicBezTo>
                      <a:cubicBezTo>
                        <a:pt x="570" y="37"/>
                        <a:pt x="570" y="37"/>
                        <a:pt x="570" y="37"/>
                      </a:cubicBezTo>
                      <a:cubicBezTo>
                        <a:pt x="567" y="39"/>
                        <a:pt x="302" y="183"/>
                        <a:pt x="195" y="235"/>
                      </a:cubicBezTo>
                      <a:cubicBezTo>
                        <a:pt x="115" y="274"/>
                        <a:pt x="20" y="356"/>
                        <a:pt x="8" y="415"/>
                      </a:cubicBezTo>
                      <a:cubicBezTo>
                        <a:pt x="5" y="431"/>
                        <a:pt x="7" y="443"/>
                        <a:pt x="16" y="453"/>
                      </a:cubicBezTo>
                      <a:cubicBezTo>
                        <a:pt x="66" y="511"/>
                        <a:pt x="183" y="653"/>
                        <a:pt x="200" y="735"/>
                      </a:cubicBezTo>
                      <a:cubicBezTo>
                        <a:pt x="215" y="808"/>
                        <a:pt x="281" y="965"/>
                        <a:pt x="378" y="965"/>
                      </a:cubicBezTo>
                      <a:cubicBezTo>
                        <a:pt x="379" y="965"/>
                        <a:pt x="381" y="965"/>
                        <a:pt x="382" y="965"/>
                      </a:cubicBezTo>
                      <a:cubicBezTo>
                        <a:pt x="477" y="962"/>
                        <a:pt x="577" y="871"/>
                        <a:pt x="605" y="821"/>
                      </a:cubicBezTo>
                      <a:cubicBezTo>
                        <a:pt x="625" y="787"/>
                        <a:pt x="678" y="703"/>
                        <a:pt x="749" y="670"/>
                      </a:cubicBezTo>
                      <a:cubicBezTo>
                        <a:pt x="843" y="626"/>
                        <a:pt x="837" y="478"/>
                        <a:pt x="807" y="411"/>
                      </a:cubicBezTo>
                      <a:cubicBezTo>
                        <a:pt x="783" y="358"/>
                        <a:pt x="764" y="221"/>
                        <a:pt x="753" y="139"/>
                      </a:cubicBezTo>
                      <a:cubicBezTo>
                        <a:pt x="751" y="123"/>
                        <a:pt x="749" y="109"/>
                        <a:pt x="747" y="98"/>
                      </a:cubicBezTo>
                      <a:cubicBezTo>
                        <a:pt x="742" y="63"/>
                        <a:pt x="722" y="35"/>
                        <a:pt x="693" y="21"/>
                      </a:cubicBezTo>
                      <a:cubicBezTo>
                        <a:pt x="680" y="15"/>
                        <a:pt x="666" y="12"/>
                        <a:pt x="651" y="12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20" name="Google Shape;820;p21"/>
            <p:cNvGrpSpPr/>
            <p:nvPr/>
          </p:nvGrpSpPr>
          <p:grpSpPr>
            <a:xfrm>
              <a:off x="-801512" y="3293675"/>
              <a:ext cx="2464387" cy="2615213"/>
              <a:chOff x="-801512" y="3293675"/>
              <a:chExt cx="2464387" cy="2615213"/>
            </a:xfrm>
          </p:grpSpPr>
          <p:grpSp>
            <p:nvGrpSpPr>
              <p:cNvPr id="821" name="Google Shape;821;p21"/>
              <p:cNvGrpSpPr/>
              <p:nvPr/>
            </p:nvGrpSpPr>
            <p:grpSpPr>
              <a:xfrm>
                <a:off x="234125" y="4467438"/>
                <a:ext cx="1428750" cy="1441450"/>
                <a:chOff x="5686350" y="2848138"/>
                <a:chExt cx="1428750" cy="1441450"/>
              </a:xfrm>
            </p:grpSpPr>
            <p:sp>
              <p:nvSpPr>
                <p:cNvPr id="822" name="Google Shape;822;p21"/>
                <p:cNvSpPr/>
                <p:nvPr/>
              </p:nvSpPr>
              <p:spPr>
                <a:xfrm>
                  <a:off x="5686350" y="2848138"/>
                  <a:ext cx="1428750" cy="1441450"/>
                </a:xfrm>
                <a:custGeom>
                  <a:rect b="b" l="l" r="r" t="t"/>
                  <a:pathLst>
                    <a:path extrusionOk="0" h="1439" w="1428">
                      <a:moveTo>
                        <a:pt x="527" y="1417"/>
                      </a:moveTo>
                      <a:cubicBezTo>
                        <a:pt x="397" y="1417"/>
                        <a:pt x="261" y="1399"/>
                        <a:pt x="201" y="1375"/>
                      </a:cubicBezTo>
                      <a:cubicBezTo>
                        <a:pt x="106" y="1337"/>
                        <a:pt x="151" y="1168"/>
                        <a:pt x="184" y="1044"/>
                      </a:cubicBezTo>
                      <a:cubicBezTo>
                        <a:pt x="190" y="1021"/>
                        <a:pt x="195" y="1000"/>
                        <a:pt x="200" y="981"/>
                      </a:cubicBezTo>
                      <a:cubicBezTo>
                        <a:pt x="213" y="922"/>
                        <a:pt x="157" y="837"/>
                        <a:pt x="103" y="754"/>
                      </a:cubicBezTo>
                      <a:cubicBezTo>
                        <a:pt x="52" y="677"/>
                        <a:pt x="0" y="597"/>
                        <a:pt x="0" y="535"/>
                      </a:cubicBezTo>
                      <a:cubicBezTo>
                        <a:pt x="0" y="410"/>
                        <a:pt x="187" y="349"/>
                        <a:pt x="305" y="341"/>
                      </a:cubicBezTo>
                      <a:cubicBezTo>
                        <a:pt x="406" y="334"/>
                        <a:pt x="480" y="287"/>
                        <a:pt x="569" y="176"/>
                      </a:cubicBezTo>
                      <a:cubicBezTo>
                        <a:pt x="612" y="122"/>
                        <a:pt x="712" y="67"/>
                        <a:pt x="825" y="35"/>
                      </a:cubicBezTo>
                      <a:cubicBezTo>
                        <a:pt x="946" y="0"/>
                        <a:pt x="1047" y="2"/>
                        <a:pt x="1096" y="39"/>
                      </a:cubicBezTo>
                      <a:cubicBezTo>
                        <a:pt x="1157" y="85"/>
                        <a:pt x="1357" y="246"/>
                        <a:pt x="1348" y="362"/>
                      </a:cubicBezTo>
                      <a:cubicBezTo>
                        <a:pt x="1341" y="460"/>
                        <a:pt x="1377" y="730"/>
                        <a:pt x="1414" y="852"/>
                      </a:cubicBezTo>
                      <a:cubicBezTo>
                        <a:pt x="1428" y="897"/>
                        <a:pt x="1419" y="947"/>
                        <a:pt x="1389" y="998"/>
                      </a:cubicBezTo>
                      <a:cubicBezTo>
                        <a:pt x="1346" y="1071"/>
                        <a:pt x="1265" y="1130"/>
                        <a:pt x="1188" y="1146"/>
                      </a:cubicBezTo>
                      <a:cubicBezTo>
                        <a:pt x="1057" y="1173"/>
                        <a:pt x="894" y="1294"/>
                        <a:pt x="808" y="1364"/>
                      </a:cubicBezTo>
                      <a:cubicBezTo>
                        <a:pt x="761" y="1402"/>
                        <a:pt x="647" y="1417"/>
                        <a:pt x="527" y="1417"/>
                      </a:cubicBezTo>
                      <a:close/>
                      <a:moveTo>
                        <a:pt x="983" y="14"/>
                      </a:moveTo>
                      <a:cubicBezTo>
                        <a:pt x="843" y="14"/>
                        <a:pt x="641" y="93"/>
                        <a:pt x="572" y="178"/>
                      </a:cubicBezTo>
                      <a:cubicBezTo>
                        <a:pt x="482" y="291"/>
                        <a:pt x="407" y="338"/>
                        <a:pt x="305" y="345"/>
                      </a:cubicBezTo>
                      <a:cubicBezTo>
                        <a:pt x="189" y="353"/>
                        <a:pt x="4" y="412"/>
                        <a:pt x="4" y="535"/>
                      </a:cubicBezTo>
                      <a:cubicBezTo>
                        <a:pt x="4" y="596"/>
                        <a:pt x="56" y="675"/>
                        <a:pt x="106" y="752"/>
                      </a:cubicBezTo>
                      <a:cubicBezTo>
                        <a:pt x="163" y="839"/>
                        <a:pt x="217" y="922"/>
                        <a:pt x="204" y="982"/>
                      </a:cubicBezTo>
                      <a:cubicBezTo>
                        <a:pt x="199" y="1001"/>
                        <a:pt x="194" y="1022"/>
                        <a:pt x="188" y="1045"/>
                      </a:cubicBezTo>
                      <a:cubicBezTo>
                        <a:pt x="155" y="1167"/>
                        <a:pt x="111" y="1335"/>
                        <a:pt x="202" y="1371"/>
                      </a:cubicBezTo>
                      <a:cubicBezTo>
                        <a:pt x="317" y="1417"/>
                        <a:pt x="709" y="1439"/>
                        <a:pt x="806" y="1360"/>
                      </a:cubicBezTo>
                      <a:cubicBezTo>
                        <a:pt x="891" y="1291"/>
                        <a:pt x="1055" y="1169"/>
                        <a:pt x="1187" y="1142"/>
                      </a:cubicBezTo>
                      <a:cubicBezTo>
                        <a:pt x="1263" y="1126"/>
                        <a:pt x="1343" y="1067"/>
                        <a:pt x="1386" y="995"/>
                      </a:cubicBezTo>
                      <a:cubicBezTo>
                        <a:pt x="1406" y="961"/>
                        <a:pt x="1427" y="908"/>
                        <a:pt x="1410" y="853"/>
                      </a:cubicBezTo>
                      <a:cubicBezTo>
                        <a:pt x="1373" y="731"/>
                        <a:pt x="1337" y="460"/>
                        <a:pt x="1344" y="361"/>
                      </a:cubicBezTo>
                      <a:cubicBezTo>
                        <a:pt x="1352" y="248"/>
                        <a:pt x="1154" y="88"/>
                        <a:pt x="1094" y="42"/>
                      </a:cubicBezTo>
                      <a:cubicBezTo>
                        <a:pt x="1068" y="23"/>
                        <a:pt x="1029" y="14"/>
                        <a:pt x="983" y="14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1"/>
                <p:cNvSpPr/>
                <p:nvPr/>
              </p:nvSpPr>
              <p:spPr>
                <a:xfrm>
                  <a:off x="5978450" y="3008476"/>
                  <a:ext cx="944563" cy="820738"/>
                </a:xfrm>
                <a:custGeom>
                  <a:rect b="b" l="l" r="r" t="t"/>
                  <a:pathLst>
                    <a:path extrusionOk="0" h="819" w="943">
                      <a:moveTo>
                        <a:pt x="448" y="775"/>
                      </a:moveTo>
                      <a:cubicBezTo>
                        <a:pt x="266" y="775"/>
                        <a:pt x="86" y="619"/>
                        <a:pt x="47" y="583"/>
                      </a:cubicBezTo>
                      <a:cubicBezTo>
                        <a:pt x="15" y="553"/>
                        <a:pt x="0" y="422"/>
                        <a:pt x="2" y="375"/>
                      </a:cubicBezTo>
                      <a:cubicBezTo>
                        <a:pt x="6" y="300"/>
                        <a:pt x="107" y="234"/>
                        <a:pt x="236" y="223"/>
                      </a:cubicBezTo>
                      <a:cubicBezTo>
                        <a:pt x="360" y="212"/>
                        <a:pt x="455" y="58"/>
                        <a:pt x="456" y="56"/>
                      </a:cubicBezTo>
                      <a:cubicBezTo>
                        <a:pt x="457" y="56"/>
                        <a:pt x="457" y="56"/>
                        <a:pt x="457" y="56"/>
                      </a:cubicBezTo>
                      <a:cubicBezTo>
                        <a:pt x="495" y="18"/>
                        <a:pt x="543" y="0"/>
                        <a:pt x="600" y="4"/>
                      </a:cubicBezTo>
                      <a:cubicBezTo>
                        <a:pt x="703" y="10"/>
                        <a:pt x="813" y="86"/>
                        <a:pt x="869" y="158"/>
                      </a:cubicBezTo>
                      <a:cubicBezTo>
                        <a:pt x="943" y="255"/>
                        <a:pt x="923" y="352"/>
                        <a:pt x="905" y="437"/>
                      </a:cubicBezTo>
                      <a:cubicBezTo>
                        <a:pt x="902" y="450"/>
                        <a:pt x="900" y="462"/>
                        <a:pt x="897" y="474"/>
                      </a:cubicBezTo>
                      <a:cubicBezTo>
                        <a:pt x="879" y="571"/>
                        <a:pt x="736" y="706"/>
                        <a:pt x="526" y="765"/>
                      </a:cubicBezTo>
                      <a:cubicBezTo>
                        <a:pt x="500" y="772"/>
                        <a:pt x="474" y="775"/>
                        <a:pt x="448" y="775"/>
                      </a:cubicBezTo>
                      <a:close/>
                      <a:moveTo>
                        <a:pt x="460" y="58"/>
                      </a:moveTo>
                      <a:cubicBezTo>
                        <a:pt x="456" y="65"/>
                        <a:pt x="361" y="217"/>
                        <a:pt x="236" y="227"/>
                      </a:cubicBezTo>
                      <a:cubicBezTo>
                        <a:pt x="111" y="238"/>
                        <a:pt x="10" y="303"/>
                        <a:pt x="7" y="375"/>
                      </a:cubicBezTo>
                      <a:cubicBezTo>
                        <a:pt x="4" y="421"/>
                        <a:pt x="19" y="552"/>
                        <a:pt x="50" y="580"/>
                      </a:cubicBezTo>
                      <a:cubicBezTo>
                        <a:pt x="77" y="605"/>
                        <a:pt x="317" y="819"/>
                        <a:pt x="525" y="761"/>
                      </a:cubicBezTo>
                      <a:cubicBezTo>
                        <a:pt x="733" y="702"/>
                        <a:pt x="876" y="569"/>
                        <a:pt x="893" y="474"/>
                      </a:cubicBezTo>
                      <a:cubicBezTo>
                        <a:pt x="896" y="461"/>
                        <a:pt x="898" y="449"/>
                        <a:pt x="901" y="436"/>
                      </a:cubicBezTo>
                      <a:cubicBezTo>
                        <a:pt x="919" y="352"/>
                        <a:pt x="939" y="256"/>
                        <a:pt x="865" y="161"/>
                      </a:cubicBezTo>
                      <a:cubicBezTo>
                        <a:pt x="811" y="90"/>
                        <a:pt x="702" y="14"/>
                        <a:pt x="600" y="8"/>
                      </a:cubicBezTo>
                      <a:cubicBezTo>
                        <a:pt x="544" y="4"/>
                        <a:pt x="497" y="21"/>
                        <a:pt x="460" y="58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21"/>
                <p:cNvSpPr/>
                <p:nvPr/>
              </p:nvSpPr>
              <p:spPr>
                <a:xfrm>
                  <a:off x="6108625" y="3272001"/>
                  <a:ext cx="642937" cy="401638"/>
                </a:xfrm>
                <a:custGeom>
                  <a:rect b="b" l="l" r="r" t="t"/>
                  <a:pathLst>
                    <a:path extrusionOk="0" h="401" w="643">
                      <a:moveTo>
                        <a:pt x="308" y="393"/>
                      </a:moveTo>
                      <a:cubicBezTo>
                        <a:pt x="234" y="393"/>
                        <a:pt x="125" y="338"/>
                        <a:pt x="63" y="302"/>
                      </a:cubicBezTo>
                      <a:cubicBezTo>
                        <a:pt x="8" y="271"/>
                        <a:pt x="0" y="169"/>
                        <a:pt x="32" y="111"/>
                      </a:cubicBezTo>
                      <a:cubicBezTo>
                        <a:pt x="64" y="55"/>
                        <a:pt x="137" y="67"/>
                        <a:pt x="186" y="75"/>
                      </a:cubicBezTo>
                      <a:cubicBezTo>
                        <a:pt x="190" y="76"/>
                        <a:pt x="193" y="76"/>
                        <a:pt x="197" y="77"/>
                      </a:cubicBezTo>
                      <a:cubicBezTo>
                        <a:pt x="242" y="84"/>
                        <a:pt x="338" y="75"/>
                        <a:pt x="395" y="40"/>
                      </a:cubicBezTo>
                      <a:cubicBezTo>
                        <a:pt x="462" y="0"/>
                        <a:pt x="558" y="101"/>
                        <a:pt x="586" y="133"/>
                      </a:cubicBezTo>
                      <a:cubicBezTo>
                        <a:pt x="643" y="199"/>
                        <a:pt x="612" y="259"/>
                        <a:pt x="579" y="305"/>
                      </a:cubicBezTo>
                      <a:cubicBezTo>
                        <a:pt x="543" y="354"/>
                        <a:pt x="444" y="371"/>
                        <a:pt x="365" y="385"/>
                      </a:cubicBezTo>
                      <a:cubicBezTo>
                        <a:pt x="352" y="387"/>
                        <a:pt x="341" y="389"/>
                        <a:pt x="330" y="391"/>
                      </a:cubicBezTo>
                      <a:cubicBezTo>
                        <a:pt x="323" y="392"/>
                        <a:pt x="316" y="393"/>
                        <a:pt x="308" y="393"/>
                      </a:cubicBezTo>
                      <a:close/>
                      <a:moveTo>
                        <a:pt x="121" y="72"/>
                      </a:moveTo>
                      <a:cubicBezTo>
                        <a:pt x="87" y="72"/>
                        <a:pt x="54" y="81"/>
                        <a:pt x="36" y="113"/>
                      </a:cubicBezTo>
                      <a:cubicBezTo>
                        <a:pt x="5" y="169"/>
                        <a:pt x="13" y="269"/>
                        <a:pt x="65" y="299"/>
                      </a:cubicBezTo>
                      <a:cubicBezTo>
                        <a:pt x="133" y="337"/>
                        <a:pt x="258" y="401"/>
                        <a:pt x="329" y="387"/>
                      </a:cubicBezTo>
                      <a:cubicBezTo>
                        <a:pt x="340" y="385"/>
                        <a:pt x="352" y="383"/>
                        <a:pt x="364" y="381"/>
                      </a:cubicBezTo>
                      <a:cubicBezTo>
                        <a:pt x="439" y="368"/>
                        <a:pt x="541" y="350"/>
                        <a:pt x="575" y="303"/>
                      </a:cubicBezTo>
                      <a:cubicBezTo>
                        <a:pt x="624" y="236"/>
                        <a:pt x="627" y="186"/>
                        <a:pt x="583" y="136"/>
                      </a:cubicBezTo>
                      <a:cubicBezTo>
                        <a:pt x="555" y="104"/>
                        <a:pt x="461" y="5"/>
                        <a:pt x="397" y="44"/>
                      </a:cubicBezTo>
                      <a:cubicBezTo>
                        <a:pt x="339" y="79"/>
                        <a:pt x="242" y="88"/>
                        <a:pt x="196" y="81"/>
                      </a:cubicBezTo>
                      <a:cubicBezTo>
                        <a:pt x="193" y="80"/>
                        <a:pt x="189" y="80"/>
                        <a:pt x="185" y="79"/>
                      </a:cubicBezTo>
                      <a:cubicBezTo>
                        <a:pt x="166" y="76"/>
                        <a:pt x="144" y="72"/>
                        <a:pt x="12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5" name="Google Shape;825;p21"/>
              <p:cNvGrpSpPr/>
              <p:nvPr/>
            </p:nvGrpSpPr>
            <p:grpSpPr>
              <a:xfrm rot="-5218745">
                <a:off x="-758516" y="3324314"/>
                <a:ext cx="1428735" cy="1441435"/>
                <a:chOff x="5686350" y="2848138"/>
                <a:chExt cx="1428750" cy="1441450"/>
              </a:xfrm>
            </p:grpSpPr>
            <p:sp>
              <p:nvSpPr>
                <p:cNvPr id="826" name="Google Shape;826;p21"/>
                <p:cNvSpPr/>
                <p:nvPr/>
              </p:nvSpPr>
              <p:spPr>
                <a:xfrm>
                  <a:off x="5686350" y="2848138"/>
                  <a:ext cx="1428750" cy="1441450"/>
                </a:xfrm>
                <a:custGeom>
                  <a:rect b="b" l="l" r="r" t="t"/>
                  <a:pathLst>
                    <a:path extrusionOk="0" h="1439" w="1428">
                      <a:moveTo>
                        <a:pt x="527" y="1417"/>
                      </a:moveTo>
                      <a:cubicBezTo>
                        <a:pt x="397" y="1417"/>
                        <a:pt x="261" y="1399"/>
                        <a:pt x="201" y="1375"/>
                      </a:cubicBezTo>
                      <a:cubicBezTo>
                        <a:pt x="106" y="1337"/>
                        <a:pt x="151" y="1168"/>
                        <a:pt x="184" y="1044"/>
                      </a:cubicBezTo>
                      <a:cubicBezTo>
                        <a:pt x="190" y="1021"/>
                        <a:pt x="195" y="1000"/>
                        <a:pt x="200" y="981"/>
                      </a:cubicBezTo>
                      <a:cubicBezTo>
                        <a:pt x="213" y="922"/>
                        <a:pt x="157" y="837"/>
                        <a:pt x="103" y="754"/>
                      </a:cubicBezTo>
                      <a:cubicBezTo>
                        <a:pt x="52" y="677"/>
                        <a:pt x="0" y="597"/>
                        <a:pt x="0" y="535"/>
                      </a:cubicBezTo>
                      <a:cubicBezTo>
                        <a:pt x="0" y="410"/>
                        <a:pt x="187" y="349"/>
                        <a:pt x="305" y="341"/>
                      </a:cubicBezTo>
                      <a:cubicBezTo>
                        <a:pt x="406" y="334"/>
                        <a:pt x="480" y="287"/>
                        <a:pt x="569" y="176"/>
                      </a:cubicBezTo>
                      <a:cubicBezTo>
                        <a:pt x="612" y="122"/>
                        <a:pt x="712" y="67"/>
                        <a:pt x="825" y="35"/>
                      </a:cubicBezTo>
                      <a:cubicBezTo>
                        <a:pt x="946" y="0"/>
                        <a:pt x="1047" y="2"/>
                        <a:pt x="1096" y="39"/>
                      </a:cubicBezTo>
                      <a:cubicBezTo>
                        <a:pt x="1157" y="85"/>
                        <a:pt x="1357" y="246"/>
                        <a:pt x="1348" y="362"/>
                      </a:cubicBezTo>
                      <a:cubicBezTo>
                        <a:pt x="1341" y="460"/>
                        <a:pt x="1377" y="730"/>
                        <a:pt x="1414" y="852"/>
                      </a:cubicBezTo>
                      <a:cubicBezTo>
                        <a:pt x="1428" y="897"/>
                        <a:pt x="1419" y="947"/>
                        <a:pt x="1389" y="998"/>
                      </a:cubicBezTo>
                      <a:cubicBezTo>
                        <a:pt x="1346" y="1071"/>
                        <a:pt x="1265" y="1130"/>
                        <a:pt x="1188" y="1146"/>
                      </a:cubicBezTo>
                      <a:cubicBezTo>
                        <a:pt x="1057" y="1173"/>
                        <a:pt x="894" y="1294"/>
                        <a:pt x="808" y="1364"/>
                      </a:cubicBezTo>
                      <a:cubicBezTo>
                        <a:pt x="761" y="1402"/>
                        <a:pt x="647" y="1417"/>
                        <a:pt x="527" y="1417"/>
                      </a:cubicBezTo>
                      <a:close/>
                      <a:moveTo>
                        <a:pt x="983" y="14"/>
                      </a:moveTo>
                      <a:cubicBezTo>
                        <a:pt x="843" y="14"/>
                        <a:pt x="641" y="93"/>
                        <a:pt x="572" y="178"/>
                      </a:cubicBezTo>
                      <a:cubicBezTo>
                        <a:pt x="482" y="291"/>
                        <a:pt x="407" y="338"/>
                        <a:pt x="305" y="345"/>
                      </a:cubicBezTo>
                      <a:cubicBezTo>
                        <a:pt x="189" y="353"/>
                        <a:pt x="4" y="412"/>
                        <a:pt x="4" y="535"/>
                      </a:cubicBezTo>
                      <a:cubicBezTo>
                        <a:pt x="4" y="596"/>
                        <a:pt x="56" y="675"/>
                        <a:pt x="106" y="752"/>
                      </a:cubicBezTo>
                      <a:cubicBezTo>
                        <a:pt x="163" y="839"/>
                        <a:pt x="217" y="922"/>
                        <a:pt x="204" y="982"/>
                      </a:cubicBezTo>
                      <a:cubicBezTo>
                        <a:pt x="199" y="1001"/>
                        <a:pt x="194" y="1022"/>
                        <a:pt x="188" y="1045"/>
                      </a:cubicBezTo>
                      <a:cubicBezTo>
                        <a:pt x="155" y="1167"/>
                        <a:pt x="111" y="1335"/>
                        <a:pt x="202" y="1371"/>
                      </a:cubicBezTo>
                      <a:cubicBezTo>
                        <a:pt x="317" y="1417"/>
                        <a:pt x="709" y="1439"/>
                        <a:pt x="806" y="1360"/>
                      </a:cubicBezTo>
                      <a:cubicBezTo>
                        <a:pt x="891" y="1291"/>
                        <a:pt x="1055" y="1169"/>
                        <a:pt x="1187" y="1142"/>
                      </a:cubicBezTo>
                      <a:cubicBezTo>
                        <a:pt x="1263" y="1126"/>
                        <a:pt x="1343" y="1067"/>
                        <a:pt x="1386" y="995"/>
                      </a:cubicBezTo>
                      <a:cubicBezTo>
                        <a:pt x="1406" y="961"/>
                        <a:pt x="1427" y="908"/>
                        <a:pt x="1410" y="853"/>
                      </a:cubicBezTo>
                      <a:cubicBezTo>
                        <a:pt x="1373" y="731"/>
                        <a:pt x="1337" y="460"/>
                        <a:pt x="1344" y="361"/>
                      </a:cubicBezTo>
                      <a:cubicBezTo>
                        <a:pt x="1352" y="248"/>
                        <a:pt x="1154" y="88"/>
                        <a:pt x="1094" y="42"/>
                      </a:cubicBezTo>
                      <a:cubicBezTo>
                        <a:pt x="1068" y="23"/>
                        <a:pt x="1029" y="14"/>
                        <a:pt x="983" y="14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1"/>
                <p:cNvSpPr/>
                <p:nvPr/>
              </p:nvSpPr>
              <p:spPr>
                <a:xfrm>
                  <a:off x="5978450" y="3008476"/>
                  <a:ext cx="944563" cy="820738"/>
                </a:xfrm>
                <a:custGeom>
                  <a:rect b="b" l="l" r="r" t="t"/>
                  <a:pathLst>
                    <a:path extrusionOk="0" h="819" w="943">
                      <a:moveTo>
                        <a:pt x="448" y="775"/>
                      </a:moveTo>
                      <a:cubicBezTo>
                        <a:pt x="266" y="775"/>
                        <a:pt x="86" y="619"/>
                        <a:pt x="47" y="583"/>
                      </a:cubicBezTo>
                      <a:cubicBezTo>
                        <a:pt x="15" y="553"/>
                        <a:pt x="0" y="422"/>
                        <a:pt x="2" y="375"/>
                      </a:cubicBezTo>
                      <a:cubicBezTo>
                        <a:pt x="6" y="300"/>
                        <a:pt x="107" y="234"/>
                        <a:pt x="236" y="223"/>
                      </a:cubicBezTo>
                      <a:cubicBezTo>
                        <a:pt x="360" y="212"/>
                        <a:pt x="455" y="58"/>
                        <a:pt x="456" y="56"/>
                      </a:cubicBezTo>
                      <a:cubicBezTo>
                        <a:pt x="457" y="56"/>
                        <a:pt x="457" y="56"/>
                        <a:pt x="457" y="56"/>
                      </a:cubicBezTo>
                      <a:cubicBezTo>
                        <a:pt x="495" y="18"/>
                        <a:pt x="543" y="0"/>
                        <a:pt x="600" y="4"/>
                      </a:cubicBezTo>
                      <a:cubicBezTo>
                        <a:pt x="703" y="10"/>
                        <a:pt x="813" y="86"/>
                        <a:pt x="869" y="158"/>
                      </a:cubicBezTo>
                      <a:cubicBezTo>
                        <a:pt x="943" y="255"/>
                        <a:pt x="923" y="352"/>
                        <a:pt x="905" y="437"/>
                      </a:cubicBezTo>
                      <a:cubicBezTo>
                        <a:pt x="902" y="450"/>
                        <a:pt x="900" y="462"/>
                        <a:pt x="897" y="474"/>
                      </a:cubicBezTo>
                      <a:cubicBezTo>
                        <a:pt x="879" y="571"/>
                        <a:pt x="736" y="706"/>
                        <a:pt x="526" y="765"/>
                      </a:cubicBezTo>
                      <a:cubicBezTo>
                        <a:pt x="500" y="772"/>
                        <a:pt x="474" y="775"/>
                        <a:pt x="448" y="775"/>
                      </a:cubicBezTo>
                      <a:close/>
                      <a:moveTo>
                        <a:pt x="460" y="58"/>
                      </a:moveTo>
                      <a:cubicBezTo>
                        <a:pt x="456" y="65"/>
                        <a:pt x="361" y="217"/>
                        <a:pt x="236" y="227"/>
                      </a:cubicBezTo>
                      <a:cubicBezTo>
                        <a:pt x="111" y="238"/>
                        <a:pt x="10" y="303"/>
                        <a:pt x="7" y="375"/>
                      </a:cubicBezTo>
                      <a:cubicBezTo>
                        <a:pt x="4" y="421"/>
                        <a:pt x="19" y="552"/>
                        <a:pt x="50" y="580"/>
                      </a:cubicBezTo>
                      <a:cubicBezTo>
                        <a:pt x="77" y="605"/>
                        <a:pt x="317" y="819"/>
                        <a:pt x="525" y="761"/>
                      </a:cubicBezTo>
                      <a:cubicBezTo>
                        <a:pt x="733" y="702"/>
                        <a:pt x="876" y="569"/>
                        <a:pt x="893" y="474"/>
                      </a:cubicBezTo>
                      <a:cubicBezTo>
                        <a:pt x="896" y="461"/>
                        <a:pt x="898" y="449"/>
                        <a:pt x="901" y="436"/>
                      </a:cubicBezTo>
                      <a:cubicBezTo>
                        <a:pt x="919" y="352"/>
                        <a:pt x="939" y="256"/>
                        <a:pt x="865" y="161"/>
                      </a:cubicBezTo>
                      <a:cubicBezTo>
                        <a:pt x="811" y="90"/>
                        <a:pt x="702" y="14"/>
                        <a:pt x="600" y="8"/>
                      </a:cubicBezTo>
                      <a:cubicBezTo>
                        <a:pt x="544" y="4"/>
                        <a:pt x="497" y="21"/>
                        <a:pt x="460" y="58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1"/>
                <p:cNvSpPr/>
                <p:nvPr/>
              </p:nvSpPr>
              <p:spPr>
                <a:xfrm>
                  <a:off x="6108625" y="3272001"/>
                  <a:ext cx="642937" cy="401638"/>
                </a:xfrm>
                <a:custGeom>
                  <a:rect b="b" l="l" r="r" t="t"/>
                  <a:pathLst>
                    <a:path extrusionOk="0" h="401" w="643">
                      <a:moveTo>
                        <a:pt x="308" y="393"/>
                      </a:moveTo>
                      <a:cubicBezTo>
                        <a:pt x="234" y="393"/>
                        <a:pt x="125" y="338"/>
                        <a:pt x="63" y="302"/>
                      </a:cubicBezTo>
                      <a:cubicBezTo>
                        <a:pt x="8" y="271"/>
                        <a:pt x="0" y="169"/>
                        <a:pt x="32" y="111"/>
                      </a:cubicBezTo>
                      <a:cubicBezTo>
                        <a:pt x="64" y="55"/>
                        <a:pt x="137" y="67"/>
                        <a:pt x="186" y="75"/>
                      </a:cubicBezTo>
                      <a:cubicBezTo>
                        <a:pt x="190" y="76"/>
                        <a:pt x="193" y="76"/>
                        <a:pt x="197" y="77"/>
                      </a:cubicBezTo>
                      <a:cubicBezTo>
                        <a:pt x="242" y="84"/>
                        <a:pt x="338" y="75"/>
                        <a:pt x="395" y="40"/>
                      </a:cubicBezTo>
                      <a:cubicBezTo>
                        <a:pt x="462" y="0"/>
                        <a:pt x="558" y="101"/>
                        <a:pt x="586" y="133"/>
                      </a:cubicBezTo>
                      <a:cubicBezTo>
                        <a:pt x="643" y="199"/>
                        <a:pt x="612" y="259"/>
                        <a:pt x="579" y="305"/>
                      </a:cubicBezTo>
                      <a:cubicBezTo>
                        <a:pt x="543" y="354"/>
                        <a:pt x="444" y="371"/>
                        <a:pt x="365" y="385"/>
                      </a:cubicBezTo>
                      <a:cubicBezTo>
                        <a:pt x="352" y="387"/>
                        <a:pt x="341" y="389"/>
                        <a:pt x="330" y="391"/>
                      </a:cubicBezTo>
                      <a:cubicBezTo>
                        <a:pt x="323" y="392"/>
                        <a:pt x="316" y="393"/>
                        <a:pt x="308" y="393"/>
                      </a:cubicBezTo>
                      <a:close/>
                      <a:moveTo>
                        <a:pt x="121" y="72"/>
                      </a:moveTo>
                      <a:cubicBezTo>
                        <a:pt x="87" y="72"/>
                        <a:pt x="54" y="81"/>
                        <a:pt x="36" y="113"/>
                      </a:cubicBezTo>
                      <a:cubicBezTo>
                        <a:pt x="5" y="169"/>
                        <a:pt x="13" y="269"/>
                        <a:pt x="65" y="299"/>
                      </a:cubicBezTo>
                      <a:cubicBezTo>
                        <a:pt x="133" y="337"/>
                        <a:pt x="258" y="401"/>
                        <a:pt x="329" y="387"/>
                      </a:cubicBezTo>
                      <a:cubicBezTo>
                        <a:pt x="340" y="385"/>
                        <a:pt x="352" y="383"/>
                        <a:pt x="364" y="381"/>
                      </a:cubicBezTo>
                      <a:cubicBezTo>
                        <a:pt x="439" y="368"/>
                        <a:pt x="541" y="350"/>
                        <a:pt x="575" y="303"/>
                      </a:cubicBezTo>
                      <a:cubicBezTo>
                        <a:pt x="624" y="236"/>
                        <a:pt x="627" y="186"/>
                        <a:pt x="583" y="136"/>
                      </a:cubicBezTo>
                      <a:cubicBezTo>
                        <a:pt x="555" y="104"/>
                        <a:pt x="461" y="5"/>
                        <a:pt x="397" y="44"/>
                      </a:cubicBezTo>
                      <a:cubicBezTo>
                        <a:pt x="339" y="79"/>
                        <a:pt x="242" y="88"/>
                        <a:pt x="196" y="81"/>
                      </a:cubicBezTo>
                      <a:cubicBezTo>
                        <a:pt x="193" y="80"/>
                        <a:pt x="189" y="80"/>
                        <a:pt x="185" y="79"/>
                      </a:cubicBezTo>
                      <a:cubicBezTo>
                        <a:pt x="166" y="76"/>
                        <a:pt x="144" y="72"/>
                        <a:pt x="12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2089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829" name="Google Shape;829;p21"/>
          <p:cNvGrpSpPr/>
          <p:nvPr/>
        </p:nvGrpSpPr>
        <p:grpSpPr>
          <a:xfrm>
            <a:off x="-529171" y="-243433"/>
            <a:ext cx="10158060" cy="5129658"/>
            <a:chOff x="-529171" y="-243433"/>
            <a:chExt cx="10158060" cy="5129658"/>
          </a:xfrm>
        </p:grpSpPr>
        <p:pic>
          <p:nvPicPr>
            <p:cNvPr id="830" name="Google Shape;830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4161403">
              <a:off x="8591553" y="3978332"/>
              <a:ext cx="771291" cy="808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1" name="Google Shape;83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9758763">
              <a:off x="-428127" y="3729442"/>
              <a:ext cx="860600" cy="8088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2" name="Google Shape;832;p21"/>
            <p:cNvPicPr preferRelativeResize="0"/>
            <p:nvPr/>
          </p:nvPicPr>
          <p:blipFill rotWithShape="1">
            <a:blip r:embed="rId4">
              <a:alphaModFix/>
            </a:blip>
            <a:srcRect b="0" l="0" r="2553" t="0"/>
            <a:stretch/>
          </p:blipFill>
          <p:spPr>
            <a:xfrm rot="-4477705">
              <a:off x="8588050" y="-124850"/>
              <a:ext cx="945729" cy="918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2"/>
          <p:cNvSpPr txBox="1"/>
          <p:nvPr>
            <p:ph type="title"/>
          </p:nvPr>
        </p:nvSpPr>
        <p:spPr>
          <a:xfrm>
            <a:off x="713275" y="1198925"/>
            <a:ext cx="4448100" cy="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22"/>
          <p:cNvSpPr txBox="1"/>
          <p:nvPr>
            <p:ph idx="1" type="subTitle"/>
          </p:nvPr>
        </p:nvSpPr>
        <p:spPr>
          <a:xfrm>
            <a:off x="713225" y="17992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6" name="Google Shape;836;p22"/>
          <p:cNvSpPr txBox="1"/>
          <p:nvPr/>
        </p:nvSpPr>
        <p:spPr>
          <a:xfrm>
            <a:off x="71322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sz="1200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837" name="Google Shape;837;p22"/>
          <p:cNvGrpSpPr/>
          <p:nvPr/>
        </p:nvGrpSpPr>
        <p:grpSpPr>
          <a:xfrm flipH="1" rot="-3322052">
            <a:off x="-1688828" y="-2330714"/>
            <a:ext cx="4923334" cy="4130992"/>
            <a:chOff x="5331778" y="-1723717"/>
            <a:chExt cx="4923421" cy="4131065"/>
          </a:xfrm>
        </p:grpSpPr>
        <p:sp>
          <p:nvSpPr>
            <p:cNvPr id="838" name="Google Shape;838;p22"/>
            <p:cNvSpPr/>
            <p:nvPr/>
          </p:nvSpPr>
          <p:spPr>
            <a:xfrm rot="-9010589">
              <a:off x="5862496" y="-1142019"/>
              <a:ext cx="3129571" cy="2967669"/>
            </a:xfrm>
            <a:custGeom>
              <a:rect b="b" l="l" r="r" t="t"/>
              <a:pathLst>
                <a:path extrusionOk="0" h="2383" w="2514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22"/>
            <p:cNvSpPr/>
            <p:nvPr/>
          </p:nvSpPr>
          <p:spPr>
            <a:xfrm rot="-9010592">
              <a:off x="5995963" y="-889109"/>
              <a:ext cx="2857091" cy="2574745"/>
            </a:xfrm>
            <a:custGeom>
              <a:rect b="b" l="l" r="r" t="t"/>
              <a:pathLst>
                <a:path extrusionOk="0" h="2067" w="2295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22"/>
            <p:cNvSpPr/>
            <p:nvPr/>
          </p:nvSpPr>
          <p:spPr>
            <a:xfrm rot="-9010589">
              <a:off x="6985761" y="919608"/>
              <a:ext cx="651583" cy="641711"/>
            </a:xfrm>
            <a:custGeom>
              <a:rect b="b" l="l" r="r" t="t"/>
              <a:pathLst>
                <a:path extrusionOk="0" h="514" w="524">
                  <a:moveTo>
                    <a:pt x="233" y="514"/>
                  </a:moveTo>
                  <a:cubicBezTo>
                    <a:pt x="222" y="514"/>
                    <a:pt x="211" y="513"/>
                    <a:pt x="201" y="513"/>
                  </a:cubicBezTo>
                  <a:cubicBezTo>
                    <a:pt x="118" y="507"/>
                    <a:pt x="56" y="417"/>
                    <a:pt x="22" y="252"/>
                  </a:cubicBezTo>
                  <a:cubicBezTo>
                    <a:pt x="0" y="147"/>
                    <a:pt x="68" y="52"/>
                    <a:pt x="182" y="25"/>
                  </a:cubicBezTo>
                  <a:cubicBezTo>
                    <a:pt x="291" y="0"/>
                    <a:pt x="363" y="57"/>
                    <a:pt x="391" y="115"/>
                  </a:cubicBezTo>
                  <a:cubicBezTo>
                    <a:pt x="391" y="115"/>
                    <a:pt x="391" y="115"/>
                    <a:pt x="391" y="115"/>
                  </a:cubicBezTo>
                  <a:cubicBezTo>
                    <a:pt x="399" y="129"/>
                    <a:pt x="413" y="147"/>
                    <a:pt x="429" y="168"/>
                  </a:cubicBezTo>
                  <a:cubicBezTo>
                    <a:pt x="469" y="220"/>
                    <a:pt x="524" y="291"/>
                    <a:pt x="524" y="374"/>
                  </a:cubicBezTo>
                  <a:cubicBezTo>
                    <a:pt x="524" y="400"/>
                    <a:pt x="514" y="423"/>
                    <a:pt x="493" y="443"/>
                  </a:cubicBezTo>
                  <a:cubicBezTo>
                    <a:pt x="435" y="496"/>
                    <a:pt x="315" y="514"/>
                    <a:pt x="233" y="514"/>
                  </a:cubicBezTo>
                  <a:close/>
                  <a:moveTo>
                    <a:pt x="233" y="23"/>
                  </a:moveTo>
                  <a:cubicBezTo>
                    <a:pt x="217" y="23"/>
                    <a:pt x="201" y="25"/>
                    <a:pt x="183" y="29"/>
                  </a:cubicBezTo>
                  <a:cubicBezTo>
                    <a:pt x="71" y="55"/>
                    <a:pt x="5" y="149"/>
                    <a:pt x="26" y="252"/>
                  </a:cubicBezTo>
                  <a:cubicBezTo>
                    <a:pt x="49" y="365"/>
                    <a:pt x="99" y="501"/>
                    <a:pt x="201" y="508"/>
                  </a:cubicBezTo>
                  <a:cubicBezTo>
                    <a:pt x="279" y="514"/>
                    <a:pt x="425" y="500"/>
                    <a:pt x="490" y="439"/>
                  </a:cubicBezTo>
                  <a:cubicBezTo>
                    <a:pt x="510" y="421"/>
                    <a:pt x="520" y="398"/>
                    <a:pt x="520" y="374"/>
                  </a:cubicBezTo>
                  <a:cubicBezTo>
                    <a:pt x="520" y="293"/>
                    <a:pt x="465" y="222"/>
                    <a:pt x="425" y="171"/>
                  </a:cubicBezTo>
                  <a:cubicBezTo>
                    <a:pt x="409" y="150"/>
                    <a:pt x="395" y="131"/>
                    <a:pt x="388" y="116"/>
                  </a:cubicBezTo>
                  <a:cubicBezTo>
                    <a:pt x="388" y="116"/>
                    <a:pt x="388" y="116"/>
                    <a:pt x="388" y="116"/>
                  </a:cubicBezTo>
                  <a:cubicBezTo>
                    <a:pt x="364" y="70"/>
                    <a:pt x="312" y="23"/>
                    <a:pt x="233" y="2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22"/>
            <p:cNvSpPr/>
            <p:nvPr/>
          </p:nvSpPr>
          <p:spPr>
            <a:xfrm rot="-9010590">
              <a:off x="7937526" y="1089508"/>
              <a:ext cx="458082" cy="232990"/>
            </a:xfrm>
            <a:custGeom>
              <a:rect b="b" l="l" r="r" t="t"/>
              <a:pathLst>
                <a:path extrusionOk="0" h="187" w="368">
                  <a:moveTo>
                    <a:pt x="130" y="185"/>
                  </a:moveTo>
                  <a:cubicBezTo>
                    <a:pt x="93" y="185"/>
                    <a:pt x="53" y="178"/>
                    <a:pt x="28" y="155"/>
                  </a:cubicBezTo>
                  <a:cubicBezTo>
                    <a:pt x="9" y="137"/>
                    <a:pt x="0" y="113"/>
                    <a:pt x="3" y="82"/>
                  </a:cubicBezTo>
                  <a:cubicBezTo>
                    <a:pt x="8" y="11"/>
                    <a:pt x="82" y="11"/>
                    <a:pt x="147" y="11"/>
                  </a:cubicBezTo>
                  <a:cubicBezTo>
                    <a:pt x="173" y="10"/>
                    <a:pt x="198" y="10"/>
                    <a:pt x="218" y="6"/>
                  </a:cubicBezTo>
                  <a:cubicBezTo>
                    <a:pt x="218" y="6"/>
                    <a:pt x="218" y="6"/>
                    <a:pt x="218" y="6"/>
                  </a:cubicBezTo>
                  <a:cubicBezTo>
                    <a:pt x="249" y="0"/>
                    <a:pt x="282" y="9"/>
                    <a:pt x="311" y="31"/>
                  </a:cubicBezTo>
                  <a:cubicBezTo>
                    <a:pt x="341" y="53"/>
                    <a:pt x="363" y="87"/>
                    <a:pt x="365" y="115"/>
                  </a:cubicBezTo>
                  <a:cubicBezTo>
                    <a:pt x="368" y="156"/>
                    <a:pt x="312" y="164"/>
                    <a:pt x="240" y="173"/>
                  </a:cubicBezTo>
                  <a:cubicBezTo>
                    <a:pt x="224" y="175"/>
                    <a:pt x="207" y="177"/>
                    <a:pt x="190" y="180"/>
                  </a:cubicBezTo>
                  <a:cubicBezTo>
                    <a:pt x="174" y="183"/>
                    <a:pt x="153" y="185"/>
                    <a:pt x="130" y="185"/>
                  </a:cubicBezTo>
                  <a:close/>
                  <a:moveTo>
                    <a:pt x="219" y="10"/>
                  </a:moveTo>
                  <a:cubicBezTo>
                    <a:pt x="198" y="15"/>
                    <a:pt x="173" y="15"/>
                    <a:pt x="147" y="15"/>
                  </a:cubicBezTo>
                  <a:cubicBezTo>
                    <a:pt x="81" y="15"/>
                    <a:pt x="12" y="15"/>
                    <a:pt x="7" y="82"/>
                  </a:cubicBezTo>
                  <a:cubicBezTo>
                    <a:pt x="5" y="112"/>
                    <a:pt x="12" y="135"/>
                    <a:pt x="30" y="152"/>
                  </a:cubicBezTo>
                  <a:cubicBezTo>
                    <a:pt x="60" y="179"/>
                    <a:pt x="117" y="187"/>
                    <a:pt x="189" y="176"/>
                  </a:cubicBezTo>
                  <a:cubicBezTo>
                    <a:pt x="206" y="173"/>
                    <a:pt x="223" y="171"/>
                    <a:pt x="240" y="169"/>
                  </a:cubicBezTo>
                  <a:cubicBezTo>
                    <a:pt x="309" y="160"/>
                    <a:pt x="364" y="153"/>
                    <a:pt x="361" y="116"/>
                  </a:cubicBezTo>
                  <a:cubicBezTo>
                    <a:pt x="359" y="89"/>
                    <a:pt x="337" y="56"/>
                    <a:pt x="309" y="34"/>
                  </a:cubicBezTo>
                  <a:cubicBezTo>
                    <a:pt x="281" y="13"/>
                    <a:pt x="249" y="4"/>
                    <a:pt x="219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22"/>
            <p:cNvSpPr/>
            <p:nvPr/>
          </p:nvSpPr>
          <p:spPr>
            <a:xfrm rot="-9010592">
              <a:off x="6344542" y="-817282"/>
              <a:ext cx="1777042" cy="1792839"/>
            </a:xfrm>
            <a:custGeom>
              <a:rect b="b" l="l" r="r" t="t"/>
              <a:pathLst>
                <a:path extrusionOk="0" h="1439" w="1428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22"/>
            <p:cNvSpPr/>
            <p:nvPr/>
          </p:nvSpPr>
          <p:spPr>
            <a:xfrm rot="-9010594">
              <a:off x="7136640" y="1144254"/>
              <a:ext cx="341587" cy="306047"/>
            </a:xfrm>
            <a:custGeom>
              <a:rect b="b" l="l" r="r" t="t"/>
              <a:pathLst>
                <a:path extrusionOk="0" h="246" w="275">
                  <a:moveTo>
                    <a:pt x="129" y="246"/>
                  </a:moveTo>
                  <a:cubicBezTo>
                    <a:pt x="110" y="246"/>
                    <a:pt x="92" y="243"/>
                    <a:pt x="77" y="239"/>
                  </a:cubicBezTo>
                  <a:cubicBezTo>
                    <a:pt x="49" y="231"/>
                    <a:pt x="30" y="218"/>
                    <a:pt x="21" y="202"/>
                  </a:cubicBezTo>
                  <a:cubicBezTo>
                    <a:pt x="1" y="160"/>
                    <a:pt x="0" y="82"/>
                    <a:pt x="85" y="40"/>
                  </a:cubicBezTo>
                  <a:cubicBezTo>
                    <a:pt x="166" y="0"/>
                    <a:pt x="197" y="53"/>
                    <a:pt x="222" y="97"/>
                  </a:cubicBezTo>
                  <a:cubicBezTo>
                    <a:pt x="224" y="100"/>
                    <a:pt x="224" y="100"/>
                    <a:pt x="224" y="100"/>
                  </a:cubicBezTo>
                  <a:cubicBezTo>
                    <a:pt x="249" y="142"/>
                    <a:pt x="275" y="186"/>
                    <a:pt x="213" y="225"/>
                  </a:cubicBezTo>
                  <a:cubicBezTo>
                    <a:pt x="188" y="240"/>
                    <a:pt x="158" y="246"/>
                    <a:pt x="129" y="246"/>
                  </a:cubicBezTo>
                  <a:close/>
                  <a:moveTo>
                    <a:pt x="137" y="30"/>
                  </a:moveTo>
                  <a:cubicBezTo>
                    <a:pt x="123" y="30"/>
                    <a:pt x="107" y="34"/>
                    <a:pt x="87" y="44"/>
                  </a:cubicBezTo>
                  <a:cubicBezTo>
                    <a:pt x="5" y="85"/>
                    <a:pt x="5" y="160"/>
                    <a:pt x="25" y="200"/>
                  </a:cubicBezTo>
                  <a:cubicBezTo>
                    <a:pt x="33" y="215"/>
                    <a:pt x="52" y="228"/>
                    <a:pt x="78" y="235"/>
                  </a:cubicBezTo>
                  <a:cubicBezTo>
                    <a:pt x="116" y="246"/>
                    <a:pt x="171" y="245"/>
                    <a:pt x="210" y="221"/>
                  </a:cubicBezTo>
                  <a:cubicBezTo>
                    <a:pt x="269" y="184"/>
                    <a:pt x="246" y="144"/>
                    <a:pt x="221" y="102"/>
                  </a:cubicBezTo>
                  <a:cubicBezTo>
                    <a:pt x="219" y="99"/>
                    <a:pt x="219" y="99"/>
                    <a:pt x="219" y="99"/>
                  </a:cubicBezTo>
                  <a:cubicBezTo>
                    <a:pt x="200" y="66"/>
                    <a:pt x="179" y="30"/>
                    <a:pt x="137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22"/>
            <p:cNvSpPr/>
            <p:nvPr/>
          </p:nvSpPr>
          <p:spPr>
            <a:xfrm rot="-9010588">
              <a:off x="6498894" y="-300328"/>
              <a:ext cx="1174824" cy="1020815"/>
            </a:xfrm>
            <a:custGeom>
              <a:rect b="b" l="l" r="r" t="t"/>
              <a:pathLst>
                <a:path extrusionOk="0" h="819" w="943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22"/>
            <p:cNvSpPr/>
            <p:nvPr/>
          </p:nvSpPr>
          <p:spPr>
            <a:xfrm rot="-9010590">
              <a:off x="7539570" y="-449568"/>
              <a:ext cx="499547" cy="375153"/>
            </a:xfrm>
            <a:custGeom>
              <a:rect b="b" l="l" r="r" t="t"/>
              <a:pathLst>
                <a:path extrusionOk="0" h="302" w="401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22"/>
            <p:cNvSpPr/>
            <p:nvPr/>
          </p:nvSpPr>
          <p:spPr>
            <a:xfrm rot="-9010591">
              <a:off x="6742129" y="-85169"/>
              <a:ext cx="799668" cy="499547"/>
            </a:xfrm>
            <a:custGeom>
              <a:rect b="b" l="l" r="r" t="t"/>
              <a:pathLst>
                <a:path extrusionOk="0" h="401" w="643">
                  <a:moveTo>
                    <a:pt x="308" y="393"/>
                  </a:moveTo>
                  <a:cubicBezTo>
                    <a:pt x="234" y="393"/>
                    <a:pt x="125" y="338"/>
                    <a:pt x="63" y="302"/>
                  </a:cubicBezTo>
                  <a:cubicBezTo>
                    <a:pt x="8" y="271"/>
                    <a:pt x="0" y="169"/>
                    <a:pt x="32" y="111"/>
                  </a:cubicBezTo>
                  <a:cubicBezTo>
                    <a:pt x="64" y="55"/>
                    <a:pt x="137" y="67"/>
                    <a:pt x="186" y="75"/>
                  </a:cubicBezTo>
                  <a:cubicBezTo>
                    <a:pt x="190" y="76"/>
                    <a:pt x="193" y="76"/>
                    <a:pt x="197" y="77"/>
                  </a:cubicBezTo>
                  <a:cubicBezTo>
                    <a:pt x="242" y="84"/>
                    <a:pt x="338" y="75"/>
                    <a:pt x="395" y="40"/>
                  </a:cubicBezTo>
                  <a:cubicBezTo>
                    <a:pt x="462" y="0"/>
                    <a:pt x="558" y="101"/>
                    <a:pt x="586" y="133"/>
                  </a:cubicBezTo>
                  <a:cubicBezTo>
                    <a:pt x="643" y="199"/>
                    <a:pt x="612" y="259"/>
                    <a:pt x="579" y="305"/>
                  </a:cubicBezTo>
                  <a:cubicBezTo>
                    <a:pt x="543" y="354"/>
                    <a:pt x="444" y="371"/>
                    <a:pt x="365" y="385"/>
                  </a:cubicBezTo>
                  <a:cubicBezTo>
                    <a:pt x="352" y="387"/>
                    <a:pt x="341" y="389"/>
                    <a:pt x="330" y="391"/>
                  </a:cubicBezTo>
                  <a:cubicBezTo>
                    <a:pt x="323" y="392"/>
                    <a:pt x="316" y="393"/>
                    <a:pt x="308" y="393"/>
                  </a:cubicBezTo>
                  <a:close/>
                  <a:moveTo>
                    <a:pt x="121" y="72"/>
                  </a:moveTo>
                  <a:cubicBezTo>
                    <a:pt x="87" y="72"/>
                    <a:pt x="54" y="81"/>
                    <a:pt x="36" y="113"/>
                  </a:cubicBezTo>
                  <a:cubicBezTo>
                    <a:pt x="5" y="169"/>
                    <a:pt x="13" y="269"/>
                    <a:pt x="65" y="299"/>
                  </a:cubicBezTo>
                  <a:cubicBezTo>
                    <a:pt x="133" y="337"/>
                    <a:pt x="258" y="401"/>
                    <a:pt x="329" y="387"/>
                  </a:cubicBezTo>
                  <a:cubicBezTo>
                    <a:pt x="340" y="385"/>
                    <a:pt x="352" y="383"/>
                    <a:pt x="364" y="381"/>
                  </a:cubicBezTo>
                  <a:cubicBezTo>
                    <a:pt x="439" y="368"/>
                    <a:pt x="541" y="350"/>
                    <a:pt x="575" y="303"/>
                  </a:cubicBezTo>
                  <a:cubicBezTo>
                    <a:pt x="624" y="236"/>
                    <a:pt x="627" y="186"/>
                    <a:pt x="583" y="136"/>
                  </a:cubicBezTo>
                  <a:cubicBezTo>
                    <a:pt x="555" y="104"/>
                    <a:pt x="461" y="5"/>
                    <a:pt x="397" y="44"/>
                  </a:cubicBezTo>
                  <a:cubicBezTo>
                    <a:pt x="339" y="79"/>
                    <a:pt x="242" y="88"/>
                    <a:pt x="196" y="81"/>
                  </a:cubicBezTo>
                  <a:cubicBezTo>
                    <a:pt x="193" y="80"/>
                    <a:pt x="189" y="80"/>
                    <a:pt x="185" y="79"/>
                  </a:cubicBezTo>
                  <a:cubicBezTo>
                    <a:pt x="166" y="76"/>
                    <a:pt x="144" y="72"/>
                    <a:pt x="121" y="7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22"/>
            <p:cNvSpPr/>
            <p:nvPr/>
          </p:nvSpPr>
          <p:spPr>
            <a:xfrm rot="-9010591">
              <a:off x="8687241" y="2695"/>
              <a:ext cx="955654" cy="947757"/>
            </a:xfrm>
            <a:custGeom>
              <a:rect b="b" l="l" r="r" t="t"/>
              <a:pathLst>
                <a:path extrusionOk="0" h="762" w="768">
                  <a:moveTo>
                    <a:pt x="304" y="728"/>
                  </a:moveTo>
                  <a:cubicBezTo>
                    <a:pt x="252" y="728"/>
                    <a:pt x="198" y="698"/>
                    <a:pt x="139" y="653"/>
                  </a:cubicBezTo>
                  <a:cubicBezTo>
                    <a:pt x="39" y="576"/>
                    <a:pt x="0" y="418"/>
                    <a:pt x="58" y="328"/>
                  </a:cubicBezTo>
                  <a:cubicBezTo>
                    <a:pt x="80" y="295"/>
                    <a:pt x="99" y="270"/>
                    <a:pt x="115" y="248"/>
                  </a:cubicBezTo>
                  <a:cubicBezTo>
                    <a:pt x="145" y="209"/>
                    <a:pt x="168" y="178"/>
                    <a:pt x="189" y="128"/>
                  </a:cubicBezTo>
                  <a:cubicBezTo>
                    <a:pt x="226" y="39"/>
                    <a:pt x="306" y="3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78" y="1"/>
                    <a:pt x="592" y="19"/>
                    <a:pt x="652" y="82"/>
                  </a:cubicBezTo>
                  <a:cubicBezTo>
                    <a:pt x="713" y="145"/>
                    <a:pt x="768" y="289"/>
                    <a:pt x="713" y="393"/>
                  </a:cubicBezTo>
                  <a:cubicBezTo>
                    <a:pt x="682" y="451"/>
                    <a:pt x="628" y="493"/>
                    <a:pt x="571" y="538"/>
                  </a:cubicBezTo>
                  <a:cubicBezTo>
                    <a:pt x="527" y="573"/>
                    <a:pt x="481" y="609"/>
                    <a:pt x="438" y="657"/>
                  </a:cubicBezTo>
                  <a:cubicBezTo>
                    <a:pt x="392" y="707"/>
                    <a:pt x="349" y="728"/>
                    <a:pt x="304" y="728"/>
                  </a:cubicBezTo>
                  <a:close/>
                  <a:moveTo>
                    <a:pt x="369" y="4"/>
                  </a:moveTo>
                  <a:cubicBezTo>
                    <a:pt x="308" y="7"/>
                    <a:pt x="229" y="42"/>
                    <a:pt x="193" y="129"/>
                  </a:cubicBezTo>
                  <a:cubicBezTo>
                    <a:pt x="172" y="181"/>
                    <a:pt x="148" y="211"/>
                    <a:pt x="119" y="250"/>
                  </a:cubicBezTo>
                  <a:cubicBezTo>
                    <a:pt x="102" y="272"/>
                    <a:pt x="83" y="297"/>
                    <a:pt x="62" y="330"/>
                  </a:cubicBezTo>
                  <a:cubicBezTo>
                    <a:pt x="4" y="419"/>
                    <a:pt x="43" y="574"/>
                    <a:pt x="142" y="650"/>
                  </a:cubicBezTo>
                  <a:cubicBezTo>
                    <a:pt x="247" y="731"/>
                    <a:pt x="337" y="762"/>
                    <a:pt x="435" y="654"/>
                  </a:cubicBezTo>
                  <a:cubicBezTo>
                    <a:pt x="478" y="605"/>
                    <a:pt x="524" y="569"/>
                    <a:pt x="569" y="535"/>
                  </a:cubicBezTo>
                  <a:cubicBezTo>
                    <a:pt x="628" y="489"/>
                    <a:pt x="679" y="449"/>
                    <a:pt x="710" y="391"/>
                  </a:cubicBezTo>
                  <a:cubicBezTo>
                    <a:pt x="763" y="290"/>
                    <a:pt x="708" y="146"/>
                    <a:pt x="649" y="84"/>
                  </a:cubicBezTo>
                  <a:cubicBezTo>
                    <a:pt x="591" y="23"/>
                    <a:pt x="375" y="5"/>
                    <a:pt x="369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22"/>
            <p:cNvSpPr/>
            <p:nvPr/>
          </p:nvSpPr>
          <p:spPr>
            <a:xfrm rot="-9010589">
              <a:off x="9130283" y="320572"/>
              <a:ext cx="327765" cy="266557"/>
            </a:xfrm>
            <a:custGeom>
              <a:rect b="b" l="l" r="r" t="t"/>
              <a:pathLst>
                <a:path extrusionOk="0" h="213" w="263">
                  <a:moveTo>
                    <a:pt x="128" y="211"/>
                  </a:moveTo>
                  <a:cubicBezTo>
                    <a:pt x="125" y="211"/>
                    <a:pt x="122" y="210"/>
                    <a:pt x="119" y="210"/>
                  </a:cubicBezTo>
                  <a:cubicBezTo>
                    <a:pt x="82" y="203"/>
                    <a:pt x="20" y="190"/>
                    <a:pt x="10" y="130"/>
                  </a:cubicBezTo>
                  <a:cubicBezTo>
                    <a:pt x="0" y="68"/>
                    <a:pt x="71" y="30"/>
                    <a:pt x="114" y="13"/>
                  </a:cubicBezTo>
                  <a:cubicBezTo>
                    <a:pt x="114" y="13"/>
                    <a:pt x="114" y="13"/>
                    <a:pt x="114" y="13"/>
                  </a:cubicBezTo>
                  <a:cubicBezTo>
                    <a:pt x="147" y="0"/>
                    <a:pt x="201" y="25"/>
                    <a:pt x="233" y="57"/>
                  </a:cubicBezTo>
                  <a:cubicBezTo>
                    <a:pt x="254" y="79"/>
                    <a:pt x="263" y="101"/>
                    <a:pt x="256" y="118"/>
                  </a:cubicBezTo>
                  <a:cubicBezTo>
                    <a:pt x="238" y="162"/>
                    <a:pt x="169" y="211"/>
                    <a:pt x="128" y="211"/>
                  </a:cubicBezTo>
                  <a:close/>
                  <a:moveTo>
                    <a:pt x="134" y="14"/>
                  </a:moveTo>
                  <a:cubicBezTo>
                    <a:pt x="127" y="14"/>
                    <a:pt x="121" y="15"/>
                    <a:pt x="116" y="17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74" y="34"/>
                    <a:pt x="4" y="71"/>
                    <a:pt x="14" y="130"/>
                  </a:cubicBezTo>
                  <a:cubicBezTo>
                    <a:pt x="23" y="187"/>
                    <a:pt x="84" y="199"/>
                    <a:pt x="120" y="206"/>
                  </a:cubicBezTo>
                  <a:cubicBezTo>
                    <a:pt x="159" y="213"/>
                    <a:pt x="234" y="163"/>
                    <a:pt x="252" y="117"/>
                  </a:cubicBezTo>
                  <a:cubicBezTo>
                    <a:pt x="259" y="101"/>
                    <a:pt x="250" y="80"/>
                    <a:pt x="230" y="60"/>
                  </a:cubicBezTo>
                  <a:cubicBezTo>
                    <a:pt x="205" y="35"/>
                    <a:pt x="165" y="14"/>
                    <a:pt x="134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22"/>
            <p:cNvSpPr/>
            <p:nvPr/>
          </p:nvSpPr>
          <p:spPr>
            <a:xfrm rot="-9010591">
              <a:off x="8840293" y="167758"/>
              <a:ext cx="665405" cy="665405"/>
            </a:xfrm>
            <a:custGeom>
              <a:rect b="b" l="l" r="r" t="t"/>
              <a:pathLst>
                <a:path extrusionOk="0" h="534" w="535">
                  <a:moveTo>
                    <a:pt x="183" y="533"/>
                  </a:moveTo>
                  <a:cubicBezTo>
                    <a:pt x="179" y="533"/>
                    <a:pt x="175" y="532"/>
                    <a:pt x="171" y="532"/>
                  </a:cubicBezTo>
                  <a:cubicBezTo>
                    <a:pt x="116" y="525"/>
                    <a:pt x="0" y="417"/>
                    <a:pt x="7" y="351"/>
                  </a:cubicBezTo>
                  <a:cubicBezTo>
                    <a:pt x="17" y="262"/>
                    <a:pt x="64" y="213"/>
                    <a:pt x="95" y="181"/>
                  </a:cubicBezTo>
                  <a:cubicBezTo>
                    <a:pt x="136" y="138"/>
                    <a:pt x="160" y="109"/>
                    <a:pt x="207" y="41"/>
                  </a:cubicBezTo>
                  <a:cubicBezTo>
                    <a:pt x="221" y="20"/>
                    <a:pt x="246" y="8"/>
                    <a:pt x="281" y="5"/>
                  </a:cubicBezTo>
                  <a:cubicBezTo>
                    <a:pt x="344" y="0"/>
                    <a:pt x="432" y="29"/>
                    <a:pt x="468" y="67"/>
                  </a:cubicBezTo>
                  <a:cubicBezTo>
                    <a:pt x="516" y="117"/>
                    <a:pt x="535" y="230"/>
                    <a:pt x="502" y="271"/>
                  </a:cubicBezTo>
                  <a:cubicBezTo>
                    <a:pt x="486" y="291"/>
                    <a:pt x="456" y="324"/>
                    <a:pt x="424" y="360"/>
                  </a:cubicBezTo>
                  <a:cubicBezTo>
                    <a:pt x="394" y="392"/>
                    <a:pt x="363" y="426"/>
                    <a:pt x="344" y="450"/>
                  </a:cubicBezTo>
                  <a:cubicBezTo>
                    <a:pt x="305" y="497"/>
                    <a:pt x="234" y="533"/>
                    <a:pt x="183" y="533"/>
                  </a:cubicBezTo>
                  <a:close/>
                  <a:moveTo>
                    <a:pt x="297" y="9"/>
                  </a:moveTo>
                  <a:cubicBezTo>
                    <a:pt x="292" y="9"/>
                    <a:pt x="286" y="9"/>
                    <a:pt x="281" y="9"/>
                  </a:cubicBezTo>
                  <a:cubicBezTo>
                    <a:pt x="248" y="12"/>
                    <a:pt x="224" y="24"/>
                    <a:pt x="210" y="43"/>
                  </a:cubicBezTo>
                  <a:cubicBezTo>
                    <a:pt x="163" y="112"/>
                    <a:pt x="139" y="141"/>
                    <a:pt x="98" y="183"/>
                  </a:cubicBezTo>
                  <a:cubicBezTo>
                    <a:pt x="67" y="216"/>
                    <a:pt x="21" y="264"/>
                    <a:pt x="12" y="351"/>
                  </a:cubicBezTo>
                  <a:cubicBezTo>
                    <a:pt x="5" y="415"/>
                    <a:pt x="119" y="521"/>
                    <a:pt x="171" y="528"/>
                  </a:cubicBezTo>
                  <a:cubicBezTo>
                    <a:pt x="222" y="534"/>
                    <a:pt x="299" y="497"/>
                    <a:pt x="341" y="447"/>
                  </a:cubicBezTo>
                  <a:cubicBezTo>
                    <a:pt x="360" y="424"/>
                    <a:pt x="391" y="390"/>
                    <a:pt x="421" y="357"/>
                  </a:cubicBezTo>
                  <a:cubicBezTo>
                    <a:pt x="453" y="322"/>
                    <a:pt x="483" y="288"/>
                    <a:pt x="499" y="268"/>
                  </a:cubicBezTo>
                  <a:cubicBezTo>
                    <a:pt x="529" y="232"/>
                    <a:pt x="516" y="123"/>
                    <a:pt x="465" y="70"/>
                  </a:cubicBezTo>
                  <a:cubicBezTo>
                    <a:pt x="436" y="39"/>
                    <a:pt x="363" y="9"/>
                    <a:pt x="297" y="9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22"/>
            <p:cNvSpPr/>
            <p:nvPr/>
          </p:nvSpPr>
          <p:spPr>
            <a:xfrm rot="-9010592">
              <a:off x="8618135" y="-356342"/>
              <a:ext cx="1328833" cy="1593416"/>
            </a:xfrm>
            <a:custGeom>
              <a:rect b="b" l="l" r="r" t="t"/>
              <a:pathLst>
                <a:path extrusionOk="0" h="1278" w="1068">
                  <a:moveTo>
                    <a:pt x="352" y="1268"/>
                  </a:moveTo>
                  <a:cubicBezTo>
                    <a:pt x="320" y="1268"/>
                    <a:pt x="292" y="1258"/>
                    <a:pt x="270" y="1247"/>
                  </a:cubicBezTo>
                  <a:cubicBezTo>
                    <a:pt x="208" y="1215"/>
                    <a:pt x="165" y="1155"/>
                    <a:pt x="162" y="1117"/>
                  </a:cubicBezTo>
                  <a:cubicBezTo>
                    <a:pt x="157" y="1070"/>
                    <a:pt x="116" y="967"/>
                    <a:pt x="77" y="868"/>
                  </a:cubicBezTo>
                  <a:cubicBezTo>
                    <a:pt x="60" y="823"/>
                    <a:pt x="43" y="781"/>
                    <a:pt x="30" y="745"/>
                  </a:cubicBezTo>
                  <a:cubicBezTo>
                    <a:pt x="0" y="662"/>
                    <a:pt x="46" y="568"/>
                    <a:pt x="162" y="475"/>
                  </a:cubicBezTo>
                  <a:cubicBezTo>
                    <a:pt x="220" y="429"/>
                    <a:pt x="310" y="297"/>
                    <a:pt x="321" y="195"/>
                  </a:cubicBezTo>
                  <a:cubicBezTo>
                    <a:pt x="330" y="100"/>
                    <a:pt x="442" y="58"/>
                    <a:pt x="510" y="33"/>
                  </a:cubicBezTo>
                  <a:cubicBezTo>
                    <a:pt x="515" y="31"/>
                    <a:pt x="521" y="29"/>
                    <a:pt x="526" y="27"/>
                  </a:cubicBezTo>
                  <a:cubicBezTo>
                    <a:pt x="594" y="0"/>
                    <a:pt x="888" y="104"/>
                    <a:pt x="957" y="179"/>
                  </a:cubicBezTo>
                  <a:cubicBezTo>
                    <a:pt x="1026" y="256"/>
                    <a:pt x="1040" y="366"/>
                    <a:pt x="1054" y="473"/>
                  </a:cubicBezTo>
                  <a:cubicBezTo>
                    <a:pt x="1068" y="582"/>
                    <a:pt x="964" y="810"/>
                    <a:pt x="863" y="894"/>
                  </a:cubicBezTo>
                  <a:cubicBezTo>
                    <a:pt x="835" y="917"/>
                    <a:pt x="800" y="948"/>
                    <a:pt x="760" y="984"/>
                  </a:cubicBezTo>
                  <a:cubicBezTo>
                    <a:pt x="657" y="1076"/>
                    <a:pt x="529" y="1190"/>
                    <a:pt x="434" y="1245"/>
                  </a:cubicBezTo>
                  <a:cubicBezTo>
                    <a:pt x="405" y="1262"/>
                    <a:pt x="377" y="1268"/>
                    <a:pt x="352" y="1268"/>
                  </a:cubicBezTo>
                  <a:close/>
                  <a:moveTo>
                    <a:pt x="555" y="27"/>
                  </a:moveTo>
                  <a:cubicBezTo>
                    <a:pt x="543" y="27"/>
                    <a:pt x="534" y="28"/>
                    <a:pt x="527" y="31"/>
                  </a:cubicBezTo>
                  <a:cubicBezTo>
                    <a:pt x="522" y="33"/>
                    <a:pt x="517" y="35"/>
                    <a:pt x="511" y="37"/>
                  </a:cubicBezTo>
                  <a:cubicBezTo>
                    <a:pt x="445" y="62"/>
                    <a:pt x="334" y="103"/>
                    <a:pt x="325" y="195"/>
                  </a:cubicBezTo>
                  <a:cubicBezTo>
                    <a:pt x="314" y="299"/>
                    <a:pt x="223" y="432"/>
                    <a:pt x="165" y="479"/>
                  </a:cubicBezTo>
                  <a:cubicBezTo>
                    <a:pt x="50" y="570"/>
                    <a:pt x="5" y="662"/>
                    <a:pt x="34" y="744"/>
                  </a:cubicBezTo>
                  <a:cubicBezTo>
                    <a:pt x="47" y="779"/>
                    <a:pt x="64" y="821"/>
                    <a:pt x="81" y="866"/>
                  </a:cubicBezTo>
                  <a:cubicBezTo>
                    <a:pt x="120" y="966"/>
                    <a:pt x="161" y="1069"/>
                    <a:pt x="166" y="1116"/>
                  </a:cubicBezTo>
                  <a:cubicBezTo>
                    <a:pt x="169" y="1153"/>
                    <a:pt x="211" y="1212"/>
                    <a:pt x="272" y="1243"/>
                  </a:cubicBezTo>
                  <a:cubicBezTo>
                    <a:pt x="310" y="1263"/>
                    <a:pt x="368" y="1278"/>
                    <a:pt x="432" y="1241"/>
                  </a:cubicBezTo>
                  <a:cubicBezTo>
                    <a:pt x="527" y="1187"/>
                    <a:pt x="654" y="1073"/>
                    <a:pt x="757" y="981"/>
                  </a:cubicBezTo>
                  <a:cubicBezTo>
                    <a:pt x="798" y="945"/>
                    <a:pt x="832" y="914"/>
                    <a:pt x="860" y="891"/>
                  </a:cubicBezTo>
                  <a:cubicBezTo>
                    <a:pt x="961" y="808"/>
                    <a:pt x="1064" y="581"/>
                    <a:pt x="1050" y="474"/>
                  </a:cubicBezTo>
                  <a:cubicBezTo>
                    <a:pt x="1036" y="367"/>
                    <a:pt x="1022" y="257"/>
                    <a:pt x="954" y="182"/>
                  </a:cubicBezTo>
                  <a:cubicBezTo>
                    <a:pt x="916" y="141"/>
                    <a:pt x="818" y="96"/>
                    <a:pt x="739" y="69"/>
                  </a:cubicBezTo>
                  <a:cubicBezTo>
                    <a:pt x="662" y="42"/>
                    <a:pt x="595" y="27"/>
                    <a:pt x="555" y="2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51" name="Google Shape;8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9094661">
            <a:off x="6764926" y="-164403"/>
            <a:ext cx="750221" cy="786213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22"/>
          <p:cNvSpPr/>
          <p:nvPr/>
        </p:nvSpPr>
        <p:spPr>
          <a:xfrm rot="-9010592">
            <a:off x="6365492" y="-785882"/>
            <a:ext cx="1777042" cy="1792839"/>
          </a:xfrm>
          <a:custGeom>
            <a:rect b="b" l="l" r="r" t="t"/>
            <a:pathLst>
              <a:path extrusionOk="0" h="1439" w="1428">
                <a:moveTo>
                  <a:pt x="527" y="1417"/>
                </a:moveTo>
                <a:cubicBezTo>
                  <a:pt x="397" y="1417"/>
                  <a:pt x="261" y="1399"/>
                  <a:pt x="201" y="1375"/>
                </a:cubicBezTo>
                <a:cubicBezTo>
                  <a:pt x="106" y="1337"/>
                  <a:pt x="151" y="1168"/>
                  <a:pt x="184" y="1044"/>
                </a:cubicBezTo>
                <a:cubicBezTo>
                  <a:pt x="190" y="1021"/>
                  <a:pt x="195" y="1000"/>
                  <a:pt x="200" y="981"/>
                </a:cubicBezTo>
                <a:cubicBezTo>
                  <a:pt x="213" y="922"/>
                  <a:pt x="157" y="837"/>
                  <a:pt x="103" y="754"/>
                </a:cubicBezTo>
                <a:cubicBezTo>
                  <a:pt x="52" y="677"/>
                  <a:pt x="0" y="597"/>
                  <a:pt x="0" y="535"/>
                </a:cubicBezTo>
                <a:cubicBezTo>
                  <a:pt x="0" y="410"/>
                  <a:pt x="187" y="349"/>
                  <a:pt x="305" y="341"/>
                </a:cubicBezTo>
                <a:cubicBezTo>
                  <a:pt x="406" y="334"/>
                  <a:pt x="480" y="287"/>
                  <a:pt x="569" y="176"/>
                </a:cubicBezTo>
                <a:cubicBezTo>
                  <a:pt x="612" y="122"/>
                  <a:pt x="712" y="67"/>
                  <a:pt x="825" y="35"/>
                </a:cubicBezTo>
                <a:cubicBezTo>
                  <a:pt x="946" y="0"/>
                  <a:pt x="1047" y="2"/>
                  <a:pt x="1096" y="39"/>
                </a:cubicBezTo>
                <a:cubicBezTo>
                  <a:pt x="1157" y="85"/>
                  <a:pt x="1357" y="246"/>
                  <a:pt x="1348" y="362"/>
                </a:cubicBezTo>
                <a:cubicBezTo>
                  <a:pt x="1341" y="460"/>
                  <a:pt x="1377" y="730"/>
                  <a:pt x="1414" y="852"/>
                </a:cubicBezTo>
                <a:cubicBezTo>
                  <a:pt x="1428" y="897"/>
                  <a:pt x="1419" y="947"/>
                  <a:pt x="1389" y="998"/>
                </a:cubicBezTo>
                <a:cubicBezTo>
                  <a:pt x="1346" y="1071"/>
                  <a:pt x="1265" y="1130"/>
                  <a:pt x="1188" y="1146"/>
                </a:cubicBezTo>
                <a:cubicBezTo>
                  <a:pt x="1057" y="1173"/>
                  <a:pt x="894" y="1294"/>
                  <a:pt x="808" y="1364"/>
                </a:cubicBezTo>
                <a:cubicBezTo>
                  <a:pt x="761" y="1402"/>
                  <a:pt x="647" y="1417"/>
                  <a:pt x="527" y="1417"/>
                </a:cubicBezTo>
                <a:close/>
                <a:moveTo>
                  <a:pt x="983" y="14"/>
                </a:moveTo>
                <a:cubicBezTo>
                  <a:pt x="843" y="14"/>
                  <a:pt x="641" y="93"/>
                  <a:pt x="572" y="178"/>
                </a:cubicBezTo>
                <a:cubicBezTo>
                  <a:pt x="482" y="291"/>
                  <a:pt x="407" y="338"/>
                  <a:pt x="305" y="345"/>
                </a:cubicBezTo>
                <a:cubicBezTo>
                  <a:pt x="189" y="353"/>
                  <a:pt x="4" y="412"/>
                  <a:pt x="4" y="535"/>
                </a:cubicBezTo>
                <a:cubicBezTo>
                  <a:pt x="4" y="596"/>
                  <a:pt x="56" y="675"/>
                  <a:pt x="106" y="752"/>
                </a:cubicBezTo>
                <a:cubicBezTo>
                  <a:pt x="163" y="839"/>
                  <a:pt x="217" y="922"/>
                  <a:pt x="204" y="982"/>
                </a:cubicBezTo>
                <a:cubicBezTo>
                  <a:pt x="199" y="1001"/>
                  <a:pt x="194" y="1022"/>
                  <a:pt x="188" y="1045"/>
                </a:cubicBezTo>
                <a:cubicBezTo>
                  <a:pt x="155" y="1167"/>
                  <a:pt x="111" y="1335"/>
                  <a:pt x="202" y="1371"/>
                </a:cubicBezTo>
                <a:cubicBezTo>
                  <a:pt x="317" y="1417"/>
                  <a:pt x="709" y="1439"/>
                  <a:pt x="806" y="1360"/>
                </a:cubicBezTo>
                <a:cubicBezTo>
                  <a:pt x="891" y="1291"/>
                  <a:pt x="1055" y="1169"/>
                  <a:pt x="1187" y="1142"/>
                </a:cubicBezTo>
                <a:cubicBezTo>
                  <a:pt x="1263" y="1126"/>
                  <a:pt x="1343" y="1067"/>
                  <a:pt x="1386" y="995"/>
                </a:cubicBezTo>
                <a:cubicBezTo>
                  <a:pt x="1406" y="961"/>
                  <a:pt x="1427" y="908"/>
                  <a:pt x="1410" y="853"/>
                </a:cubicBezTo>
                <a:cubicBezTo>
                  <a:pt x="1373" y="731"/>
                  <a:pt x="1337" y="460"/>
                  <a:pt x="1344" y="361"/>
                </a:cubicBezTo>
                <a:cubicBezTo>
                  <a:pt x="1352" y="248"/>
                  <a:pt x="1154" y="88"/>
                  <a:pt x="1094" y="42"/>
                </a:cubicBezTo>
                <a:cubicBezTo>
                  <a:pt x="1068" y="23"/>
                  <a:pt x="1029" y="14"/>
                  <a:pt x="983" y="14"/>
                </a:cubicBezTo>
                <a:close/>
              </a:path>
            </a:pathLst>
          </a:custGeom>
          <a:solidFill>
            <a:srgbClr val="FFFFFF">
              <a:alpha val="208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2"/>
          <p:cNvSpPr/>
          <p:nvPr/>
        </p:nvSpPr>
        <p:spPr>
          <a:xfrm rot="-9010588">
            <a:off x="6519844" y="-268928"/>
            <a:ext cx="1174824" cy="1020815"/>
          </a:xfrm>
          <a:custGeom>
            <a:rect b="b" l="l" r="r" t="t"/>
            <a:pathLst>
              <a:path extrusionOk="0" h="819" w="943">
                <a:moveTo>
                  <a:pt x="448" y="775"/>
                </a:moveTo>
                <a:cubicBezTo>
                  <a:pt x="266" y="775"/>
                  <a:pt x="86" y="619"/>
                  <a:pt x="47" y="583"/>
                </a:cubicBezTo>
                <a:cubicBezTo>
                  <a:pt x="15" y="553"/>
                  <a:pt x="0" y="422"/>
                  <a:pt x="2" y="375"/>
                </a:cubicBezTo>
                <a:cubicBezTo>
                  <a:pt x="6" y="300"/>
                  <a:pt x="107" y="234"/>
                  <a:pt x="236" y="223"/>
                </a:cubicBezTo>
                <a:cubicBezTo>
                  <a:pt x="360" y="212"/>
                  <a:pt x="455" y="58"/>
                  <a:pt x="456" y="56"/>
                </a:cubicBezTo>
                <a:cubicBezTo>
                  <a:pt x="457" y="56"/>
                  <a:pt x="457" y="56"/>
                  <a:pt x="457" y="56"/>
                </a:cubicBezTo>
                <a:cubicBezTo>
                  <a:pt x="495" y="18"/>
                  <a:pt x="543" y="0"/>
                  <a:pt x="600" y="4"/>
                </a:cubicBezTo>
                <a:cubicBezTo>
                  <a:pt x="703" y="10"/>
                  <a:pt x="813" y="86"/>
                  <a:pt x="869" y="158"/>
                </a:cubicBezTo>
                <a:cubicBezTo>
                  <a:pt x="943" y="255"/>
                  <a:pt x="923" y="352"/>
                  <a:pt x="905" y="437"/>
                </a:cubicBezTo>
                <a:cubicBezTo>
                  <a:pt x="902" y="450"/>
                  <a:pt x="900" y="462"/>
                  <a:pt x="897" y="474"/>
                </a:cubicBezTo>
                <a:cubicBezTo>
                  <a:pt x="879" y="571"/>
                  <a:pt x="736" y="706"/>
                  <a:pt x="526" y="765"/>
                </a:cubicBezTo>
                <a:cubicBezTo>
                  <a:pt x="500" y="772"/>
                  <a:pt x="474" y="775"/>
                  <a:pt x="448" y="775"/>
                </a:cubicBezTo>
                <a:close/>
                <a:moveTo>
                  <a:pt x="460" y="58"/>
                </a:moveTo>
                <a:cubicBezTo>
                  <a:pt x="456" y="65"/>
                  <a:pt x="361" y="217"/>
                  <a:pt x="236" y="227"/>
                </a:cubicBezTo>
                <a:cubicBezTo>
                  <a:pt x="111" y="238"/>
                  <a:pt x="10" y="303"/>
                  <a:pt x="7" y="375"/>
                </a:cubicBezTo>
                <a:cubicBezTo>
                  <a:pt x="4" y="421"/>
                  <a:pt x="19" y="552"/>
                  <a:pt x="50" y="580"/>
                </a:cubicBezTo>
                <a:cubicBezTo>
                  <a:pt x="77" y="605"/>
                  <a:pt x="317" y="819"/>
                  <a:pt x="525" y="761"/>
                </a:cubicBezTo>
                <a:cubicBezTo>
                  <a:pt x="733" y="702"/>
                  <a:pt x="876" y="569"/>
                  <a:pt x="893" y="474"/>
                </a:cubicBezTo>
                <a:cubicBezTo>
                  <a:pt x="896" y="461"/>
                  <a:pt x="898" y="449"/>
                  <a:pt x="901" y="436"/>
                </a:cubicBezTo>
                <a:cubicBezTo>
                  <a:pt x="919" y="352"/>
                  <a:pt x="939" y="256"/>
                  <a:pt x="865" y="161"/>
                </a:cubicBezTo>
                <a:cubicBezTo>
                  <a:pt x="811" y="90"/>
                  <a:pt x="702" y="14"/>
                  <a:pt x="600" y="8"/>
                </a:cubicBezTo>
                <a:cubicBezTo>
                  <a:pt x="544" y="4"/>
                  <a:pt x="497" y="21"/>
                  <a:pt x="460" y="58"/>
                </a:cubicBezTo>
                <a:close/>
              </a:path>
            </a:pathLst>
          </a:custGeom>
          <a:solidFill>
            <a:srgbClr val="FFFFFF">
              <a:alpha val="208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2"/>
          <p:cNvSpPr/>
          <p:nvPr/>
        </p:nvSpPr>
        <p:spPr>
          <a:xfrm rot="-9010590">
            <a:off x="7560520" y="-418168"/>
            <a:ext cx="499547" cy="375153"/>
          </a:xfrm>
          <a:custGeom>
            <a:rect b="b" l="l" r="r" t="t"/>
            <a:pathLst>
              <a:path extrusionOk="0" h="302" w="401">
                <a:moveTo>
                  <a:pt x="282" y="284"/>
                </a:moveTo>
                <a:cubicBezTo>
                  <a:pt x="187" y="284"/>
                  <a:pt x="59" y="256"/>
                  <a:pt x="26" y="240"/>
                </a:cubicBezTo>
                <a:cubicBezTo>
                  <a:pt x="14" y="234"/>
                  <a:pt x="6" y="220"/>
                  <a:pt x="4" y="199"/>
                </a:cubicBezTo>
                <a:cubicBezTo>
                  <a:pt x="0" y="151"/>
                  <a:pt x="27" y="73"/>
                  <a:pt x="74" y="37"/>
                </a:cubicBezTo>
                <a:cubicBezTo>
                  <a:pt x="123" y="0"/>
                  <a:pt x="192" y="35"/>
                  <a:pt x="253" y="66"/>
                </a:cubicBezTo>
                <a:cubicBezTo>
                  <a:pt x="272" y="76"/>
                  <a:pt x="291" y="85"/>
                  <a:pt x="308" y="92"/>
                </a:cubicBezTo>
                <a:cubicBezTo>
                  <a:pt x="356" y="111"/>
                  <a:pt x="396" y="163"/>
                  <a:pt x="399" y="209"/>
                </a:cubicBezTo>
                <a:cubicBezTo>
                  <a:pt x="401" y="236"/>
                  <a:pt x="390" y="257"/>
                  <a:pt x="368" y="269"/>
                </a:cubicBezTo>
                <a:cubicBezTo>
                  <a:pt x="349" y="280"/>
                  <a:pt x="318" y="284"/>
                  <a:pt x="282" y="284"/>
                </a:cubicBezTo>
                <a:close/>
                <a:moveTo>
                  <a:pt x="124" y="25"/>
                </a:moveTo>
                <a:cubicBezTo>
                  <a:pt x="107" y="25"/>
                  <a:pt x="91" y="29"/>
                  <a:pt x="76" y="40"/>
                </a:cubicBezTo>
                <a:cubicBezTo>
                  <a:pt x="31" y="75"/>
                  <a:pt x="4" y="152"/>
                  <a:pt x="9" y="199"/>
                </a:cubicBezTo>
                <a:cubicBezTo>
                  <a:pt x="10" y="212"/>
                  <a:pt x="14" y="229"/>
                  <a:pt x="28" y="236"/>
                </a:cubicBezTo>
                <a:cubicBezTo>
                  <a:pt x="72" y="258"/>
                  <a:pt x="301" y="302"/>
                  <a:pt x="366" y="266"/>
                </a:cubicBezTo>
                <a:cubicBezTo>
                  <a:pt x="392" y="251"/>
                  <a:pt x="396" y="227"/>
                  <a:pt x="395" y="210"/>
                </a:cubicBezTo>
                <a:cubicBezTo>
                  <a:pt x="392" y="165"/>
                  <a:pt x="353" y="114"/>
                  <a:pt x="307" y="96"/>
                </a:cubicBezTo>
                <a:cubicBezTo>
                  <a:pt x="307" y="96"/>
                  <a:pt x="307" y="96"/>
                  <a:pt x="307" y="96"/>
                </a:cubicBezTo>
                <a:cubicBezTo>
                  <a:pt x="289" y="89"/>
                  <a:pt x="270" y="79"/>
                  <a:pt x="251" y="69"/>
                </a:cubicBezTo>
                <a:cubicBezTo>
                  <a:pt x="207" y="47"/>
                  <a:pt x="163" y="25"/>
                  <a:pt x="124" y="25"/>
                </a:cubicBezTo>
                <a:close/>
              </a:path>
            </a:pathLst>
          </a:custGeom>
          <a:solidFill>
            <a:srgbClr val="FFFFFF">
              <a:alpha val="208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2"/>
          <p:cNvSpPr/>
          <p:nvPr/>
        </p:nvSpPr>
        <p:spPr>
          <a:xfrm rot="-9010591">
            <a:off x="8708191" y="34095"/>
            <a:ext cx="955654" cy="947757"/>
          </a:xfrm>
          <a:custGeom>
            <a:rect b="b" l="l" r="r" t="t"/>
            <a:pathLst>
              <a:path extrusionOk="0" h="762" w="768">
                <a:moveTo>
                  <a:pt x="304" y="728"/>
                </a:moveTo>
                <a:cubicBezTo>
                  <a:pt x="252" y="728"/>
                  <a:pt x="198" y="698"/>
                  <a:pt x="139" y="653"/>
                </a:cubicBezTo>
                <a:cubicBezTo>
                  <a:pt x="39" y="576"/>
                  <a:pt x="0" y="418"/>
                  <a:pt x="58" y="328"/>
                </a:cubicBezTo>
                <a:cubicBezTo>
                  <a:pt x="80" y="295"/>
                  <a:pt x="99" y="270"/>
                  <a:pt x="115" y="248"/>
                </a:cubicBezTo>
                <a:cubicBezTo>
                  <a:pt x="145" y="209"/>
                  <a:pt x="168" y="178"/>
                  <a:pt x="189" y="128"/>
                </a:cubicBezTo>
                <a:cubicBezTo>
                  <a:pt x="226" y="39"/>
                  <a:pt x="306" y="3"/>
                  <a:pt x="369" y="0"/>
                </a:cubicBezTo>
                <a:cubicBezTo>
                  <a:pt x="369" y="0"/>
                  <a:pt x="369" y="0"/>
                  <a:pt x="369" y="0"/>
                </a:cubicBezTo>
                <a:cubicBezTo>
                  <a:pt x="369" y="0"/>
                  <a:pt x="369" y="0"/>
                  <a:pt x="369" y="0"/>
                </a:cubicBezTo>
                <a:cubicBezTo>
                  <a:pt x="378" y="1"/>
                  <a:pt x="592" y="19"/>
                  <a:pt x="652" y="82"/>
                </a:cubicBezTo>
                <a:cubicBezTo>
                  <a:pt x="713" y="145"/>
                  <a:pt x="768" y="289"/>
                  <a:pt x="713" y="393"/>
                </a:cubicBezTo>
                <a:cubicBezTo>
                  <a:pt x="682" y="451"/>
                  <a:pt x="628" y="493"/>
                  <a:pt x="571" y="538"/>
                </a:cubicBezTo>
                <a:cubicBezTo>
                  <a:pt x="527" y="573"/>
                  <a:pt x="481" y="609"/>
                  <a:pt x="438" y="657"/>
                </a:cubicBezTo>
                <a:cubicBezTo>
                  <a:pt x="392" y="707"/>
                  <a:pt x="349" y="728"/>
                  <a:pt x="304" y="728"/>
                </a:cubicBezTo>
                <a:close/>
                <a:moveTo>
                  <a:pt x="369" y="4"/>
                </a:moveTo>
                <a:cubicBezTo>
                  <a:pt x="308" y="7"/>
                  <a:pt x="229" y="42"/>
                  <a:pt x="193" y="129"/>
                </a:cubicBezTo>
                <a:cubicBezTo>
                  <a:pt x="172" y="181"/>
                  <a:pt x="148" y="211"/>
                  <a:pt x="119" y="250"/>
                </a:cubicBezTo>
                <a:cubicBezTo>
                  <a:pt x="102" y="272"/>
                  <a:pt x="83" y="297"/>
                  <a:pt x="62" y="330"/>
                </a:cubicBezTo>
                <a:cubicBezTo>
                  <a:pt x="4" y="419"/>
                  <a:pt x="43" y="574"/>
                  <a:pt x="142" y="650"/>
                </a:cubicBezTo>
                <a:cubicBezTo>
                  <a:pt x="247" y="731"/>
                  <a:pt x="337" y="762"/>
                  <a:pt x="435" y="654"/>
                </a:cubicBezTo>
                <a:cubicBezTo>
                  <a:pt x="478" y="605"/>
                  <a:pt x="524" y="569"/>
                  <a:pt x="569" y="535"/>
                </a:cubicBezTo>
                <a:cubicBezTo>
                  <a:pt x="628" y="489"/>
                  <a:pt x="679" y="449"/>
                  <a:pt x="710" y="391"/>
                </a:cubicBezTo>
                <a:cubicBezTo>
                  <a:pt x="763" y="290"/>
                  <a:pt x="708" y="146"/>
                  <a:pt x="649" y="84"/>
                </a:cubicBezTo>
                <a:cubicBezTo>
                  <a:pt x="591" y="23"/>
                  <a:pt x="375" y="5"/>
                  <a:pt x="369" y="4"/>
                </a:cubicBezTo>
                <a:close/>
              </a:path>
            </a:pathLst>
          </a:custGeom>
          <a:solidFill>
            <a:srgbClr val="FFFFFF">
              <a:alpha val="208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2"/>
          <p:cNvSpPr/>
          <p:nvPr/>
        </p:nvSpPr>
        <p:spPr>
          <a:xfrm rot="-9010589">
            <a:off x="9151233" y="351972"/>
            <a:ext cx="327765" cy="266557"/>
          </a:xfrm>
          <a:custGeom>
            <a:rect b="b" l="l" r="r" t="t"/>
            <a:pathLst>
              <a:path extrusionOk="0" h="213" w="263">
                <a:moveTo>
                  <a:pt x="128" y="211"/>
                </a:moveTo>
                <a:cubicBezTo>
                  <a:pt x="125" y="211"/>
                  <a:pt x="122" y="210"/>
                  <a:pt x="119" y="210"/>
                </a:cubicBezTo>
                <a:cubicBezTo>
                  <a:pt x="82" y="203"/>
                  <a:pt x="20" y="190"/>
                  <a:pt x="10" y="130"/>
                </a:cubicBezTo>
                <a:cubicBezTo>
                  <a:pt x="0" y="68"/>
                  <a:pt x="71" y="30"/>
                  <a:pt x="114" y="13"/>
                </a:cubicBezTo>
                <a:cubicBezTo>
                  <a:pt x="114" y="13"/>
                  <a:pt x="114" y="13"/>
                  <a:pt x="114" y="13"/>
                </a:cubicBezTo>
                <a:cubicBezTo>
                  <a:pt x="147" y="0"/>
                  <a:pt x="201" y="25"/>
                  <a:pt x="233" y="57"/>
                </a:cubicBezTo>
                <a:cubicBezTo>
                  <a:pt x="254" y="79"/>
                  <a:pt x="263" y="101"/>
                  <a:pt x="256" y="118"/>
                </a:cubicBezTo>
                <a:cubicBezTo>
                  <a:pt x="238" y="162"/>
                  <a:pt x="169" y="211"/>
                  <a:pt x="128" y="211"/>
                </a:cubicBezTo>
                <a:close/>
                <a:moveTo>
                  <a:pt x="134" y="14"/>
                </a:moveTo>
                <a:cubicBezTo>
                  <a:pt x="127" y="14"/>
                  <a:pt x="121" y="15"/>
                  <a:pt x="116" y="17"/>
                </a:cubicBezTo>
                <a:cubicBezTo>
                  <a:pt x="116" y="17"/>
                  <a:pt x="116" y="17"/>
                  <a:pt x="116" y="17"/>
                </a:cubicBezTo>
                <a:cubicBezTo>
                  <a:pt x="74" y="34"/>
                  <a:pt x="4" y="71"/>
                  <a:pt x="14" y="130"/>
                </a:cubicBezTo>
                <a:cubicBezTo>
                  <a:pt x="23" y="187"/>
                  <a:pt x="84" y="199"/>
                  <a:pt x="120" y="206"/>
                </a:cubicBezTo>
                <a:cubicBezTo>
                  <a:pt x="159" y="213"/>
                  <a:pt x="234" y="163"/>
                  <a:pt x="252" y="117"/>
                </a:cubicBezTo>
                <a:cubicBezTo>
                  <a:pt x="259" y="101"/>
                  <a:pt x="250" y="80"/>
                  <a:pt x="230" y="60"/>
                </a:cubicBezTo>
                <a:cubicBezTo>
                  <a:pt x="205" y="35"/>
                  <a:pt x="165" y="14"/>
                  <a:pt x="134" y="14"/>
                </a:cubicBezTo>
                <a:close/>
              </a:path>
            </a:pathLst>
          </a:custGeom>
          <a:solidFill>
            <a:srgbClr val="FFFFFF">
              <a:alpha val="208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2"/>
          <p:cNvSpPr/>
          <p:nvPr/>
        </p:nvSpPr>
        <p:spPr>
          <a:xfrm rot="-9010591">
            <a:off x="8861243" y="199158"/>
            <a:ext cx="665405" cy="665405"/>
          </a:xfrm>
          <a:custGeom>
            <a:rect b="b" l="l" r="r" t="t"/>
            <a:pathLst>
              <a:path extrusionOk="0" h="534" w="535">
                <a:moveTo>
                  <a:pt x="183" y="533"/>
                </a:moveTo>
                <a:cubicBezTo>
                  <a:pt x="179" y="533"/>
                  <a:pt x="175" y="532"/>
                  <a:pt x="171" y="532"/>
                </a:cubicBezTo>
                <a:cubicBezTo>
                  <a:pt x="116" y="525"/>
                  <a:pt x="0" y="417"/>
                  <a:pt x="7" y="351"/>
                </a:cubicBezTo>
                <a:cubicBezTo>
                  <a:pt x="17" y="262"/>
                  <a:pt x="64" y="213"/>
                  <a:pt x="95" y="181"/>
                </a:cubicBezTo>
                <a:cubicBezTo>
                  <a:pt x="136" y="138"/>
                  <a:pt x="160" y="109"/>
                  <a:pt x="207" y="41"/>
                </a:cubicBezTo>
                <a:cubicBezTo>
                  <a:pt x="221" y="20"/>
                  <a:pt x="246" y="8"/>
                  <a:pt x="281" y="5"/>
                </a:cubicBezTo>
                <a:cubicBezTo>
                  <a:pt x="344" y="0"/>
                  <a:pt x="432" y="29"/>
                  <a:pt x="468" y="67"/>
                </a:cubicBezTo>
                <a:cubicBezTo>
                  <a:pt x="516" y="117"/>
                  <a:pt x="535" y="230"/>
                  <a:pt x="502" y="271"/>
                </a:cubicBezTo>
                <a:cubicBezTo>
                  <a:pt x="486" y="291"/>
                  <a:pt x="456" y="324"/>
                  <a:pt x="424" y="360"/>
                </a:cubicBezTo>
                <a:cubicBezTo>
                  <a:pt x="394" y="392"/>
                  <a:pt x="363" y="426"/>
                  <a:pt x="344" y="450"/>
                </a:cubicBezTo>
                <a:cubicBezTo>
                  <a:pt x="305" y="497"/>
                  <a:pt x="234" y="533"/>
                  <a:pt x="183" y="533"/>
                </a:cubicBezTo>
                <a:close/>
                <a:moveTo>
                  <a:pt x="297" y="9"/>
                </a:moveTo>
                <a:cubicBezTo>
                  <a:pt x="292" y="9"/>
                  <a:pt x="286" y="9"/>
                  <a:pt x="281" y="9"/>
                </a:cubicBezTo>
                <a:cubicBezTo>
                  <a:pt x="248" y="12"/>
                  <a:pt x="224" y="24"/>
                  <a:pt x="210" y="43"/>
                </a:cubicBezTo>
                <a:cubicBezTo>
                  <a:pt x="163" y="112"/>
                  <a:pt x="139" y="141"/>
                  <a:pt x="98" y="183"/>
                </a:cubicBezTo>
                <a:cubicBezTo>
                  <a:pt x="67" y="216"/>
                  <a:pt x="21" y="264"/>
                  <a:pt x="12" y="351"/>
                </a:cubicBezTo>
                <a:cubicBezTo>
                  <a:pt x="5" y="415"/>
                  <a:pt x="119" y="521"/>
                  <a:pt x="171" y="528"/>
                </a:cubicBezTo>
                <a:cubicBezTo>
                  <a:pt x="222" y="534"/>
                  <a:pt x="299" y="497"/>
                  <a:pt x="341" y="447"/>
                </a:cubicBezTo>
                <a:cubicBezTo>
                  <a:pt x="360" y="424"/>
                  <a:pt x="391" y="390"/>
                  <a:pt x="421" y="357"/>
                </a:cubicBezTo>
                <a:cubicBezTo>
                  <a:pt x="453" y="322"/>
                  <a:pt x="483" y="288"/>
                  <a:pt x="499" y="268"/>
                </a:cubicBezTo>
                <a:cubicBezTo>
                  <a:pt x="529" y="232"/>
                  <a:pt x="516" y="123"/>
                  <a:pt x="465" y="70"/>
                </a:cubicBezTo>
                <a:cubicBezTo>
                  <a:pt x="436" y="39"/>
                  <a:pt x="363" y="9"/>
                  <a:pt x="297" y="9"/>
                </a:cubicBezTo>
                <a:close/>
              </a:path>
            </a:pathLst>
          </a:custGeom>
          <a:solidFill>
            <a:srgbClr val="FFFFFF">
              <a:alpha val="208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2"/>
          <p:cNvSpPr/>
          <p:nvPr/>
        </p:nvSpPr>
        <p:spPr>
          <a:xfrm rot="-9010592">
            <a:off x="8639085" y="-324942"/>
            <a:ext cx="1328833" cy="1593416"/>
          </a:xfrm>
          <a:custGeom>
            <a:rect b="b" l="l" r="r" t="t"/>
            <a:pathLst>
              <a:path extrusionOk="0" h="1278" w="1068">
                <a:moveTo>
                  <a:pt x="352" y="1268"/>
                </a:moveTo>
                <a:cubicBezTo>
                  <a:pt x="320" y="1268"/>
                  <a:pt x="292" y="1258"/>
                  <a:pt x="270" y="1247"/>
                </a:cubicBezTo>
                <a:cubicBezTo>
                  <a:pt x="208" y="1215"/>
                  <a:pt x="165" y="1155"/>
                  <a:pt x="162" y="1117"/>
                </a:cubicBezTo>
                <a:cubicBezTo>
                  <a:pt x="157" y="1070"/>
                  <a:pt x="116" y="967"/>
                  <a:pt x="77" y="868"/>
                </a:cubicBezTo>
                <a:cubicBezTo>
                  <a:pt x="60" y="823"/>
                  <a:pt x="43" y="781"/>
                  <a:pt x="30" y="745"/>
                </a:cubicBezTo>
                <a:cubicBezTo>
                  <a:pt x="0" y="662"/>
                  <a:pt x="46" y="568"/>
                  <a:pt x="162" y="475"/>
                </a:cubicBezTo>
                <a:cubicBezTo>
                  <a:pt x="220" y="429"/>
                  <a:pt x="310" y="297"/>
                  <a:pt x="321" y="195"/>
                </a:cubicBezTo>
                <a:cubicBezTo>
                  <a:pt x="330" y="100"/>
                  <a:pt x="442" y="58"/>
                  <a:pt x="510" y="33"/>
                </a:cubicBezTo>
                <a:cubicBezTo>
                  <a:pt x="515" y="31"/>
                  <a:pt x="521" y="29"/>
                  <a:pt x="526" y="27"/>
                </a:cubicBezTo>
                <a:cubicBezTo>
                  <a:pt x="594" y="0"/>
                  <a:pt x="888" y="104"/>
                  <a:pt x="957" y="179"/>
                </a:cubicBezTo>
                <a:cubicBezTo>
                  <a:pt x="1026" y="256"/>
                  <a:pt x="1040" y="366"/>
                  <a:pt x="1054" y="473"/>
                </a:cubicBezTo>
                <a:cubicBezTo>
                  <a:pt x="1068" y="582"/>
                  <a:pt x="964" y="810"/>
                  <a:pt x="863" y="894"/>
                </a:cubicBezTo>
                <a:cubicBezTo>
                  <a:pt x="835" y="917"/>
                  <a:pt x="800" y="948"/>
                  <a:pt x="760" y="984"/>
                </a:cubicBezTo>
                <a:cubicBezTo>
                  <a:pt x="657" y="1076"/>
                  <a:pt x="529" y="1190"/>
                  <a:pt x="434" y="1245"/>
                </a:cubicBezTo>
                <a:cubicBezTo>
                  <a:pt x="405" y="1262"/>
                  <a:pt x="377" y="1268"/>
                  <a:pt x="352" y="1268"/>
                </a:cubicBezTo>
                <a:close/>
                <a:moveTo>
                  <a:pt x="555" y="27"/>
                </a:moveTo>
                <a:cubicBezTo>
                  <a:pt x="543" y="27"/>
                  <a:pt x="534" y="28"/>
                  <a:pt x="527" y="31"/>
                </a:cubicBezTo>
                <a:cubicBezTo>
                  <a:pt x="522" y="33"/>
                  <a:pt x="517" y="35"/>
                  <a:pt x="511" y="37"/>
                </a:cubicBezTo>
                <a:cubicBezTo>
                  <a:pt x="445" y="62"/>
                  <a:pt x="334" y="103"/>
                  <a:pt x="325" y="195"/>
                </a:cubicBezTo>
                <a:cubicBezTo>
                  <a:pt x="314" y="299"/>
                  <a:pt x="223" y="432"/>
                  <a:pt x="165" y="479"/>
                </a:cubicBezTo>
                <a:cubicBezTo>
                  <a:pt x="50" y="570"/>
                  <a:pt x="5" y="662"/>
                  <a:pt x="34" y="744"/>
                </a:cubicBezTo>
                <a:cubicBezTo>
                  <a:pt x="47" y="779"/>
                  <a:pt x="64" y="821"/>
                  <a:pt x="81" y="866"/>
                </a:cubicBezTo>
                <a:cubicBezTo>
                  <a:pt x="120" y="966"/>
                  <a:pt x="161" y="1069"/>
                  <a:pt x="166" y="1116"/>
                </a:cubicBezTo>
                <a:cubicBezTo>
                  <a:pt x="169" y="1153"/>
                  <a:pt x="211" y="1212"/>
                  <a:pt x="272" y="1243"/>
                </a:cubicBezTo>
                <a:cubicBezTo>
                  <a:pt x="310" y="1263"/>
                  <a:pt x="368" y="1278"/>
                  <a:pt x="432" y="1241"/>
                </a:cubicBezTo>
                <a:cubicBezTo>
                  <a:pt x="527" y="1187"/>
                  <a:pt x="654" y="1073"/>
                  <a:pt x="757" y="981"/>
                </a:cubicBezTo>
                <a:cubicBezTo>
                  <a:pt x="798" y="945"/>
                  <a:pt x="832" y="914"/>
                  <a:pt x="860" y="891"/>
                </a:cubicBezTo>
                <a:cubicBezTo>
                  <a:pt x="961" y="808"/>
                  <a:pt x="1064" y="581"/>
                  <a:pt x="1050" y="474"/>
                </a:cubicBezTo>
                <a:cubicBezTo>
                  <a:pt x="1036" y="367"/>
                  <a:pt x="1022" y="257"/>
                  <a:pt x="954" y="182"/>
                </a:cubicBezTo>
                <a:cubicBezTo>
                  <a:pt x="916" y="141"/>
                  <a:pt x="818" y="96"/>
                  <a:pt x="739" y="69"/>
                </a:cubicBezTo>
                <a:cubicBezTo>
                  <a:pt x="662" y="42"/>
                  <a:pt x="595" y="27"/>
                  <a:pt x="555" y="27"/>
                </a:cubicBezTo>
                <a:close/>
              </a:path>
            </a:pathLst>
          </a:custGeom>
          <a:solidFill>
            <a:srgbClr val="FFFFFF">
              <a:alpha val="208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9" name="Google Shape;85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4628052">
            <a:off x="839512" y="-110933"/>
            <a:ext cx="1023670" cy="8088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0" name="Google Shape;860;p22"/>
          <p:cNvGrpSpPr/>
          <p:nvPr/>
        </p:nvGrpSpPr>
        <p:grpSpPr>
          <a:xfrm>
            <a:off x="3808550" y="2345845"/>
            <a:ext cx="7718667" cy="3820394"/>
            <a:chOff x="944563" y="3011488"/>
            <a:chExt cx="4211637" cy="2565400"/>
          </a:xfrm>
        </p:grpSpPr>
        <p:sp>
          <p:nvSpPr>
            <p:cNvPr id="861" name="Google Shape;861;p22"/>
            <p:cNvSpPr/>
            <p:nvPr/>
          </p:nvSpPr>
          <p:spPr>
            <a:xfrm>
              <a:off x="1962150" y="3011488"/>
              <a:ext cx="2797178" cy="2262189"/>
            </a:xfrm>
            <a:custGeom>
              <a:rect b="b" l="l" r="r" t="t"/>
              <a:pathLst>
                <a:path extrusionOk="0" h="2258" w="2794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22"/>
            <p:cNvSpPr/>
            <p:nvPr/>
          </p:nvSpPr>
          <p:spPr>
            <a:xfrm>
              <a:off x="2160588" y="3625851"/>
              <a:ext cx="111125" cy="190500"/>
            </a:xfrm>
            <a:custGeom>
              <a:rect b="b" l="l" r="r" t="t"/>
              <a:pathLst>
                <a:path extrusionOk="0" h="191" w="111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22"/>
            <p:cNvSpPr/>
            <p:nvPr/>
          </p:nvSpPr>
          <p:spPr>
            <a:xfrm>
              <a:off x="2101850" y="3700463"/>
              <a:ext cx="69850" cy="96838"/>
            </a:xfrm>
            <a:custGeom>
              <a:rect b="b" l="l" r="r" t="t"/>
              <a:pathLst>
                <a:path extrusionOk="0" h="98" w="7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22"/>
            <p:cNvSpPr/>
            <p:nvPr/>
          </p:nvSpPr>
          <p:spPr>
            <a:xfrm>
              <a:off x="3424238" y="4486276"/>
              <a:ext cx="38100" cy="53975"/>
            </a:xfrm>
            <a:custGeom>
              <a:rect b="b" l="l" r="r" t="t"/>
              <a:pathLst>
                <a:path extrusionOk="0" h="54" w="37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22"/>
            <p:cNvSpPr/>
            <p:nvPr/>
          </p:nvSpPr>
          <p:spPr>
            <a:xfrm>
              <a:off x="3665538" y="4548188"/>
              <a:ext cx="200025" cy="190500"/>
            </a:xfrm>
            <a:custGeom>
              <a:rect b="b" l="l" r="r" t="t"/>
              <a:pathLst>
                <a:path extrusionOk="0" h="191" w="20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22"/>
            <p:cNvSpPr/>
            <p:nvPr/>
          </p:nvSpPr>
          <p:spPr>
            <a:xfrm>
              <a:off x="3856038" y="4725988"/>
              <a:ext cx="165100" cy="50800"/>
            </a:xfrm>
            <a:custGeom>
              <a:rect b="b" l="l" r="r" t="t"/>
              <a:pathLst>
                <a:path extrusionOk="0" h="52" w="165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22"/>
            <p:cNvSpPr/>
            <p:nvPr/>
          </p:nvSpPr>
          <p:spPr>
            <a:xfrm>
              <a:off x="3878263" y="4530726"/>
              <a:ext cx="171450" cy="168275"/>
            </a:xfrm>
            <a:custGeom>
              <a:rect b="b" l="l" r="r" t="t"/>
              <a:pathLst>
                <a:path extrusionOk="0" h="169" w="171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22"/>
            <p:cNvSpPr/>
            <p:nvPr/>
          </p:nvSpPr>
          <p:spPr>
            <a:xfrm>
              <a:off x="4044950" y="4600576"/>
              <a:ext cx="96838" cy="133350"/>
            </a:xfrm>
            <a:custGeom>
              <a:rect b="b" l="l" r="r" t="t"/>
              <a:pathLst>
                <a:path extrusionOk="0" h="133" w="96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22"/>
            <p:cNvSpPr/>
            <p:nvPr/>
          </p:nvSpPr>
          <p:spPr>
            <a:xfrm>
              <a:off x="4024313" y="4760913"/>
              <a:ext cx="57150" cy="22225"/>
            </a:xfrm>
            <a:custGeom>
              <a:rect b="b" l="l" r="r" t="t"/>
              <a:pathLst>
                <a:path extrusionOk="0" h="22" w="57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22"/>
            <p:cNvSpPr/>
            <p:nvPr/>
          </p:nvSpPr>
          <p:spPr>
            <a:xfrm>
              <a:off x="4071938" y="4783138"/>
              <a:ext cx="39688" cy="25400"/>
            </a:xfrm>
            <a:custGeom>
              <a:rect b="b" l="l" r="r" t="t"/>
              <a:pathLst>
                <a:path extrusionOk="0" h="26" w="39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22"/>
            <p:cNvSpPr/>
            <p:nvPr/>
          </p:nvSpPr>
          <p:spPr>
            <a:xfrm>
              <a:off x="4141788" y="4770438"/>
              <a:ext cx="57150" cy="44450"/>
            </a:xfrm>
            <a:custGeom>
              <a:rect b="b" l="l" r="r" t="t"/>
              <a:pathLst>
                <a:path extrusionOk="0" h="45" w="57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22"/>
            <p:cNvSpPr/>
            <p:nvPr/>
          </p:nvSpPr>
          <p:spPr>
            <a:xfrm>
              <a:off x="4202113" y="4643438"/>
              <a:ext cx="393700" cy="173038"/>
            </a:xfrm>
            <a:custGeom>
              <a:rect b="b" l="l" r="r" t="t"/>
              <a:pathLst>
                <a:path extrusionOk="0" h="173" w="392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22"/>
            <p:cNvSpPr/>
            <p:nvPr/>
          </p:nvSpPr>
          <p:spPr>
            <a:xfrm>
              <a:off x="4078288" y="4764088"/>
              <a:ext cx="79375" cy="19050"/>
            </a:xfrm>
            <a:custGeom>
              <a:rect b="b" l="l" r="r" t="t"/>
              <a:pathLst>
                <a:path extrusionOk="0" h="18" w="79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22"/>
            <p:cNvSpPr/>
            <p:nvPr/>
          </p:nvSpPr>
          <p:spPr>
            <a:xfrm>
              <a:off x="4162425" y="4684713"/>
              <a:ext cx="17463" cy="14288"/>
            </a:xfrm>
            <a:custGeom>
              <a:rect b="b" l="l" r="r" t="t"/>
              <a:pathLst>
                <a:path extrusionOk="0" h="14" w="18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22"/>
            <p:cNvSpPr/>
            <p:nvPr/>
          </p:nvSpPr>
          <p:spPr>
            <a:xfrm>
              <a:off x="4191000" y="4681538"/>
              <a:ext cx="53975" cy="19050"/>
            </a:xfrm>
            <a:custGeom>
              <a:rect b="b" l="l" r="r" t="t"/>
              <a:pathLst>
                <a:path extrusionOk="0" h="19" w="53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22"/>
            <p:cNvSpPr/>
            <p:nvPr/>
          </p:nvSpPr>
          <p:spPr>
            <a:xfrm>
              <a:off x="4159250" y="4595813"/>
              <a:ext cx="38100" cy="65088"/>
            </a:xfrm>
            <a:custGeom>
              <a:rect b="b" l="l" r="r" t="t"/>
              <a:pathLst>
                <a:path extrusionOk="0" h="66" w="37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22"/>
            <p:cNvSpPr/>
            <p:nvPr/>
          </p:nvSpPr>
          <p:spPr>
            <a:xfrm>
              <a:off x="4281488" y="4719638"/>
              <a:ext cx="31750" cy="36513"/>
            </a:xfrm>
            <a:custGeom>
              <a:rect b="b" l="l" r="r" t="t"/>
              <a:pathLst>
                <a:path extrusionOk="0" h="36" w="32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22"/>
            <p:cNvSpPr/>
            <p:nvPr/>
          </p:nvSpPr>
          <p:spPr>
            <a:xfrm>
              <a:off x="4246563" y="4738688"/>
              <a:ext cx="26988" cy="31750"/>
            </a:xfrm>
            <a:custGeom>
              <a:rect b="b" l="l" r="r" t="t"/>
              <a:pathLst>
                <a:path extrusionOk="0" h="31" w="27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22"/>
            <p:cNvSpPr/>
            <p:nvPr/>
          </p:nvSpPr>
          <p:spPr>
            <a:xfrm>
              <a:off x="4021138" y="4803776"/>
              <a:ext cx="687388" cy="560388"/>
            </a:xfrm>
            <a:custGeom>
              <a:rect b="b" l="l" r="r" t="t"/>
              <a:pathLst>
                <a:path extrusionOk="0" h="560" w="688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22"/>
            <p:cNvSpPr/>
            <p:nvPr/>
          </p:nvSpPr>
          <p:spPr>
            <a:xfrm>
              <a:off x="4619625" y="5403851"/>
              <a:ext cx="76200" cy="77788"/>
            </a:xfrm>
            <a:custGeom>
              <a:rect b="b" l="l" r="r" t="t"/>
              <a:pathLst>
                <a:path extrusionOk="0" h="77" w="76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22"/>
            <p:cNvSpPr/>
            <p:nvPr/>
          </p:nvSpPr>
          <p:spPr>
            <a:xfrm>
              <a:off x="4094163" y="4102101"/>
              <a:ext cx="49213" cy="57150"/>
            </a:xfrm>
            <a:custGeom>
              <a:rect b="b" l="l" r="r" t="t"/>
              <a:pathLst>
                <a:path extrusionOk="0" h="57" w="49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22"/>
            <p:cNvSpPr/>
            <p:nvPr/>
          </p:nvSpPr>
          <p:spPr>
            <a:xfrm>
              <a:off x="4108450" y="3983038"/>
              <a:ext cx="149225" cy="142875"/>
            </a:xfrm>
            <a:custGeom>
              <a:rect b="b" l="l" r="r" t="t"/>
              <a:pathLst>
                <a:path extrusionOk="0" h="144" w="149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22"/>
            <p:cNvSpPr/>
            <p:nvPr/>
          </p:nvSpPr>
          <p:spPr>
            <a:xfrm>
              <a:off x="4197350" y="3900488"/>
              <a:ext cx="87313" cy="74613"/>
            </a:xfrm>
            <a:custGeom>
              <a:rect b="b" l="l" r="r" t="t"/>
              <a:pathLst>
                <a:path extrusionOk="0" h="74" w="87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22"/>
            <p:cNvSpPr/>
            <p:nvPr/>
          </p:nvSpPr>
          <p:spPr>
            <a:xfrm>
              <a:off x="4183063" y="3716338"/>
              <a:ext cx="63500" cy="174625"/>
            </a:xfrm>
            <a:custGeom>
              <a:rect b="b" l="l" r="r" t="t"/>
              <a:pathLst>
                <a:path extrusionOk="0" h="174" w="63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22"/>
            <p:cNvSpPr/>
            <p:nvPr/>
          </p:nvSpPr>
          <p:spPr>
            <a:xfrm>
              <a:off x="4319588" y="3883026"/>
              <a:ext cx="22225" cy="19050"/>
            </a:xfrm>
            <a:custGeom>
              <a:rect b="b" l="l" r="r" t="t"/>
              <a:pathLst>
                <a:path extrusionOk="0" h="19" w="22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22"/>
            <p:cNvSpPr/>
            <p:nvPr/>
          </p:nvSpPr>
          <p:spPr>
            <a:xfrm>
              <a:off x="4291013" y="3892551"/>
              <a:ext cx="28575" cy="26988"/>
            </a:xfrm>
            <a:custGeom>
              <a:rect b="b" l="l" r="r" t="t"/>
              <a:pathLst>
                <a:path extrusionOk="0" h="28" w="28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22"/>
            <p:cNvSpPr/>
            <p:nvPr/>
          </p:nvSpPr>
          <p:spPr>
            <a:xfrm>
              <a:off x="4132263" y="4097338"/>
              <a:ext cx="34925" cy="39688"/>
            </a:xfrm>
            <a:custGeom>
              <a:rect b="b" l="l" r="r" t="t"/>
              <a:pathLst>
                <a:path extrusionOk="0" h="39" w="35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22"/>
            <p:cNvSpPr/>
            <p:nvPr/>
          </p:nvSpPr>
          <p:spPr>
            <a:xfrm>
              <a:off x="3986213" y="4237038"/>
              <a:ext cx="31750" cy="60325"/>
            </a:xfrm>
            <a:custGeom>
              <a:rect b="b" l="l" r="r" t="t"/>
              <a:pathLst>
                <a:path extrusionOk="0" h="60" w="31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22"/>
            <p:cNvSpPr/>
            <p:nvPr/>
          </p:nvSpPr>
          <p:spPr>
            <a:xfrm>
              <a:off x="3833813" y="4316413"/>
              <a:ext cx="34925" cy="44450"/>
            </a:xfrm>
            <a:custGeom>
              <a:rect b="b" l="l" r="r" t="t"/>
              <a:pathLst>
                <a:path extrusionOk="0" h="45" w="36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22"/>
            <p:cNvSpPr/>
            <p:nvPr/>
          </p:nvSpPr>
          <p:spPr>
            <a:xfrm>
              <a:off x="4513263" y="4676776"/>
              <a:ext cx="77788" cy="69850"/>
            </a:xfrm>
            <a:custGeom>
              <a:rect b="b" l="l" r="r" t="t"/>
              <a:pathLst>
                <a:path extrusionOk="0" h="69" w="77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22"/>
            <p:cNvSpPr/>
            <p:nvPr/>
          </p:nvSpPr>
          <p:spPr>
            <a:xfrm>
              <a:off x="2903538" y="4829176"/>
              <a:ext cx="106363" cy="254000"/>
            </a:xfrm>
            <a:custGeom>
              <a:rect b="b" l="l" r="r" t="t"/>
              <a:pathLst>
                <a:path extrusionOk="0" h="253" w="106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22"/>
            <p:cNvSpPr/>
            <p:nvPr/>
          </p:nvSpPr>
          <p:spPr>
            <a:xfrm>
              <a:off x="2903538" y="3051176"/>
              <a:ext cx="215900" cy="244475"/>
            </a:xfrm>
            <a:custGeom>
              <a:rect b="b" l="l" r="r" t="t"/>
              <a:pathLst>
                <a:path extrusionOk="0" h="245" w="215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22"/>
            <p:cNvSpPr/>
            <p:nvPr/>
          </p:nvSpPr>
          <p:spPr>
            <a:xfrm>
              <a:off x="4065588" y="4494213"/>
              <a:ext cx="74613" cy="63500"/>
            </a:xfrm>
            <a:custGeom>
              <a:rect b="b" l="l" r="r" t="t"/>
              <a:pathLst>
                <a:path extrusionOk="0" h="63" w="74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22"/>
            <p:cNvSpPr/>
            <p:nvPr/>
          </p:nvSpPr>
          <p:spPr>
            <a:xfrm>
              <a:off x="4000500" y="4348163"/>
              <a:ext cx="47625" cy="87313"/>
            </a:xfrm>
            <a:custGeom>
              <a:rect b="b" l="l" r="r" t="t"/>
              <a:pathLst>
                <a:path extrusionOk="0" h="88" w="47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22"/>
            <p:cNvSpPr/>
            <p:nvPr/>
          </p:nvSpPr>
          <p:spPr>
            <a:xfrm>
              <a:off x="4048125" y="4421188"/>
              <a:ext cx="69850" cy="84138"/>
            </a:xfrm>
            <a:custGeom>
              <a:rect b="b" l="l" r="r" t="t"/>
              <a:pathLst>
                <a:path extrusionOk="0" h="83" w="7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22"/>
            <p:cNvSpPr/>
            <p:nvPr/>
          </p:nvSpPr>
          <p:spPr>
            <a:xfrm>
              <a:off x="4019550" y="4427538"/>
              <a:ext cx="25400" cy="31750"/>
            </a:xfrm>
            <a:custGeom>
              <a:rect b="b" l="l" r="r" t="t"/>
              <a:pathLst>
                <a:path extrusionOk="0" h="32" w="26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22"/>
            <p:cNvSpPr/>
            <p:nvPr/>
          </p:nvSpPr>
          <p:spPr>
            <a:xfrm>
              <a:off x="3979863" y="4452938"/>
              <a:ext cx="39688" cy="55563"/>
            </a:xfrm>
            <a:custGeom>
              <a:rect b="b" l="l" r="r" t="t"/>
              <a:pathLst>
                <a:path extrusionOk="0" h="56" w="39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22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22"/>
            <p:cNvSpPr/>
            <p:nvPr/>
          </p:nvSpPr>
          <p:spPr>
            <a:xfrm>
              <a:off x="5035550" y="5357813"/>
              <a:ext cx="120650" cy="219075"/>
            </a:xfrm>
            <a:custGeom>
              <a:rect b="b" l="l" r="r" t="t"/>
              <a:pathLst>
                <a:path extrusionOk="0" h="219" w="12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" name="Google Shape;901;p23"/>
          <p:cNvGrpSpPr/>
          <p:nvPr/>
        </p:nvGrpSpPr>
        <p:grpSpPr>
          <a:xfrm>
            <a:off x="-1853247" y="-1662784"/>
            <a:ext cx="12631784" cy="8791553"/>
            <a:chOff x="-1853247" y="-1662784"/>
            <a:chExt cx="12631784" cy="8791553"/>
          </a:xfrm>
        </p:grpSpPr>
        <p:grpSp>
          <p:nvGrpSpPr>
            <p:cNvPr id="902" name="Google Shape;902;p23"/>
            <p:cNvGrpSpPr/>
            <p:nvPr/>
          </p:nvGrpSpPr>
          <p:grpSpPr>
            <a:xfrm rot="-5400000">
              <a:off x="6853018" y="-1873891"/>
              <a:ext cx="3714412" cy="4136626"/>
              <a:chOff x="6452693" y="2612509"/>
              <a:chExt cx="3714412" cy="4136626"/>
            </a:xfrm>
          </p:grpSpPr>
          <p:sp>
            <p:nvSpPr>
              <p:cNvPr id="903" name="Google Shape;903;p23"/>
              <p:cNvSpPr/>
              <p:nvPr/>
            </p:nvSpPr>
            <p:spPr>
              <a:xfrm rot="-3153882">
                <a:off x="8323793" y="2921831"/>
                <a:ext cx="1427693" cy="1313327"/>
              </a:xfrm>
              <a:custGeom>
                <a:rect b="b" l="l" r="r" t="t"/>
                <a:pathLst>
                  <a:path extrusionOk="0" h="1091" w="1189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23"/>
              <p:cNvSpPr/>
              <p:nvPr/>
            </p:nvSpPr>
            <p:spPr>
              <a:xfrm rot="-3153878">
                <a:off x="8543966" y="3095589"/>
                <a:ext cx="893976" cy="846324"/>
              </a:xfrm>
              <a:custGeom>
                <a:rect b="b" l="l" r="r" t="t"/>
                <a:pathLst>
                  <a:path extrusionOk="0" h="705" w="744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23"/>
              <p:cNvSpPr/>
              <p:nvPr/>
            </p:nvSpPr>
            <p:spPr>
              <a:xfrm rot="-3153878">
                <a:off x="8819601" y="3475568"/>
                <a:ext cx="320230" cy="316418"/>
              </a:xfrm>
              <a:custGeom>
                <a:rect b="b" l="l" r="r" t="t"/>
                <a:pathLst>
                  <a:path extrusionOk="0" h="264" w="265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23"/>
              <p:cNvSpPr/>
              <p:nvPr/>
            </p:nvSpPr>
            <p:spPr>
              <a:xfrm rot="-3153878">
                <a:off x="6968935" y="3574233"/>
                <a:ext cx="2681928" cy="2624752"/>
              </a:xfrm>
              <a:custGeom>
                <a:rect b="b" l="l" r="r" t="t"/>
                <a:pathLst>
                  <a:path extrusionOk="0" h="2183" w="2232">
                    <a:moveTo>
                      <a:pt x="1757" y="2149"/>
                    </a:moveTo>
                    <a:cubicBezTo>
                      <a:pt x="1722" y="2149"/>
                      <a:pt x="1689" y="2143"/>
                      <a:pt x="1661" y="2130"/>
                    </a:cubicBezTo>
                    <a:cubicBezTo>
                      <a:pt x="1543" y="2071"/>
                      <a:pt x="1444" y="2029"/>
                      <a:pt x="1350" y="1996"/>
                    </a:cubicBezTo>
                    <a:cubicBezTo>
                      <a:pt x="1328" y="1989"/>
                      <a:pt x="1228" y="1969"/>
                      <a:pt x="1102" y="1943"/>
                    </a:cubicBezTo>
                    <a:cubicBezTo>
                      <a:pt x="1020" y="1927"/>
                      <a:pt x="928" y="1909"/>
                      <a:pt x="838" y="1890"/>
                    </a:cubicBezTo>
                    <a:cubicBezTo>
                      <a:pt x="653" y="1851"/>
                      <a:pt x="503" y="1742"/>
                      <a:pt x="422" y="1683"/>
                    </a:cubicBezTo>
                    <a:cubicBezTo>
                      <a:pt x="399" y="1666"/>
                      <a:pt x="381" y="1653"/>
                      <a:pt x="369" y="1646"/>
                    </a:cubicBezTo>
                    <a:cubicBezTo>
                      <a:pt x="304" y="1609"/>
                      <a:pt x="179" y="1198"/>
                      <a:pt x="100" y="837"/>
                    </a:cubicBezTo>
                    <a:cubicBezTo>
                      <a:pt x="23" y="484"/>
                      <a:pt x="0" y="239"/>
                      <a:pt x="40" y="184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104" y="95"/>
                      <a:pt x="282" y="35"/>
                      <a:pt x="420" y="16"/>
                    </a:cubicBezTo>
                    <a:cubicBezTo>
                      <a:pt x="542" y="0"/>
                      <a:pt x="640" y="13"/>
                      <a:pt x="689" y="52"/>
                    </a:cubicBezTo>
                    <a:cubicBezTo>
                      <a:pt x="821" y="158"/>
                      <a:pt x="920" y="360"/>
                      <a:pt x="938" y="399"/>
                    </a:cubicBezTo>
                    <a:cubicBezTo>
                      <a:pt x="981" y="491"/>
                      <a:pt x="1054" y="604"/>
                      <a:pt x="1154" y="734"/>
                    </a:cubicBezTo>
                    <a:cubicBezTo>
                      <a:pt x="1186" y="776"/>
                      <a:pt x="1241" y="806"/>
                      <a:pt x="1297" y="811"/>
                    </a:cubicBezTo>
                    <a:cubicBezTo>
                      <a:pt x="1336" y="815"/>
                      <a:pt x="1369" y="806"/>
                      <a:pt x="1391" y="786"/>
                    </a:cubicBezTo>
                    <a:cubicBezTo>
                      <a:pt x="1397" y="780"/>
                      <a:pt x="1397" y="780"/>
                      <a:pt x="1397" y="780"/>
                    </a:cubicBezTo>
                    <a:cubicBezTo>
                      <a:pt x="1451" y="733"/>
                      <a:pt x="1516" y="673"/>
                      <a:pt x="1585" y="675"/>
                    </a:cubicBezTo>
                    <a:cubicBezTo>
                      <a:pt x="1708" y="679"/>
                      <a:pt x="1781" y="778"/>
                      <a:pt x="1797" y="813"/>
                    </a:cubicBezTo>
                    <a:cubicBezTo>
                      <a:pt x="1814" y="850"/>
                      <a:pt x="1797" y="1031"/>
                      <a:pt x="1718" y="1078"/>
                    </a:cubicBezTo>
                    <a:cubicBezTo>
                      <a:pt x="1680" y="1100"/>
                      <a:pt x="1623" y="1104"/>
                      <a:pt x="1572" y="1108"/>
                    </a:cubicBezTo>
                    <a:cubicBezTo>
                      <a:pt x="1517" y="1112"/>
                      <a:pt x="1464" y="1116"/>
                      <a:pt x="1450" y="1143"/>
                    </a:cubicBezTo>
                    <a:cubicBezTo>
                      <a:pt x="1419" y="1200"/>
                      <a:pt x="1394" y="1329"/>
                      <a:pt x="1471" y="1384"/>
                    </a:cubicBezTo>
                    <a:cubicBezTo>
                      <a:pt x="1483" y="1392"/>
                      <a:pt x="1495" y="1401"/>
                      <a:pt x="1508" y="1411"/>
                    </a:cubicBezTo>
                    <a:cubicBezTo>
                      <a:pt x="1591" y="1471"/>
                      <a:pt x="1704" y="1553"/>
                      <a:pt x="1788" y="1583"/>
                    </a:cubicBezTo>
                    <a:cubicBezTo>
                      <a:pt x="1829" y="1598"/>
                      <a:pt x="1886" y="1604"/>
                      <a:pt x="1946" y="1611"/>
                    </a:cubicBezTo>
                    <a:cubicBezTo>
                      <a:pt x="2060" y="1625"/>
                      <a:pt x="2178" y="1638"/>
                      <a:pt x="2199" y="1710"/>
                    </a:cubicBezTo>
                    <a:cubicBezTo>
                      <a:pt x="2232" y="1818"/>
                      <a:pt x="2207" y="1965"/>
                      <a:pt x="2096" y="2036"/>
                    </a:cubicBezTo>
                    <a:cubicBezTo>
                      <a:pt x="2015" y="2087"/>
                      <a:pt x="1872" y="2149"/>
                      <a:pt x="1757" y="2149"/>
                    </a:cubicBezTo>
                    <a:close/>
                    <a:moveTo>
                      <a:pt x="518" y="13"/>
                    </a:moveTo>
                    <a:cubicBezTo>
                      <a:pt x="488" y="13"/>
                      <a:pt x="455" y="16"/>
                      <a:pt x="421" y="20"/>
                    </a:cubicBezTo>
                    <a:cubicBezTo>
                      <a:pt x="253" y="43"/>
                      <a:pt x="98" y="111"/>
                      <a:pt x="44" y="186"/>
                    </a:cubicBezTo>
                    <a:cubicBezTo>
                      <a:pt x="4" y="241"/>
                      <a:pt x="27" y="484"/>
                      <a:pt x="104" y="836"/>
                    </a:cubicBezTo>
                    <a:cubicBezTo>
                      <a:pt x="183" y="1196"/>
                      <a:pt x="307" y="1606"/>
                      <a:pt x="371" y="1643"/>
                    </a:cubicBezTo>
                    <a:cubicBezTo>
                      <a:pt x="383" y="1650"/>
                      <a:pt x="401" y="1663"/>
                      <a:pt x="424" y="1679"/>
                    </a:cubicBezTo>
                    <a:cubicBezTo>
                      <a:pt x="505" y="1738"/>
                      <a:pt x="655" y="1847"/>
                      <a:pt x="839" y="1886"/>
                    </a:cubicBezTo>
                    <a:cubicBezTo>
                      <a:pt x="929" y="1905"/>
                      <a:pt x="1021" y="1923"/>
                      <a:pt x="1102" y="1939"/>
                    </a:cubicBezTo>
                    <a:cubicBezTo>
                      <a:pt x="1229" y="1965"/>
                      <a:pt x="1329" y="1985"/>
                      <a:pt x="1351" y="1992"/>
                    </a:cubicBezTo>
                    <a:cubicBezTo>
                      <a:pt x="1446" y="2025"/>
                      <a:pt x="1545" y="2068"/>
                      <a:pt x="1663" y="2126"/>
                    </a:cubicBezTo>
                    <a:cubicBezTo>
                      <a:pt x="1780" y="2183"/>
                      <a:pt x="1989" y="2099"/>
                      <a:pt x="2094" y="2032"/>
                    </a:cubicBezTo>
                    <a:cubicBezTo>
                      <a:pt x="2203" y="1962"/>
                      <a:pt x="2227" y="1818"/>
                      <a:pt x="2195" y="1711"/>
                    </a:cubicBezTo>
                    <a:cubicBezTo>
                      <a:pt x="2174" y="1642"/>
                      <a:pt x="2058" y="1628"/>
                      <a:pt x="1946" y="1616"/>
                    </a:cubicBezTo>
                    <a:cubicBezTo>
                      <a:pt x="1885" y="1609"/>
                      <a:pt x="1828" y="1602"/>
                      <a:pt x="1787" y="1587"/>
                    </a:cubicBezTo>
                    <a:cubicBezTo>
                      <a:pt x="1702" y="1556"/>
                      <a:pt x="1588" y="1474"/>
                      <a:pt x="1506" y="1414"/>
                    </a:cubicBezTo>
                    <a:cubicBezTo>
                      <a:pt x="1493" y="1405"/>
                      <a:pt x="1480" y="1396"/>
                      <a:pt x="1469" y="1388"/>
                    </a:cubicBezTo>
                    <a:cubicBezTo>
                      <a:pt x="1385" y="1328"/>
                      <a:pt x="1418" y="1193"/>
                      <a:pt x="1446" y="1141"/>
                    </a:cubicBezTo>
                    <a:cubicBezTo>
                      <a:pt x="1462" y="1112"/>
                      <a:pt x="1513" y="1108"/>
                      <a:pt x="1572" y="1104"/>
                    </a:cubicBezTo>
                    <a:cubicBezTo>
                      <a:pt x="1622" y="1100"/>
                      <a:pt x="1679" y="1096"/>
                      <a:pt x="1716" y="1074"/>
                    </a:cubicBezTo>
                    <a:cubicBezTo>
                      <a:pt x="1794" y="1028"/>
                      <a:pt x="1810" y="851"/>
                      <a:pt x="1793" y="815"/>
                    </a:cubicBezTo>
                    <a:cubicBezTo>
                      <a:pt x="1777" y="781"/>
                      <a:pt x="1706" y="683"/>
                      <a:pt x="1584" y="679"/>
                    </a:cubicBezTo>
                    <a:cubicBezTo>
                      <a:pt x="1583" y="679"/>
                      <a:pt x="1582" y="679"/>
                      <a:pt x="1581" y="679"/>
                    </a:cubicBezTo>
                    <a:cubicBezTo>
                      <a:pt x="1516" y="679"/>
                      <a:pt x="1452" y="737"/>
                      <a:pt x="1400" y="784"/>
                    </a:cubicBezTo>
                    <a:cubicBezTo>
                      <a:pt x="1394" y="789"/>
                      <a:pt x="1394" y="789"/>
                      <a:pt x="1394" y="789"/>
                    </a:cubicBezTo>
                    <a:cubicBezTo>
                      <a:pt x="1371" y="810"/>
                      <a:pt x="1337" y="819"/>
                      <a:pt x="1296" y="815"/>
                    </a:cubicBezTo>
                    <a:cubicBezTo>
                      <a:pt x="1239" y="810"/>
                      <a:pt x="1183" y="780"/>
                      <a:pt x="1150" y="737"/>
                    </a:cubicBezTo>
                    <a:cubicBezTo>
                      <a:pt x="1050" y="606"/>
                      <a:pt x="978" y="493"/>
                      <a:pt x="934" y="401"/>
                    </a:cubicBezTo>
                    <a:cubicBezTo>
                      <a:pt x="916" y="362"/>
                      <a:pt x="817" y="161"/>
                      <a:pt x="686" y="55"/>
                    </a:cubicBezTo>
                    <a:cubicBezTo>
                      <a:pt x="652" y="27"/>
                      <a:pt x="593" y="13"/>
                      <a:pt x="518" y="1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23"/>
              <p:cNvSpPr/>
              <p:nvPr/>
            </p:nvSpPr>
            <p:spPr>
              <a:xfrm rot="-3153880">
                <a:off x="8321314" y="4203185"/>
                <a:ext cx="276390" cy="251610"/>
              </a:xfrm>
              <a:custGeom>
                <a:rect b="b" l="l" r="r" t="t"/>
                <a:pathLst>
                  <a:path extrusionOk="0" h="208" w="230">
                    <a:moveTo>
                      <a:pt x="112" y="208"/>
                    </a:moveTo>
                    <a:cubicBezTo>
                      <a:pt x="107" y="208"/>
                      <a:pt x="102" y="208"/>
                      <a:pt x="97" y="207"/>
                    </a:cubicBezTo>
                    <a:cubicBezTo>
                      <a:pt x="67" y="204"/>
                      <a:pt x="37" y="184"/>
                      <a:pt x="18" y="157"/>
                    </a:cubicBezTo>
                    <a:cubicBezTo>
                      <a:pt x="5" y="137"/>
                      <a:pt x="0" y="115"/>
                      <a:pt x="5" y="97"/>
                    </a:cubicBezTo>
                    <a:cubicBezTo>
                      <a:pt x="17" y="54"/>
                      <a:pt x="51" y="28"/>
                      <a:pt x="121" y="7"/>
                    </a:cubicBezTo>
                    <a:cubicBezTo>
                      <a:pt x="144" y="0"/>
                      <a:pt x="167" y="4"/>
                      <a:pt x="185" y="18"/>
                    </a:cubicBezTo>
                    <a:cubicBezTo>
                      <a:pt x="216" y="41"/>
                      <a:pt x="230" y="86"/>
                      <a:pt x="230" y="120"/>
                    </a:cubicBezTo>
                    <a:cubicBezTo>
                      <a:pt x="230" y="141"/>
                      <a:pt x="221" y="160"/>
                      <a:pt x="204" y="176"/>
                    </a:cubicBezTo>
                    <a:cubicBezTo>
                      <a:pt x="181" y="196"/>
                      <a:pt x="146" y="208"/>
                      <a:pt x="112" y="208"/>
                    </a:cubicBezTo>
                    <a:close/>
                    <a:moveTo>
                      <a:pt x="143" y="8"/>
                    </a:moveTo>
                    <a:cubicBezTo>
                      <a:pt x="137" y="8"/>
                      <a:pt x="129" y="9"/>
                      <a:pt x="122" y="11"/>
                    </a:cubicBezTo>
                    <a:cubicBezTo>
                      <a:pt x="54" y="31"/>
                      <a:pt x="20" y="57"/>
                      <a:pt x="9" y="98"/>
                    </a:cubicBezTo>
                    <a:cubicBezTo>
                      <a:pt x="4" y="115"/>
                      <a:pt x="9" y="135"/>
                      <a:pt x="22" y="154"/>
                    </a:cubicBezTo>
                    <a:cubicBezTo>
                      <a:pt x="40" y="181"/>
                      <a:pt x="69" y="200"/>
                      <a:pt x="98" y="203"/>
                    </a:cubicBezTo>
                    <a:cubicBezTo>
                      <a:pt x="134" y="208"/>
                      <a:pt x="175" y="195"/>
                      <a:pt x="201" y="173"/>
                    </a:cubicBezTo>
                    <a:cubicBezTo>
                      <a:pt x="217" y="158"/>
                      <a:pt x="226" y="140"/>
                      <a:pt x="226" y="120"/>
                    </a:cubicBezTo>
                    <a:cubicBezTo>
                      <a:pt x="226" y="87"/>
                      <a:pt x="213" y="44"/>
                      <a:pt x="183" y="21"/>
                    </a:cubicBezTo>
                    <a:cubicBezTo>
                      <a:pt x="171" y="12"/>
                      <a:pt x="158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23"/>
              <p:cNvSpPr/>
              <p:nvPr/>
            </p:nvSpPr>
            <p:spPr>
              <a:xfrm rot="-3153881">
                <a:off x="9059897" y="4564360"/>
                <a:ext cx="756735" cy="590902"/>
              </a:xfrm>
              <a:custGeom>
                <a:rect b="b" l="l" r="r" t="t"/>
                <a:pathLst>
                  <a:path extrusionOk="0" h="491" w="631">
                    <a:moveTo>
                      <a:pt x="395" y="458"/>
                    </a:moveTo>
                    <a:cubicBezTo>
                      <a:pt x="376" y="458"/>
                      <a:pt x="357" y="453"/>
                      <a:pt x="339" y="443"/>
                    </a:cubicBezTo>
                    <a:cubicBezTo>
                      <a:pt x="256" y="396"/>
                      <a:pt x="73" y="283"/>
                      <a:pt x="35" y="233"/>
                    </a:cubicBezTo>
                    <a:cubicBezTo>
                      <a:pt x="9" y="198"/>
                      <a:pt x="0" y="103"/>
                      <a:pt x="28" y="45"/>
                    </a:cubicBezTo>
                    <a:cubicBezTo>
                      <a:pt x="40" y="18"/>
                      <a:pt x="60" y="3"/>
                      <a:pt x="83" y="2"/>
                    </a:cubicBezTo>
                    <a:cubicBezTo>
                      <a:pt x="136" y="0"/>
                      <a:pt x="198" y="40"/>
                      <a:pt x="252" y="75"/>
                    </a:cubicBezTo>
                    <a:cubicBezTo>
                      <a:pt x="282" y="94"/>
                      <a:pt x="311" y="113"/>
                      <a:pt x="334" y="121"/>
                    </a:cubicBezTo>
                    <a:cubicBezTo>
                      <a:pt x="400" y="146"/>
                      <a:pt x="506" y="152"/>
                      <a:pt x="570" y="155"/>
                    </a:cubicBezTo>
                    <a:cubicBezTo>
                      <a:pt x="580" y="156"/>
                      <a:pt x="580" y="156"/>
                      <a:pt x="580" y="156"/>
                    </a:cubicBezTo>
                    <a:cubicBezTo>
                      <a:pt x="596" y="157"/>
                      <a:pt x="607" y="166"/>
                      <a:pt x="614" y="182"/>
                    </a:cubicBezTo>
                    <a:cubicBezTo>
                      <a:pt x="631" y="224"/>
                      <a:pt x="615" y="307"/>
                      <a:pt x="582" y="345"/>
                    </a:cubicBezTo>
                    <a:cubicBezTo>
                      <a:pt x="549" y="383"/>
                      <a:pt x="473" y="458"/>
                      <a:pt x="395" y="458"/>
                    </a:cubicBezTo>
                    <a:close/>
                    <a:moveTo>
                      <a:pt x="87" y="6"/>
                    </a:moveTo>
                    <a:cubicBezTo>
                      <a:pt x="86" y="6"/>
                      <a:pt x="85" y="6"/>
                      <a:pt x="83" y="7"/>
                    </a:cubicBezTo>
                    <a:cubicBezTo>
                      <a:pt x="61" y="7"/>
                      <a:pt x="43" y="21"/>
                      <a:pt x="31" y="47"/>
                    </a:cubicBezTo>
                    <a:cubicBezTo>
                      <a:pt x="5" y="102"/>
                      <a:pt x="14" y="197"/>
                      <a:pt x="39" y="230"/>
                    </a:cubicBezTo>
                    <a:cubicBezTo>
                      <a:pt x="76" y="280"/>
                      <a:pt x="259" y="392"/>
                      <a:pt x="341" y="439"/>
                    </a:cubicBezTo>
                    <a:cubicBezTo>
                      <a:pt x="433" y="491"/>
                      <a:pt x="538" y="388"/>
                      <a:pt x="579" y="342"/>
                    </a:cubicBezTo>
                    <a:cubicBezTo>
                      <a:pt x="611" y="305"/>
                      <a:pt x="627" y="224"/>
                      <a:pt x="610" y="184"/>
                    </a:cubicBezTo>
                    <a:cubicBezTo>
                      <a:pt x="604" y="169"/>
                      <a:pt x="594" y="161"/>
                      <a:pt x="580" y="160"/>
                    </a:cubicBezTo>
                    <a:cubicBezTo>
                      <a:pt x="570" y="160"/>
                      <a:pt x="570" y="160"/>
                      <a:pt x="570" y="160"/>
                    </a:cubicBezTo>
                    <a:cubicBezTo>
                      <a:pt x="506" y="156"/>
                      <a:pt x="399" y="150"/>
                      <a:pt x="333" y="125"/>
                    </a:cubicBezTo>
                    <a:cubicBezTo>
                      <a:pt x="309" y="116"/>
                      <a:pt x="280" y="98"/>
                      <a:pt x="250" y="78"/>
                    </a:cubicBezTo>
                    <a:cubicBezTo>
                      <a:pt x="198" y="45"/>
                      <a:pt x="138" y="6"/>
                      <a:pt x="87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23"/>
              <p:cNvSpPr/>
              <p:nvPr/>
            </p:nvSpPr>
            <p:spPr>
              <a:xfrm rot="-3153883">
                <a:off x="7232204" y="4160970"/>
                <a:ext cx="1385758" cy="1942353"/>
              </a:xfrm>
              <a:custGeom>
                <a:rect b="b" l="l" r="r" t="t"/>
                <a:pathLst>
                  <a:path extrusionOk="0" h="1615" w="1154">
                    <a:moveTo>
                      <a:pt x="838" y="1607"/>
                    </a:moveTo>
                    <a:cubicBezTo>
                      <a:pt x="799" y="1607"/>
                      <a:pt x="760" y="1598"/>
                      <a:pt x="722" y="1581"/>
                    </a:cubicBezTo>
                    <a:cubicBezTo>
                      <a:pt x="555" y="1501"/>
                      <a:pt x="192" y="1237"/>
                      <a:pt x="153" y="1155"/>
                    </a:cubicBezTo>
                    <a:cubicBezTo>
                      <a:pt x="116" y="1079"/>
                      <a:pt x="56" y="680"/>
                      <a:pt x="31" y="509"/>
                    </a:cubicBezTo>
                    <a:cubicBezTo>
                      <a:pt x="28" y="489"/>
                      <a:pt x="25" y="473"/>
                      <a:pt x="23" y="461"/>
                    </a:cubicBezTo>
                    <a:cubicBezTo>
                      <a:pt x="0" y="309"/>
                      <a:pt x="9" y="72"/>
                      <a:pt x="128" y="41"/>
                    </a:cubicBezTo>
                    <a:cubicBezTo>
                      <a:pt x="287" y="0"/>
                      <a:pt x="477" y="16"/>
                      <a:pt x="544" y="146"/>
                    </a:cubicBezTo>
                    <a:cubicBezTo>
                      <a:pt x="591" y="237"/>
                      <a:pt x="667" y="366"/>
                      <a:pt x="712" y="444"/>
                    </a:cubicBezTo>
                    <a:cubicBezTo>
                      <a:pt x="728" y="470"/>
                      <a:pt x="740" y="491"/>
                      <a:pt x="747" y="504"/>
                    </a:cubicBezTo>
                    <a:cubicBezTo>
                      <a:pt x="795" y="589"/>
                      <a:pt x="937" y="715"/>
                      <a:pt x="1020" y="757"/>
                    </a:cubicBezTo>
                    <a:cubicBezTo>
                      <a:pt x="1104" y="802"/>
                      <a:pt x="1154" y="983"/>
                      <a:pt x="1128" y="1081"/>
                    </a:cubicBezTo>
                    <a:cubicBezTo>
                      <a:pt x="1103" y="1172"/>
                      <a:pt x="1058" y="1341"/>
                      <a:pt x="1054" y="1446"/>
                    </a:cubicBezTo>
                    <a:cubicBezTo>
                      <a:pt x="1052" y="1492"/>
                      <a:pt x="1019" y="1540"/>
                      <a:pt x="967" y="1572"/>
                    </a:cubicBezTo>
                    <a:cubicBezTo>
                      <a:pt x="928" y="1595"/>
                      <a:pt x="883" y="1607"/>
                      <a:pt x="838" y="1607"/>
                    </a:cubicBezTo>
                    <a:close/>
                    <a:moveTo>
                      <a:pt x="129" y="43"/>
                    </a:moveTo>
                    <a:cubicBezTo>
                      <a:pt x="129" y="45"/>
                      <a:pt x="129" y="45"/>
                      <a:pt x="129" y="45"/>
                    </a:cubicBezTo>
                    <a:cubicBezTo>
                      <a:pt x="13" y="76"/>
                      <a:pt x="5" y="310"/>
                      <a:pt x="28" y="460"/>
                    </a:cubicBezTo>
                    <a:cubicBezTo>
                      <a:pt x="29" y="472"/>
                      <a:pt x="32" y="489"/>
                      <a:pt x="35" y="509"/>
                    </a:cubicBezTo>
                    <a:cubicBezTo>
                      <a:pt x="61" y="679"/>
                      <a:pt x="121" y="1078"/>
                      <a:pt x="157" y="1153"/>
                    </a:cubicBezTo>
                    <a:cubicBezTo>
                      <a:pt x="196" y="1235"/>
                      <a:pt x="557" y="1497"/>
                      <a:pt x="724" y="1577"/>
                    </a:cubicBezTo>
                    <a:cubicBezTo>
                      <a:pt x="803" y="1615"/>
                      <a:pt x="893" y="1611"/>
                      <a:pt x="965" y="1568"/>
                    </a:cubicBezTo>
                    <a:cubicBezTo>
                      <a:pt x="1016" y="1537"/>
                      <a:pt x="1048" y="1491"/>
                      <a:pt x="1050" y="1446"/>
                    </a:cubicBezTo>
                    <a:cubicBezTo>
                      <a:pt x="1053" y="1340"/>
                      <a:pt x="1099" y="1171"/>
                      <a:pt x="1124" y="1080"/>
                    </a:cubicBezTo>
                    <a:cubicBezTo>
                      <a:pt x="1150" y="983"/>
                      <a:pt x="1101" y="805"/>
                      <a:pt x="1018" y="761"/>
                    </a:cubicBezTo>
                    <a:cubicBezTo>
                      <a:pt x="935" y="718"/>
                      <a:pt x="792" y="592"/>
                      <a:pt x="744" y="506"/>
                    </a:cubicBezTo>
                    <a:cubicBezTo>
                      <a:pt x="737" y="493"/>
                      <a:pt x="724" y="472"/>
                      <a:pt x="709" y="446"/>
                    </a:cubicBezTo>
                    <a:cubicBezTo>
                      <a:pt x="663" y="368"/>
                      <a:pt x="587" y="239"/>
                      <a:pt x="541" y="147"/>
                    </a:cubicBezTo>
                    <a:cubicBezTo>
                      <a:pt x="475" y="20"/>
                      <a:pt x="287" y="4"/>
                      <a:pt x="129" y="45"/>
                    </a:cubicBezTo>
                    <a:lnTo>
                      <a:pt x="129" y="43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23"/>
              <p:cNvSpPr/>
              <p:nvPr/>
            </p:nvSpPr>
            <p:spPr>
              <a:xfrm rot="-3153878">
                <a:off x="7428695" y="4433917"/>
                <a:ext cx="913039" cy="1441039"/>
              </a:xfrm>
              <a:custGeom>
                <a:rect b="b" l="l" r="r" t="t"/>
                <a:pathLst>
                  <a:path extrusionOk="0" h="1199" w="759">
                    <a:moveTo>
                      <a:pt x="589" y="1199"/>
                    </a:moveTo>
                    <a:cubicBezTo>
                      <a:pt x="522" y="1199"/>
                      <a:pt x="413" y="1109"/>
                      <a:pt x="324" y="1035"/>
                    </a:cubicBezTo>
                    <a:cubicBezTo>
                      <a:pt x="275" y="995"/>
                      <a:pt x="233" y="960"/>
                      <a:pt x="205" y="945"/>
                    </a:cubicBezTo>
                    <a:cubicBezTo>
                      <a:pt x="117" y="897"/>
                      <a:pt x="38" y="709"/>
                      <a:pt x="30" y="585"/>
                    </a:cubicBezTo>
                    <a:cubicBezTo>
                      <a:pt x="29" y="568"/>
                      <a:pt x="29" y="568"/>
                      <a:pt x="29" y="568"/>
                    </a:cubicBezTo>
                    <a:cubicBezTo>
                      <a:pt x="20" y="424"/>
                      <a:pt x="0" y="87"/>
                      <a:pt x="57" y="33"/>
                    </a:cubicBezTo>
                    <a:cubicBezTo>
                      <a:pt x="81" y="11"/>
                      <a:pt x="120" y="0"/>
                      <a:pt x="164" y="5"/>
                    </a:cubicBezTo>
                    <a:cubicBezTo>
                      <a:pt x="228" y="12"/>
                      <a:pt x="290" y="48"/>
                      <a:pt x="326" y="100"/>
                    </a:cubicBezTo>
                    <a:cubicBezTo>
                      <a:pt x="353" y="140"/>
                      <a:pt x="375" y="197"/>
                      <a:pt x="397" y="257"/>
                    </a:cubicBezTo>
                    <a:cubicBezTo>
                      <a:pt x="428" y="339"/>
                      <a:pt x="460" y="425"/>
                      <a:pt x="510" y="461"/>
                    </a:cubicBezTo>
                    <a:cubicBezTo>
                      <a:pt x="523" y="471"/>
                      <a:pt x="538" y="481"/>
                      <a:pt x="554" y="492"/>
                    </a:cubicBezTo>
                    <a:cubicBezTo>
                      <a:pt x="640" y="550"/>
                      <a:pt x="759" y="630"/>
                      <a:pt x="743" y="762"/>
                    </a:cubicBezTo>
                    <a:cubicBezTo>
                      <a:pt x="742" y="772"/>
                      <a:pt x="741" y="783"/>
                      <a:pt x="739" y="794"/>
                    </a:cubicBezTo>
                    <a:cubicBezTo>
                      <a:pt x="721" y="950"/>
                      <a:pt x="696" y="1164"/>
                      <a:pt x="609" y="1196"/>
                    </a:cubicBezTo>
                    <a:cubicBezTo>
                      <a:pt x="603" y="1198"/>
                      <a:pt x="596" y="1199"/>
                      <a:pt x="589" y="1199"/>
                    </a:cubicBezTo>
                    <a:close/>
                    <a:moveTo>
                      <a:pt x="143" y="8"/>
                    </a:moveTo>
                    <a:cubicBezTo>
                      <a:pt x="109" y="8"/>
                      <a:pt x="79" y="18"/>
                      <a:pt x="60" y="36"/>
                    </a:cubicBezTo>
                    <a:cubicBezTo>
                      <a:pt x="4" y="89"/>
                      <a:pt x="25" y="436"/>
                      <a:pt x="33" y="567"/>
                    </a:cubicBezTo>
                    <a:cubicBezTo>
                      <a:pt x="34" y="585"/>
                      <a:pt x="34" y="585"/>
                      <a:pt x="34" y="585"/>
                    </a:cubicBezTo>
                    <a:cubicBezTo>
                      <a:pt x="42" y="708"/>
                      <a:pt x="120" y="894"/>
                      <a:pt x="207" y="941"/>
                    </a:cubicBezTo>
                    <a:cubicBezTo>
                      <a:pt x="236" y="957"/>
                      <a:pt x="278" y="992"/>
                      <a:pt x="327" y="1032"/>
                    </a:cubicBezTo>
                    <a:cubicBezTo>
                      <a:pt x="415" y="1105"/>
                      <a:pt x="523" y="1195"/>
                      <a:pt x="589" y="1195"/>
                    </a:cubicBezTo>
                    <a:cubicBezTo>
                      <a:pt x="595" y="1195"/>
                      <a:pt x="602" y="1194"/>
                      <a:pt x="608" y="1192"/>
                    </a:cubicBezTo>
                    <a:cubicBezTo>
                      <a:pt x="693" y="1161"/>
                      <a:pt x="717" y="949"/>
                      <a:pt x="735" y="793"/>
                    </a:cubicBezTo>
                    <a:cubicBezTo>
                      <a:pt x="737" y="782"/>
                      <a:pt x="738" y="772"/>
                      <a:pt x="739" y="762"/>
                    </a:cubicBezTo>
                    <a:cubicBezTo>
                      <a:pt x="755" y="632"/>
                      <a:pt x="637" y="553"/>
                      <a:pt x="552" y="495"/>
                    </a:cubicBezTo>
                    <a:cubicBezTo>
                      <a:pt x="536" y="485"/>
                      <a:pt x="520" y="474"/>
                      <a:pt x="507" y="465"/>
                    </a:cubicBezTo>
                    <a:cubicBezTo>
                      <a:pt x="457" y="427"/>
                      <a:pt x="425" y="341"/>
                      <a:pt x="393" y="258"/>
                    </a:cubicBezTo>
                    <a:cubicBezTo>
                      <a:pt x="371" y="198"/>
                      <a:pt x="350" y="142"/>
                      <a:pt x="322" y="102"/>
                    </a:cubicBezTo>
                    <a:cubicBezTo>
                      <a:pt x="287" y="52"/>
                      <a:pt x="226" y="16"/>
                      <a:pt x="163" y="9"/>
                    </a:cubicBezTo>
                    <a:cubicBezTo>
                      <a:pt x="157" y="8"/>
                      <a:pt x="150" y="8"/>
                      <a:pt x="143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23"/>
              <p:cNvSpPr/>
              <p:nvPr/>
            </p:nvSpPr>
            <p:spPr>
              <a:xfrm rot="-3153879">
                <a:off x="7440314" y="4854408"/>
                <a:ext cx="348823" cy="560404"/>
              </a:xfrm>
              <a:custGeom>
                <a:rect b="b" l="l" r="r" t="t"/>
                <a:pathLst>
                  <a:path extrusionOk="0" h="465" w="291">
                    <a:moveTo>
                      <a:pt x="128" y="464"/>
                    </a:moveTo>
                    <a:cubicBezTo>
                      <a:pt x="99" y="464"/>
                      <a:pt x="73" y="455"/>
                      <a:pt x="52" y="437"/>
                    </a:cubicBezTo>
                    <a:cubicBezTo>
                      <a:pt x="18" y="408"/>
                      <a:pt x="0" y="358"/>
                      <a:pt x="1" y="302"/>
                    </a:cubicBezTo>
                    <a:cubicBezTo>
                      <a:pt x="2" y="273"/>
                      <a:pt x="13" y="22"/>
                      <a:pt x="67" y="10"/>
                    </a:cubicBezTo>
                    <a:cubicBezTo>
                      <a:pt x="110" y="0"/>
                      <a:pt x="192" y="41"/>
                      <a:pt x="216" y="125"/>
                    </a:cubicBezTo>
                    <a:cubicBezTo>
                      <a:pt x="225" y="155"/>
                      <a:pt x="230" y="184"/>
                      <a:pt x="235" y="212"/>
                    </a:cubicBezTo>
                    <a:cubicBezTo>
                      <a:pt x="244" y="260"/>
                      <a:pt x="253" y="306"/>
                      <a:pt x="276" y="343"/>
                    </a:cubicBezTo>
                    <a:cubicBezTo>
                      <a:pt x="288" y="363"/>
                      <a:pt x="291" y="381"/>
                      <a:pt x="284" y="397"/>
                    </a:cubicBezTo>
                    <a:cubicBezTo>
                      <a:pt x="272" y="425"/>
                      <a:pt x="229" y="447"/>
                      <a:pt x="158" y="461"/>
                    </a:cubicBezTo>
                    <a:cubicBezTo>
                      <a:pt x="148" y="463"/>
                      <a:pt x="138" y="464"/>
                      <a:pt x="128" y="464"/>
                    </a:cubicBezTo>
                    <a:close/>
                    <a:moveTo>
                      <a:pt x="81" y="12"/>
                    </a:moveTo>
                    <a:cubicBezTo>
                      <a:pt x="76" y="12"/>
                      <a:pt x="72" y="13"/>
                      <a:pt x="67" y="14"/>
                    </a:cubicBezTo>
                    <a:cubicBezTo>
                      <a:pt x="26" y="23"/>
                      <a:pt x="9" y="206"/>
                      <a:pt x="6" y="302"/>
                    </a:cubicBezTo>
                    <a:cubicBezTo>
                      <a:pt x="4" y="356"/>
                      <a:pt x="22" y="406"/>
                      <a:pt x="55" y="433"/>
                    </a:cubicBezTo>
                    <a:cubicBezTo>
                      <a:pt x="82" y="457"/>
                      <a:pt x="117" y="465"/>
                      <a:pt x="157" y="457"/>
                    </a:cubicBezTo>
                    <a:cubicBezTo>
                      <a:pt x="227" y="443"/>
                      <a:pt x="269" y="422"/>
                      <a:pt x="280" y="396"/>
                    </a:cubicBezTo>
                    <a:cubicBezTo>
                      <a:pt x="287" y="381"/>
                      <a:pt x="284" y="364"/>
                      <a:pt x="272" y="346"/>
                    </a:cubicBezTo>
                    <a:cubicBezTo>
                      <a:pt x="249" y="308"/>
                      <a:pt x="240" y="261"/>
                      <a:pt x="231" y="212"/>
                    </a:cubicBezTo>
                    <a:cubicBezTo>
                      <a:pt x="226" y="185"/>
                      <a:pt x="221" y="156"/>
                      <a:pt x="212" y="126"/>
                    </a:cubicBezTo>
                    <a:cubicBezTo>
                      <a:pt x="191" y="52"/>
                      <a:pt x="124" y="12"/>
                      <a:pt x="8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23"/>
              <p:cNvSpPr/>
              <p:nvPr/>
            </p:nvSpPr>
            <p:spPr>
              <a:xfrm rot="-3153880">
                <a:off x="8207583" y="5119597"/>
                <a:ext cx="251609" cy="297357"/>
              </a:xfrm>
              <a:custGeom>
                <a:rect b="b" l="l" r="r" t="t"/>
                <a:pathLst>
                  <a:path extrusionOk="0" h="247" w="210">
                    <a:moveTo>
                      <a:pt x="114" y="237"/>
                    </a:moveTo>
                    <a:cubicBezTo>
                      <a:pt x="73" y="237"/>
                      <a:pt x="32" y="180"/>
                      <a:pt x="7" y="122"/>
                    </a:cubicBezTo>
                    <a:cubicBezTo>
                      <a:pt x="0" y="107"/>
                      <a:pt x="0" y="92"/>
                      <a:pt x="7" y="78"/>
                    </a:cubicBezTo>
                    <a:cubicBezTo>
                      <a:pt x="24" y="40"/>
                      <a:pt x="78" y="14"/>
                      <a:pt x="104" y="5"/>
                    </a:cubicBezTo>
                    <a:cubicBezTo>
                      <a:pt x="117" y="0"/>
                      <a:pt x="135" y="5"/>
                      <a:pt x="154" y="17"/>
                    </a:cubicBezTo>
                    <a:cubicBezTo>
                      <a:pt x="178" y="34"/>
                      <a:pt x="204" y="64"/>
                      <a:pt x="206" y="95"/>
                    </a:cubicBezTo>
                    <a:cubicBezTo>
                      <a:pt x="210" y="146"/>
                      <a:pt x="179" y="216"/>
                      <a:pt x="131" y="234"/>
                    </a:cubicBezTo>
                    <a:cubicBezTo>
                      <a:pt x="126" y="236"/>
                      <a:pt x="120" y="237"/>
                      <a:pt x="114" y="237"/>
                    </a:cubicBezTo>
                    <a:close/>
                    <a:moveTo>
                      <a:pt x="115" y="7"/>
                    </a:moveTo>
                    <a:cubicBezTo>
                      <a:pt x="111" y="7"/>
                      <a:pt x="108" y="8"/>
                      <a:pt x="105" y="9"/>
                    </a:cubicBezTo>
                    <a:cubicBezTo>
                      <a:pt x="85" y="16"/>
                      <a:pt x="27" y="42"/>
                      <a:pt x="11" y="79"/>
                    </a:cubicBezTo>
                    <a:cubicBezTo>
                      <a:pt x="5" y="93"/>
                      <a:pt x="5" y="107"/>
                      <a:pt x="11" y="120"/>
                    </a:cubicBezTo>
                    <a:cubicBezTo>
                      <a:pt x="37" y="182"/>
                      <a:pt x="85" y="247"/>
                      <a:pt x="130" y="230"/>
                    </a:cubicBezTo>
                    <a:cubicBezTo>
                      <a:pt x="176" y="212"/>
                      <a:pt x="206" y="144"/>
                      <a:pt x="202" y="96"/>
                    </a:cubicBezTo>
                    <a:cubicBezTo>
                      <a:pt x="200" y="66"/>
                      <a:pt x="175" y="37"/>
                      <a:pt x="152" y="21"/>
                    </a:cubicBezTo>
                    <a:cubicBezTo>
                      <a:pt x="138" y="12"/>
                      <a:pt x="125" y="7"/>
                      <a:pt x="115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23"/>
              <p:cNvSpPr/>
              <p:nvPr/>
            </p:nvSpPr>
            <p:spPr>
              <a:xfrm rot="-3153878">
                <a:off x="9301266" y="4699738"/>
                <a:ext cx="360260" cy="232548"/>
              </a:xfrm>
              <a:custGeom>
                <a:rect b="b" l="l" r="r" t="t"/>
                <a:pathLst>
                  <a:path extrusionOk="0" h="192" w="299">
                    <a:moveTo>
                      <a:pt x="202" y="185"/>
                    </a:moveTo>
                    <a:cubicBezTo>
                      <a:pt x="178" y="185"/>
                      <a:pt x="156" y="174"/>
                      <a:pt x="135" y="164"/>
                    </a:cubicBezTo>
                    <a:cubicBezTo>
                      <a:pt x="132" y="162"/>
                      <a:pt x="132" y="162"/>
                      <a:pt x="132" y="162"/>
                    </a:cubicBezTo>
                    <a:cubicBezTo>
                      <a:pt x="103" y="147"/>
                      <a:pt x="42" y="117"/>
                      <a:pt x="21" y="96"/>
                    </a:cubicBezTo>
                    <a:cubicBezTo>
                      <a:pt x="1" y="76"/>
                      <a:pt x="0" y="52"/>
                      <a:pt x="18" y="24"/>
                    </a:cubicBezTo>
                    <a:cubicBezTo>
                      <a:pt x="35" y="0"/>
                      <a:pt x="80" y="24"/>
                      <a:pt x="120" y="46"/>
                    </a:cubicBezTo>
                    <a:cubicBezTo>
                      <a:pt x="124" y="48"/>
                      <a:pt x="124" y="48"/>
                      <a:pt x="124" y="48"/>
                    </a:cubicBezTo>
                    <a:cubicBezTo>
                      <a:pt x="128" y="50"/>
                      <a:pt x="133" y="52"/>
                      <a:pt x="137" y="54"/>
                    </a:cubicBezTo>
                    <a:cubicBezTo>
                      <a:pt x="169" y="72"/>
                      <a:pt x="192" y="84"/>
                      <a:pt x="213" y="84"/>
                    </a:cubicBezTo>
                    <a:cubicBezTo>
                      <a:pt x="217" y="84"/>
                      <a:pt x="222" y="84"/>
                      <a:pt x="227" y="84"/>
                    </a:cubicBezTo>
                    <a:cubicBezTo>
                      <a:pt x="249" y="82"/>
                      <a:pt x="273" y="81"/>
                      <a:pt x="291" y="101"/>
                    </a:cubicBezTo>
                    <a:cubicBezTo>
                      <a:pt x="297" y="107"/>
                      <a:pt x="299" y="115"/>
                      <a:pt x="298" y="122"/>
                    </a:cubicBezTo>
                    <a:cubicBezTo>
                      <a:pt x="295" y="139"/>
                      <a:pt x="275" y="156"/>
                      <a:pt x="240" y="175"/>
                    </a:cubicBezTo>
                    <a:cubicBezTo>
                      <a:pt x="227" y="182"/>
                      <a:pt x="214" y="185"/>
                      <a:pt x="202" y="185"/>
                    </a:cubicBezTo>
                    <a:close/>
                    <a:moveTo>
                      <a:pt x="40" y="18"/>
                    </a:moveTo>
                    <a:cubicBezTo>
                      <a:pt x="32" y="18"/>
                      <a:pt x="26" y="21"/>
                      <a:pt x="22" y="27"/>
                    </a:cubicBezTo>
                    <a:cubicBezTo>
                      <a:pt x="4" y="52"/>
                      <a:pt x="5" y="74"/>
                      <a:pt x="24" y="93"/>
                    </a:cubicBezTo>
                    <a:cubicBezTo>
                      <a:pt x="45" y="114"/>
                      <a:pt x="105" y="144"/>
                      <a:pt x="134" y="158"/>
                    </a:cubicBezTo>
                    <a:cubicBezTo>
                      <a:pt x="137" y="160"/>
                      <a:pt x="137" y="160"/>
                      <a:pt x="137" y="160"/>
                    </a:cubicBezTo>
                    <a:cubicBezTo>
                      <a:pt x="168" y="175"/>
                      <a:pt x="201" y="192"/>
                      <a:pt x="238" y="172"/>
                    </a:cubicBezTo>
                    <a:cubicBezTo>
                      <a:pt x="272" y="154"/>
                      <a:pt x="291" y="136"/>
                      <a:pt x="293" y="122"/>
                    </a:cubicBezTo>
                    <a:cubicBezTo>
                      <a:pt x="295" y="115"/>
                      <a:pt x="293" y="109"/>
                      <a:pt x="288" y="104"/>
                    </a:cubicBezTo>
                    <a:cubicBezTo>
                      <a:pt x="271" y="85"/>
                      <a:pt x="248" y="87"/>
                      <a:pt x="227" y="88"/>
                    </a:cubicBezTo>
                    <a:cubicBezTo>
                      <a:pt x="222" y="88"/>
                      <a:pt x="217" y="88"/>
                      <a:pt x="213" y="88"/>
                    </a:cubicBezTo>
                    <a:cubicBezTo>
                      <a:pt x="191" y="88"/>
                      <a:pt x="167" y="76"/>
                      <a:pt x="135" y="58"/>
                    </a:cubicBezTo>
                    <a:cubicBezTo>
                      <a:pt x="131" y="56"/>
                      <a:pt x="126" y="54"/>
                      <a:pt x="122" y="51"/>
                    </a:cubicBezTo>
                    <a:cubicBezTo>
                      <a:pt x="118" y="49"/>
                      <a:pt x="118" y="49"/>
                      <a:pt x="118" y="49"/>
                    </a:cubicBezTo>
                    <a:cubicBezTo>
                      <a:pt x="92" y="35"/>
                      <a:pt x="60" y="18"/>
                      <a:pt x="4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4" name="Google Shape;914;p23"/>
            <p:cNvGrpSpPr/>
            <p:nvPr/>
          </p:nvGrpSpPr>
          <p:grpSpPr>
            <a:xfrm flipH="1" rot="4013921">
              <a:off x="-1557369" y="3601925"/>
              <a:ext cx="3347380" cy="2854672"/>
              <a:chOff x="6937375" y="1462088"/>
              <a:chExt cx="2459038" cy="2097088"/>
            </a:xfrm>
          </p:grpSpPr>
          <p:sp>
            <p:nvSpPr>
              <p:cNvPr id="915" name="Google Shape;915;p23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rect b="b" l="l" r="r" t="t"/>
                <a:pathLst>
                  <a:path extrusionOk="0" h="1091" w="1189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23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rect b="b" l="l" r="r" t="t"/>
                <a:pathLst>
                  <a:path extrusionOk="0" h="705" w="744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23"/>
              <p:cNvSpPr/>
              <p:nvPr/>
            </p:nvSpPr>
            <p:spPr>
              <a:xfrm>
                <a:off x="8156575" y="2870201"/>
                <a:ext cx="266700" cy="263525"/>
              </a:xfrm>
              <a:custGeom>
                <a:rect b="b" l="l" r="r" t="t"/>
                <a:pathLst>
                  <a:path extrusionOk="0" h="264" w="265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23"/>
              <p:cNvSpPr/>
              <p:nvPr/>
            </p:nvSpPr>
            <p:spPr>
              <a:xfrm>
                <a:off x="8231188" y="1757363"/>
                <a:ext cx="1165225" cy="869949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23"/>
              <p:cNvSpPr/>
              <p:nvPr/>
            </p:nvSpPr>
            <p:spPr>
              <a:xfrm>
                <a:off x="8447088" y="1878013"/>
                <a:ext cx="796925" cy="617538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3"/>
              <p:cNvSpPr/>
              <p:nvPr/>
            </p:nvSpPr>
            <p:spPr>
              <a:xfrm>
                <a:off x="8756650" y="2111376"/>
                <a:ext cx="357188" cy="288925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23"/>
              <p:cNvSpPr/>
              <p:nvPr/>
            </p:nvSpPr>
            <p:spPr>
              <a:xfrm>
                <a:off x="6937375" y="1462088"/>
                <a:ext cx="1258887" cy="1219200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23"/>
              <p:cNvSpPr/>
              <p:nvPr/>
            </p:nvSpPr>
            <p:spPr>
              <a:xfrm>
                <a:off x="7381875" y="2116138"/>
                <a:ext cx="311150" cy="344488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23"/>
              <p:cNvSpPr/>
              <p:nvPr/>
            </p:nvSpPr>
            <p:spPr>
              <a:xfrm>
                <a:off x="7113588" y="1614488"/>
                <a:ext cx="847724" cy="97155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4" name="Google Shape;924;p23"/>
            <p:cNvGrpSpPr/>
            <p:nvPr/>
          </p:nvGrpSpPr>
          <p:grpSpPr>
            <a:xfrm flipH="1" rot="-606681">
              <a:off x="6756969" y="3601834"/>
              <a:ext cx="3347596" cy="2854857"/>
              <a:chOff x="6937375" y="1462088"/>
              <a:chExt cx="2459038" cy="2097088"/>
            </a:xfrm>
          </p:grpSpPr>
          <p:sp>
            <p:nvSpPr>
              <p:cNvPr id="925" name="Google Shape;925;p23"/>
              <p:cNvSpPr/>
              <p:nvPr/>
            </p:nvSpPr>
            <p:spPr>
              <a:xfrm>
                <a:off x="7761288" y="2465388"/>
                <a:ext cx="1189039" cy="1093788"/>
              </a:xfrm>
              <a:custGeom>
                <a:rect b="b" l="l" r="r" t="t"/>
                <a:pathLst>
                  <a:path extrusionOk="0" h="1091" w="1189">
                    <a:moveTo>
                      <a:pt x="212" y="1079"/>
                    </a:moveTo>
                    <a:cubicBezTo>
                      <a:pt x="167" y="1079"/>
                      <a:pt x="123" y="1072"/>
                      <a:pt x="88" y="1058"/>
                    </a:cubicBezTo>
                    <a:cubicBezTo>
                      <a:pt x="41" y="1040"/>
                      <a:pt x="13" y="1012"/>
                      <a:pt x="9" y="976"/>
                    </a:cubicBezTo>
                    <a:cubicBezTo>
                      <a:pt x="0" y="900"/>
                      <a:pt x="44" y="812"/>
                      <a:pt x="87" y="727"/>
                    </a:cubicBezTo>
                    <a:cubicBezTo>
                      <a:pt x="112" y="676"/>
                      <a:pt x="139" y="622"/>
                      <a:pt x="153" y="573"/>
                    </a:cubicBezTo>
                    <a:cubicBezTo>
                      <a:pt x="177" y="487"/>
                      <a:pt x="162" y="423"/>
                      <a:pt x="147" y="356"/>
                    </a:cubicBezTo>
                    <a:cubicBezTo>
                      <a:pt x="139" y="322"/>
                      <a:pt x="131" y="287"/>
                      <a:pt x="128" y="247"/>
                    </a:cubicBezTo>
                    <a:cubicBezTo>
                      <a:pt x="117" y="127"/>
                      <a:pt x="298" y="25"/>
                      <a:pt x="363" y="12"/>
                    </a:cubicBezTo>
                    <a:cubicBezTo>
                      <a:pt x="363" y="12"/>
                      <a:pt x="363" y="12"/>
                      <a:pt x="363" y="12"/>
                    </a:cubicBezTo>
                    <a:cubicBezTo>
                      <a:pt x="420" y="0"/>
                      <a:pt x="541" y="12"/>
                      <a:pt x="791" y="138"/>
                    </a:cubicBezTo>
                    <a:cubicBezTo>
                      <a:pt x="825" y="155"/>
                      <a:pt x="888" y="168"/>
                      <a:pt x="955" y="183"/>
                    </a:cubicBezTo>
                    <a:cubicBezTo>
                      <a:pt x="1025" y="198"/>
                      <a:pt x="1098" y="214"/>
                      <a:pt x="1136" y="234"/>
                    </a:cubicBezTo>
                    <a:cubicBezTo>
                      <a:pt x="1159" y="247"/>
                      <a:pt x="1174" y="274"/>
                      <a:pt x="1180" y="313"/>
                    </a:cubicBezTo>
                    <a:cubicBezTo>
                      <a:pt x="1189" y="380"/>
                      <a:pt x="1167" y="483"/>
                      <a:pt x="1108" y="543"/>
                    </a:cubicBezTo>
                    <a:cubicBezTo>
                      <a:pt x="1098" y="553"/>
                      <a:pt x="1098" y="553"/>
                      <a:pt x="1098" y="553"/>
                    </a:cubicBezTo>
                    <a:cubicBezTo>
                      <a:pt x="1018" y="633"/>
                      <a:pt x="909" y="742"/>
                      <a:pt x="805" y="766"/>
                    </a:cubicBezTo>
                    <a:cubicBezTo>
                      <a:pt x="722" y="785"/>
                      <a:pt x="595" y="869"/>
                      <a:pt x="429" y="1013"/>
                    </a:cubicBezTo>
                    <a:cubicBezTo>
                      <a:pt x="378" y="1058"/>
                      <a:pt x="292" y="1079"/>
                      <a:pt x="212" y="1079"/>
                    </a:cubicBezTo>
                    <a:close/>
                    <a:moveTo>
                      <a:pt x="401" y="12"/>
                    </a:moveTo>
                    <a:cubicBezTo>
                      <a:pt x="386" y="12"/>
                      <a:pt x="374" y="14"/>
                      <a:pt x="364" y="16"/>
                    </a:cubicBezTo>
                    <a:cubicBezTo>
                      <a:pt x="364" y="16"/>
                      <a:pt x="364" y="16"/>
                      <a:pt x="364" y="16"/>
                    </a:cubicBezTo>
                    <a:cubicBezTo>
                      <a:pt x="300" y="29"/>
                      <a:pt x="121" y="129"/>
                      <a:pt x="132" y="247"/>
                    </a:cubicBezTo>
                    <a:cubicBezTo>
                      <a:pt x="135" y="286"/>
                      <a:pt x="143" y="321"/>
                      <a:pt x="151" y="355"/>
                    </a:cubicBezTo>
                    <a:cubicBezTo>
                      <a:pt x="166" y="423"/>
                      <a:pt x="181" y="487"/>
                      <a:pt x="157" y="574"/>
                    </a:cubicBezTo>
                    <a:cubicBezTo>
                      <a:pt x="143" y="624"/>
                      <a:pt x="116" y="677"/>
                      <a:pt x="90" y="729"/>
                    </a:cubicBezTo>
                    <a:cubicBezTo>
                      <a:pt x="48" y="814"/>
                      <a:pt x="5" y="901"/>
                      <a:pt x="13" y="975"/>
                    </a:cubicBezTo>
                    <a:cubicBezTo>
                      <a:pt x="18" y="1018"/>
                      <a:pt x="58" y="1042"/>
                      <a:pt x="90" y="1055"/>
                    </a:cubicBezTo>
                    <a:cubicBezTo>
                      <a:pt x="183" y="1091"/>
                      <a:pt x="347" y="1079"/>
                      <a:pt x="426" y="1010"/>
                    </a:cubicBezTo>
                    <a:cubicBezTo>
                      <a:pt x="593" y="865"/>
                      <a:pt x="720" y="782"/>
                      <a:pt x="804" y="762"/>
                    </a:cubicBezTo>
                    <a:cubicBezTo>
                      <a:pt x="907" y="738"/>
                      <a:pt x="1015" y="629"/>
                      <a:pt x="1095" y="550"/>
                    </a:cubicBezTo>
                    <a:cubicBezTo>
                      <a:pt x="1105" y="540"/>
                      <a:pt x="1105" y="540"/>
                      <a:pt x="1105" y="540"/>
                    </a:cubicBezTo>
                    <a:cubicBezTo>
                      <a:pt x="1163" y="481"/>
                      <a:pt x="1185" y="380"/>
                      <a:pt x="1175" y="314"/>
                    </a:cubicBezTo>
                    <a:cubicBezTo>
                      <a:pt x="1170" y="276"/>
                      <a:pt x="1156" y="250"/>
                      <a:pt x="1134" y="238"/>
                    </a:cubicBezTo>
                    <a:cubicBezTo>
                      <a:pt x="1097" y="218"/>
                      <a:pt x="1024" y="202"/>
                      <a:pt x="954" y="187"/>
                    </a:cubicBezTo>
                    <a:cubicBezTo>
                      <a:pt x="887" y="172"/>
                      <a:pt x="824" y="159"/>
                      <a:pt x="789" y="141"/>
                    </a:cubicBezTo>
                    <a:cubicBezTo>
                      <a:pt x="585" y="39"/>
                      <a:pt x="468" y="12"/>
                      <a:pt x="40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23"/>
              <p:cNvSpPr/>
              <p:nvPr/>
            </p:nvSpPr>
            <p:spPr>
              <a:xfrm>
                <a:off x="7999413" y="2598738"/>
                <a:ext cx="744538" cy="704850"/>
              </a:xfrm>
              <a:custGeom>
                <a:rect b="b" l="l" r="r" t="t"/>
                <a:pathLst>
                  <a:path extrusionOk="0" h="705" w="744">
                    <a:moveTo>
                      <a:pt x="140" y="688"/>
                    </a:moveTo>
                    <a:cubicBezTo>
                      <a:pt x="96" y="688"/>
                      <a:pt x="57" y="671"/>
                      <a:pt x="34" y="644"/>
                    </a:cubicBezTo>
                    <a:cubicBezTo>
                      <a:pt x="0" y="604"/>
                      <a:pt x="35" y="515"/>
                      <a:pt x="62" y="450"/>
                    </a:cubicBezTo>
                    <a:cubicBezTo>
                      <a:pt x="69" y="431"/>
                      <a:pt x="76" y="415"/>
                      <a:pt x="80" y="402"/>
                    </a:cubicBezTo>
                    <a:cubicBezTo>
                      <a:pt x="109" y="309"/>
                      <a:pt x="86" y="229"/>
                      <a:pt x="67" y="164"/>
                    </a:cubicBezTo>
                    <a:cubicBezTo>
                      <a:pt x="62" y="148"/>
                      <a:pt x="58" y="133"/>
                      <a:pt x="55" y="119"/>
                    </a:cubicBezTo>
                    <a:cubicBezTo>
                      <a:pt x="48" y="88"/>
                      <a:pt x="60" y="53"/>
                      <a:pt x="87" y="30"/>
                    </a:cubicBezTo>
                    <a:cubicBezTo>
                      <a:pt x="114" y="6"/>
                      <a:pt x="149" y="0"/>
                      <a:pt x="183" y="13"/>
                    </a:cubicBezTo>
                    <a:cubicBezTo>
                      <a:pt x="207" y="21"/>
                      <a:pt x="236" y="39"/>
                      <a:pt x="267" y="58"/>
                    </a:cubicBezTo>
                    <a:cubicBezTo>
                      <a:pt x="338" y="100"/>
                      <a:pt x="426" y="153"/>
                      <a:pt x="498" y="138"/>
                    </a:cubicBezTo>
                    <a:cubicBezTo>
                      <a:pt x="596" y="118"/>
                      <a:pt x="691" y="142"/>
                      <a:pt x="730" y="196"/>
                    </a:cubicBezTo>
                    <a:cubicBezTo>
                      <a:pt x="741" y="211"/>
                      <a:pt x="744" y="228"/>
                      <a:pt x="740" y="246"/>
                    </a:cubicBezTo>
                    <a:cubicBezTo>
                      <a:pt x="731" y="286"/>
                      <a:pt x="685" y="331"/>
                      <a:pt x="607" y="375"/>
                    </a:cubicBezTo>
                    <a:cubicBezTo>
                      <a:pt x="519" y="425"/>
                      <a:pt x="415" y="515"/>
                      <a:pt x="331" y="588"/>
                    </a:cubicBezTo>
                    <a:cubicBezTo>
                      <a:pt x="312" y="604"/>
                      <a:pt x="294" y="619"/>
                      <a:pt x="277" y="634"/>
                    </a:cubicBezTo>
                    <a:cubicBezTo>
                      <a:pt x="232" y="672"/>
                      <a:pt x="183" y="688"/>
                      <a:pt x="140" y="688"/>
                    </a:cubicBezTo>
                    <a:close/>
                    <a:moveTo>
                      <a:pt x="148" y="10"/>
                    </a:moveTo>
                    <a:cubicBezTo>
                      <a:pt x="127" y="10"/>
                      <a:pt x="106" y="18"/>
                      <a:pt x="89" y="33"/>
                    </a:cubicBezTo>
                    <a:cubicBezTo>
                      <a:pt x="64" y="55"/>
                      <a:pt x="52" y="89"/>
                      <a:pt x="59" y="118"/>
                    </a:cubicBezTo>
                    <a:cubicBezTo>
                      <a:pt x="62" y="132"/>
                      <a:pt x="66" y="147"/>
                      <a:pt x="71" y="163"/>
                    </a:cubicBezTo>
                    <a:cubicBezTo>
                      <a:pt x="90" y="228"/>
                      <a:pt x="113" y="309"/>
                      <a:pt x="84" y="403"/>
                    </a:cubicBezTo>
                    <a:cubicBezTo>
                      <a:pt x="80" y="416"/>
                      <a:pt x="73" y="433"/>
                      <a:pt x="66" y="452"/>
                    </a:cubicBezTo>
                    <a:cubicBezTo>
                      <a:pt x="40" y="516"/>
                      <a:pt x="4" y="603"/>
                      <a:pt x="37" y="641"/>
                    </a:cubicBezTo>
                    <a:cubicBezTo>
                      <a:pt x="82" y="694"/>
                      <a:pt x="186" y="705"/>
                      <a:pt x="275" y="630"/>
                    </a:cubicBezTo>
                    <a:cubicBezTo>
                      <a:pt x="291" y="616"/>
                      <a:pt x="309" y="601"/>
                      <a:pt x="328" y="584"/>
                    </a:cubicBezTo>
                    <a:cubicBezTo>
                      <a:pt x="412" y="512"/>
                      <a:pt x="517" y="422"/>
                      <a:pt x="605" y="372"/>
                    </a:cubicBezTo>
                    <a:cubicBezTo>
                      <a:pt x="682" y="328"/>
                      <a:pt x="727" y="284"/>
                      <a:pt x="736" y="245"/>
                    </a:cubicBezTo>
                    <a:cubicBezTo>
                      <a:pt x="740" y="229"/>
                      <a:pt x="736" y="213"/>
                      <a:pt x="726" y="199"/>
                    </a:cubicBezTo>
                    <a:cubicBezTo>
                      <a:pt x="688" y="146"/>
                      <a:pt x="595" y="122"/>
                      <a:pt x="499" y="142"/>
                    </a:cubicBezTo>
                    <a:cubicBezTo>
                      <a:pt x="498" y="140"/>
                      <a:pt x="498" y="140"/>
                      <a:pt x="498" y="140"/>
                    </a:cubicBezTo>
                    <a:cubicBezTo>
                      <a:pt x="499" y="142"/>
                      <a:pt x="499" y="142"/>
                      <a:pt x="499" y="142"/>
                    </a:cubicBezTo>
                    <a:cubicBezTo>
                      <a:pt x="426" y="157"/>
                      <a:pt x="337" y="104"/>
                      <a:pt x="265" y="61"/>
                    </a:cubicBezTo>
                    <a:cubicBezTo>
                      <a:pt x="234" y="43"/>
                      <a:pt x="205" y="25"/>
                      <a:pt x="182" y="16"/>
                    </a:cubicBezTo>
                    <a:cubicBezTo>
                      <a:pt x="171" y="12"/>
                      <a:pt x="159" y="10"/>
                      <a:pt x="148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23"/>
              <p:cNvSpPr/>
              <p:nvPr/>
            </p:nvSpPr>
            <p:spPr>
              <a:xfrm>
                <a:off x="8156575" y="2870201"/>
                <a:ext cx="266700" cy="263525"/>
              </a:xfrm>
              <a:custGeom>
                <a:rect b="b" l="l" r="r" t="t"/>
                <a:pathLst>
                  <a:path extrusionOk="0" h="264" w="265">
                    <a:moveTo>
                      <a:pt x="74" y="242"/>
                    </a:moveTo>
                    <a:cubicBezTo>
                      <a:pt x="58" y="242"/>
                      <a:pt x="45" y="238"/>
                      <a:pt x="34" y="230"/>
                    </a:cubicBezTo>
                    <a:cubicBezTo>
                      <a:pt x="16" y="216"/>
                      <a:pt x="6" y="196"/>
                      <a:pt x="4" y="172"/>
                    </a:cubicBezTo>
                    <a:cubicBezTo>
                      <a:pt x="0" y="135"/>
                      <a:pt x="17" y="90"/>
                      <a:pt x="48" y="54"/>
                    </a:cubicBezTo>
                    <a:cubicBezTo>
                      <a:pt x="95" y="0"/>
                      <a:pt x="200" y="14"/>
                      <a:pt x="204" y="14"/>
                    </a:cubicBezTo>
                    <a:cubicBezTo>
                      <a:pt x="204" y="14"/>
                      <a:pt x="204" y="14"/>
                      <a:pt x="204" y="14"/>
                    </a:cubicBezTo>
                    <a:cubicBezTo>
                      <a:pt x="235" y="21"/>
                      <a:pt x="249" y="43"/>
                      <a:pt x="254" y="60"/>
                    </a:cubicBezTo>
                    <a:cubicBezTo>
                      <a:pt x="265" y="91"/>
                      <a:pt x="258" y="133"/>
                      <a:pt x="238" y="158"/>
                    </a:cubicBezTo>
                    <a:cubicBezTo>
                      <a:pt x="211" y="191"/>
                      <a:pt x="131" y="242"/>
                      <a:pt x="74" y="242"/>
                    </a:cubicBezTo>
                    <a:close/>
                    <a:moveTo>
                      <a:pt x="173" y="17"/>
                    </a:moveTo>
                    <a:cubicBezTo>
                      <a:pt x="137" y="17"/>
                      <a:pt x="81" y="23"/>
                      <a:pt x="51" y="57"/>
                    </a:cubicBezTo>
                    <a:cubicBezTo>
                      <a:pt x="21" y="92"/>
                      <a:pt x="4" y="136"/>
                      <a:pt x="8" y="172"/>
                    </a:cubicBezTo>
                    <a:cubicBezTo>
                      <a:pt x="10" y="195"/>
                      <a:pt x="20" y="213"/>
                      <a:pt x="37" y="226"/>
                    </a:cubicBezTo>
                    <a:cubicBezTo>
                      <a:pt x="85" y="264"/>
                      <a:pt x="202" y="195"/>
                      <a:pt x="235" y="155"/>
                    </a:cubicBezTo>
                    <a:cubicBezTo>
                      <a:pt x="254" y="131"/>
                      <a:pt x="261" y="91"/>
                      <a:pt x="251" y="61"/>
                    </a:cubicBezTo>
                    <a:cubicBezTo>
                      <a:pt x="245" y="45"/>
                      <a:pt x="232" y="25"/>
                      <a:pt x="204" y="18"/>
                    </a:cubicBezTo>
                    <a:cubicBezTo>
                      <a:pt x="202" y="18"/>
                      <a:pt x="190" y="17"/>
                      <a:pt x="173" y="1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3"/>
              <p:cNvSpPr/>
              <p:nvPr/>
            </p:nvSpPr>
            <p:spPr>
              <a:xfrm>
                <a:off x="8231188" y="1757363"/>
                <a:ext cx="1165225" cy="869949"/>
              </a:xfrm>
              <a:custGeom>
                <a:rect b="b" l="l" r="r" t="t"/>
                <a:pathLst>
                  <a:path extrusionOk="0" h="869" w="1164">
                    <a:moveTo>
                      <a:pt x="887" y="836"/>
                    </a:moveTo>
                    <a:cubicBezTo>
                      <a:pt x="800" y="836"/>
                      <a:pt x="707" y="820"/>
                      <a:pt x="638" y="807"/>
                    </a:cubicBezTo>
                    <a:cubicBezTo>
                      <a:pt x="613" y="803"/>
                      <a:pt x="591" y="799"/>
                      <a:pt x="575" y="797"/>
                    </a:cubicBezTo>
                    <a:cubicBezTo>
                      <a:pt x="471" y="783"/>
                      <a:pt x="334" y="696"/>
                      <a:pt x="201" y="605"/>
                    </a:cubicBezTo>
                    <a:cubicBezTo>
                      <a:pt x="94" y="531"/>
                      <a:pt x="35" y="409"/>
                      <a:pt x="34" y="408"/>
                    </a:cubicBezTo>
                    <a:cubicBezTo>
                      <a:pt x="34" y="408"/>
                      <a:pt x="34" y="408"/>
                      <a:pt x="34" y="408"/>
                    </a:cubicBezTo>
                    <a:cubicBezTo>
                      <a:pt x="0" y="321"/>
                      <a:pt x="13" y="231"/>
                      <a:pt x="70" y="153"/>
                    </a:cubicBezTo>
                    <a:cubicBezTo>
                      <a:pt x="137" y="61"/>
                      <a:pt x="256" y="0"/>
                      <a:pt x="354" y="7"/>
                    </a:cubicBezTo>
                    <a:cubicBezTo>
                      <a:pt x="515" y="18"/>
                      <a:pt x="819" y="160"/>
                      <a:pt x="905" y="266"/>
                    </a:cubicBezTo>
                    <a:cubicBezTo>
                      <a:pt x="1098" y="500"/>
                      <a:pt x="1164" y="672"/>
                      <a:pt x="1097" y="763"/>
                    </a:cubicBezTo>
                    <a:cubicBezTo>
                      <a:pt x="1056" y="819"/>
                      <a:pt x="975" y="836"/>
                      <a:pt x="887" y="836"/>
                    </a:cubicBezTo>
                    <a:close/>
                    <a:moveTo>
                      <a:pt x="38" y="406"/>
                    </a:moveTo>
                    <a:cubicBezTo>
                      <a:pt x="40" y="410"/>
                      <a:pt x="98" y="529"/>
                      <a:pt x="203" y="601"/>
                    </a:cubicBezTo>
                    <a:cubicBezTo>
                      <a:pt x="286" y="658"/>
                      <a:pt x="459" y="777"/>
                      <a:pt x="575" y="793"/>
                    </a:cubicBezTo>
                    <a:cubicBezTo>
                      <a:pt x="592" y="795"/>
                      <a:pt x="614" y="799"/>
                      <a:pt x="638" y="803"/>
                    </a:cubicBezTo>
                    <a:cubicBezTo>
                      <a:pt x="778" y="828"/>
                      <a:pt x="1013" y="869"/>
                      <a:pt x="1094" y="760"/>
                    </a:cubicBezTo>
                    <a:cubicBezTo>
                      <a:pt x="1160" y="672"/>
                      <a:pt x="1093" y="501"/>
                      <a:pt x="902" y="268"/>
                    </a:cubicBezTo>
                    <a:cubicBezTo>
                      <a:pt x="816" y="164"/>
                      <a:pt x="513" y="22"/>
                      <a:pt x="353" y="11"/>
                    </a:cubicBezTo>
                    <a:cubicBezTo>
                      <a:pt x="257" y="4"/>
                      <a:pt x="139" y="65"/>
                      <a:pt x="73" y="155"/>
                    </a:cubicBezTo>
                    <a:cubicBezTo>
                      <a:pt x="17" y="232"/>
                      <a:pt x="4" y="321"/>
                      <a:pt x="38" y="40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23"/>
              <p:cNvSpPr/>
              <p:nvPr/>
            </p:nvSpPr>
            <p:spPr>
              <a:xfrm>
                <a:off x="8447088" y="1878013"/>
                <a:ext cx="796925" cy="617538"/>
              </a:xfrm>
              <a:custGeom>
                <a:rect b="b" l="l" r="r" t="t"/>
                <a:pathLst>
                  <a:path extrusionOk="0" h="618" w="796">
                    <a:moveTo>
                      <a:pt x="596" y="615"/>
                    </a:moveTo>
                    <a:cubicBezTo>
                      <a:pt x="522" y="615"/>
                      <a:pt x="445" y="603"/>
                      <a:pt x="392" y="570"/>
                    </a:cubicBezTo>
                    <a:cubicBezTo>
                      <a:pt x="369" y="555"/>
                      <a:pt x="338" y="538"/>
                      <a:pt x="304" y="519"/>
                    </a:cubicBezTo>
                    <a:cubicBezTo>
                      <a:pt x="216" y="471"/>
                      <a:pt x="107" y="411"/>
                      <a:pt x="67" y="355"/>
                    </a:cubicBezTo>
                    <a:cubicBezTo>
                      <a:pt x="13" y="280"/>
                      <a:pt x="0" y="154"/>
                      <a:pt x="70" y="72"/>
                    </a:cubicBezTo>
                    <a:cubicBezTo>
                      <a:pt x="132" y="0"/>
                      <a:pt x="372" y="100"/>
                      <a:pt x="474" y="143"/>
                    </a:cubicBezTo>
                    <a:cubicBezTo>
                      <a:pt x="483" y="146"/>
                      <a:pt x="491" y="150"/>
                      <a:pt x="497" y="152"/>
                    </a:cubicBezTo>
                    <a:cubicBezTo>
                      <a:pt x="577" y="185"/>
                      <a:pt x="727" y="309"/>
                      <a:pt x="764" y="408"/>
                    </a:cubicBezTo>
                    <a:cubicBezTo>
                      <a:pt x="792" y="481"/>
                      <a:pt x="796" y="533"/>
                      <a:pt x="777" y="566"/>
                    </a:cubicBezTo>
                    <a:cubicBezTo>
                      <a:pt x="764" y="588"/>
                      <a:pt x="740" y="602"/>
                      <a:pt x="707" y="607"/>
                    </a:cubicBezTo>
                    <a:cubicBezTo>
                      <a:pt x="673" y="612"/>
                      <a:pt x="635" y="615"/>
                      <a:pt x="596" y="615"/>
                    </a:cubicBezTo>
                    <a:close/>
                    <a:moveTo>
                      <a:pt x="146" y="50"/>
                    </a:moveTo>
                    <a:cubicBezTo>
                      <a:pt x="114" y="50"/>
                      <a:pt x="88" y="57"/>
                      <a:pt x="74" y="75"/>
                    </a:cubicBezTo>
                    <a:cubicBezTo>
                      <a:pt x="5" y="155"/>
                      <a:pt x="18" y="279"/>
                      <a:pt x="70" y="353"/>
                    </a:cubicBezTo>
                    <a:cubicBezTo>
                      <a:pt x="110" y="408"/>
                      <a:pt x="219" y="468"/>
                      <a:pt x="306" y="516"/>
                    </a:cubicBezTo>
                    <a:cubicBezTo>
                      <a:pt x="340" y="534"/>
                      <a:pt x="371" y="552"/>
                      <a:pt x="394" y="566"/>
                    </a:cubicBezTo>
                    <a:cubicBezTo>
                      <a:pt x="473" y="616"/>
                      <a:pt x="607" y="618"/>
                      <a:pt x="707" y="603"/>
                    </a:cubicBezTo>
                    <a:cubicBezTo>
                      <a:pt x="739" y="598"/>
                      <a:pt x="761" y="585"/>
                      <a:pt x="773" y="564"/>
                    </a:cubicBezTo>
                    <a:cubicBezTo>
                      <a:pt x="792" y="532"/>
                      <a:pt x="788" y="482"/>
                      <a:pt x="760" y="410"/>
                    </a:cubicBezTo>
                    <a:cubicBezTo>
                      <a:pt x="723" y="312"/>
                      <a:pt x="574" y="188"/>
                      <a:pt x="496" y="156"/>
                    </a:cubicBezTo>
                    <a:cubicBezTo>
                      <a:pt x="489" y="154"/>
                      <a:pt x="481" y="150"/>
                      <a:pt x="472" y="146"/>
                    </a:cubicBezTo>
                    <a:cubicBezTo>
                      <a:pt x="396" y="114"/>
                      <a:pt x="243" y="50"/>
                      <a:pt x="146" y="5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23"/>
              <p:cNvSpPr/>
              <p:nvPr/>
            </p:nvSpPr>
            <p:spPr>
              <a:xfrm>
                <a:off x="8756650" y="2111376"/>
                <a:ext cx="357188" cy="288925"/>
              </a:xfrm>
              <a:custGeom>
                <a:rect b="b" l="l" r="r" t="t"/>
                <a:pathLst>
                  <a:path extrusionOk="0" h="288" w="357">
                    <a:moveTo>
                      <a:pt x="291" y="288"/>
                    </a:moveTo>
                    <a:cubicBezTo>
                      <a:pt x="243" y="288"/>
                      <a:pt x="184" y="259"/>
                      <a:pt x="131" y="233"/>
                    </a:cubicBezTo>
                    <a:cubicBezTo>
                      <a:pt x="111" y="223"/>
                      <a:pt x="92" y="214"/>
                      <a:pt x="75" y="207"/>
                    </a:cubicBezTo>
                    <a:cubicBezTo>
                      <a:pt x="32" y="189"/>
                      <a:pt x="6" y="164"/>
                      <a:pt x="3" y="137"/>
                    </a:cubicBezTo>
                    <a:cubicBezTo>
                      <a:pt x="0" y="113"/>
                      <a:pt x="15" y="88"/>
                      <a:pt x="49" y="63"/>
                    </a:cubicBezTo>
                    <a:cubicBezTo>
                      <a:pt x="133" y="0"/>
                      <a:pt x="258" y="100"/>
                      <a:pt x="262" y="103"/>
                    </a:cubicBezTo>
                    <a:cubicBezTo>
                      <a:pt x="335" y="152"/>
                      <a:pt x="357" y="211"/>
                      <a:pt x="347" y="249"/>
                    </a:cubicBezTo>
                    <a:cubicBezTo>
                      <a:pt x="340" y="272"/>
                      <a:pt x="322" y="287"/>
                      <a:pt x="297" y="288"/>
                    </a:cubicBezTo>
                    <a:cubicBezTo>
                      <a:pt x="295" y="288"/>
                      <a:pt x="293" y="288"/>
                      <a:pt x="291" y="288"/>
                    </a:cubicBezTo>
                    <a:close/>
                    <a:moveTo>
                      <a:pt x="114" y="46"/>
                    </a:moveTo>
                    <a:cubicBezTo>
                      <a:pt x="92" y="46"/>
                      <a:pt x="70" y="52"/>
                      <a:pt x="51" y="66"/>
                    </a:cubicBezTo>
                    <a:cubicBezTo>
                      <a:pt x="19" y="90"/>
                      <a:pt x="4" y="114"/>
                      <a:pt x="7" y="137"/>
                    </a:cubicBezTo>
                    <a:cubicBezTo>
                      <a:pt x="10" y="162"/>
                      <a:pt x="35" y="186"/>
                      <a:pt x="77" y="203"/>
                    </a:cubicBezTo>
                    <a:cubicBezTo>
                      <a:pt x="94" y="210"/>
                      <a:pt x="113" y="219"/>
                      <a:pt x="133" y="229"/>
                    </a:cubicBezTo>
                    <a:cubicBezTo>
                      <a:pt x="188" y="256"/>
                      <a:pt x="249" y="286"/>
                      <a:pt x="297" y="284"/>
                    </a:cubicBezTo>
                    <a:cubicBezTo>
                      <a:pt x="320" y="283"/>
                      <a:pt x="337" y="269"/>
                      <a:pt x="343" y="247"/>
                    </a:cubicBezTo>
                    <a:cubicBezTo>
                      <a:pt x="352" y="211"/>
                      <a:pt x="330" y="154"/>
                      <a:pt x="259" y="107"/>
                    </a:cubicBezTo>
                    <a:cubicBezTo>
                      <a:pt x="259" y="107"/>
                      <a:pt x="259" y="107"/>
                      <a:pt x="259" y="107"/>
                    </a:cubicBezTo>
                    <a:cubicBezTo>
                      <a:pt x="258" y="106"/>
                      <a:pt x="185" y="46"/>
                      <a:pt x="114" y="4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23"/>
              <p:cNvSpPr/>
              <p:nvPr/>
            </p:nvSpPr>
            <p:spPr>
              <a:xfrm>
                <a:off x="6937375" y="1462088"/>
                <a:ext cx="1258887" cy="1219200"/>
              </a:xfrm>
              <a:custGeom>
                <a:rect b="b" l="l" r="r" t="t"/>
                <a:pathLst>
                  <a:path extrusionOk="0" h="1218" w="1258">
                    <a:moveTo>
                      <a:pt x="551" y="1214"/>
                    </a:moveTo>
                    <a:cubicBezTo>
                      <a:pt x="544" y="1214"/>
                      <a:pt x="538" y="1214"/>
                      <a:pt x="532" y="1214"/>
                    </a:cubicBezTo>
                    <a:cubicBezTo>
                      <a:pt x="412" y="1207"/>
                      <a:pt x="356" y="1073"/>
                      <a:pt x="306" y="955"/>
                    </a:cubicBezTo>
                    <a:cubicBezTo>
                      <a:pt x="276" y="885"/>
                      <a:pt x="247" y="818"/>
                      <a:pt x="209" y="785"/>
                    </a:cubicBezTo>
                    <a:cubicBezTo>
                      <a:pt x="100" y="691"/>
                      <a:pt x="0" y="544"/>
                      <a:pt x="80" y="439"/>
                    </a:cubicBezTo>
                    <a:cubicBezTo>
                      <a:pt x="125" y="379"/>
                      <a:pt x="196" y="335"/>
                      <a:pt x="270" y="290"/>
                    </a:cubicBezTo>
                    <a:cubicBezTo>
                      <a:pt x="327" y="254"/>
                      <a:pt x="386" y="218"/>
                      <a:pt x="434" y="173"/>
                    </a:cubicBezTo>
                    <a:cubicBezTo>
                      <a:pt x="487" y="124"/>
                      <a:pt x="608" y="70"/>
                      <a:pt x="742" y="37"/>
                    </a:cubicBezTo>
                    <a:cubicBezTo>
                      <a:pt x="883" y="2"/>
                      <a:pt x="994" y="0"/>
                      <a:pt x="1039" y="32"/>
                    </a:cubicBezTo>
                    <a:cubicBezTo>
                      <a:pt x="1107" y="82"/>
                      <a:pt x="1100" y="192"/>
                      <a:pt x="1093" y="288"/>
                    </a:cubicBezTo>
                    <a:cubicBezTo>
                      <a:pt x="1090" y="330"/>
                      <a:pt x="1088" y="370"/>
                      <a:pt x="1091" y="403"/>
                    </a:cubicBezTo>
                    <a:cubicBezTo>
                      <a:pt x="1092" y="408"/>
                      <a:pt x="1136" y="687"/>
                      <a:pt x="1205" y="741"/>
                    </a:cubicBezTo>
                    <a:cubicBezTo>
                      <a:pt x="1250" y="777"/>
                      <a:pt x="1258" y="836"/>
                      <a:pt x="1246" y="876"/>
                    </a:cubicBezTo>
                    <a:cubicBezTo>
                      <a:pt x="1236" y="910"/>
                      <a:pt x="1214" y="930"/>
                      <a:pt x="1185" y="933"/>
                    </a:cubicBezTo>
                    <a:cubicBezTo>
                      <a:pt x="1177" y="934"/>
                      <a:pt x="1168" y="935"/>
                      <a:pt x="1158" y="936"/>
                    </a:cubicBezTo>
                    <a:cubicBezTo>
                      <a:pt x="1072" y="943"/>
                      <a:pt x="913" y="958"/>
                      <a:pt x="850" y="1010"/>
                    </a:cubicBezTo>
                    <a:cubicBezTo>
                      <a:pt x="833" y="1025"/>
                      <a:pt x="816" y="1046"/>
                      <a:pt x="798" y="1069"/>
                    </a:cubicBezTo>
                    <a:cubicBezTo>
                      <a:pt x="745" y="1134"/>
                      <a:pt x="680" y="1214"/>
                      <a:pt x="551" y="1214"/>
                    </a:cubicBezTo>
                    <a:close/>
                    <a:moveTo>
                      <a:pt x="936" y="14"/>
                    </a:moveTo>
                    <a:cubicBezTo>
                      <a:pt x="781" y="14"/>
                      <a:pt x="523" y="96"/>
                      <a:pt x="437" y="176"/>
                    </a:cubicBezTo>
                    <a:cubicBezTo>
                      <a:pt x="388" y="222"/>
                      <a:pt x="329" y="258"/>
                      <a:pt x="272" y="293"/>
                    </a:cubicBezTo>
                    <a:cubicBezTo>
                      <a:pt x="198" y="339"/>
                      <a:pt x="128" y="382"/>
                      <a:pt x="83" y="441"/>
                    </a:cubicBezTo>
                    <a:cubicBezTo>
                      <a:pt x="5" y="544"/>
                      <a:pt x="104" y="689"/>
                      <a:pt x="212" y="782"/>
                    </a:cubicBezTo>
                    <a:cubicBezTo>
                      <a:pt x="251" y="815"/>
                      <a:pt x="279" y="883"/>
                      <a:pt x="310" y="954"/>
                    </a:cubicBezTo>
                    <a:cubicBezTo>
                      <a:pt x="359" y="1071"/>
                      <a:pt x="415" y="1203"/>
                      <a:pt x="532" y="1210"/>
                    </a:cubicBezTo>
                    <a:cubicBezTo>
                      <a:pt x="671" y="1218"/>
                      <a:pt x="740" y="1134"/>
                      <a:pt x="794" y="1066"/>
                    </a:cubicBezTo>
                    <a:cubicBezTo>
                      <a:pt x="813" y="1043"/>
                      <a:pt x="830" y="1022"/>
                      <a:pt x="848" y="1007"/>
                    </a:cubicBezTo>
                    <a:cubicBezTo>
                      <a:pt x="911" y="954"/>
                      <a:pt x="1072" y="939"/>
                      <a:pt x="1158" y="932"/>
                    </a:cubicBezTo>
                    <a:cubicBezTo>
                      <a:pt x="1168" y="931"/>
                      <a:pt x="1177" y="930"/>
                      <a:pt x="1185" y="929"/>
                    </a:cubicBezTo>
                    <a:cubicBezTo>
                      <a:pt x="1212" y="926"/>
                      <a:pt x="1233" y="907"/>
                      <a:pt x="1242" y="875"/>
                    </a:cubicBezTo>
                    <a:cubicBezTo>
                      <a:pt x="1254" y="835"/>
                      <a:pt x="1244" y="777"/>
                      <a:pt x="1202" y="745"/>
                    </a:cubicBezTo>
                    <a:cubicBezTo>
                      <a:pt x="1132" y="689"/>
                      <a:pt x="1089" y="415"/>
                      <a:pt x="1087" y="404"/>
                    </a:cubicBezTo>
                    <a:cubicBezTo>
                      <a:pt x="1087" y="403"/>
                      <a:pt x="1087" y="403"/>
                      <a:pt x="1087" y="403"/>
                    </a:cubicBezTo>
                    <a:cubicBezTo>
                      <a:pt x="1084" y="370"/>
                      <a:pt x="1086" y="330"/>
                      <a:pt x="1089" y="288"/>
                    </a:cubicBezTo>
                    <a:cubicBezTo>
                      <a:pt x="1095" y="193"/>
                      <a:pt x="1102" y="84"/>
                      <a:pt x="1036" y="36"/>
                    </a:cubicBezTo>
                    <a:cubicBezTo>
                      <a:pt x="1015" y="21"/>
                      <a:pt x="980" y="14"/>
                      <a:pt x="936" y="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23"/>
              <p:cNvSpPr/>
              <p:nvPr/>
            </p:nvSpPr>
            <p:spPr>
              <a:xfrm>
                <a:off x="7381875" y="2116138"/>
                <a:ext cx="311150" cy="344488"/>
              </a:xfrm>
              <a:custGeom>
                <a:rect b="b" l="l" r="r" t="t"/>
                <a:pathLst>
                  <a:path extrusionOk="0" h="343" w="310">
                    <a:moveTo>
                      <a:pt x="155" y="338"/>
                    </a:moveTo>
                    <a:cubicBezTo>
                      <a:pt x="97" y="338"/>
                      <a:pt x="42" y="269"/>
                      <a:pt x="21" y="197"/>
                    </a:cubicBezTo>
                    <a:cubicBezTo>
                      <a:pt x="0" y="125"/>
                      <a:pt x="33" y="47"/>
                      <a:pt x="97" y="18"/>
                    </a:cubicBezTo>
                    <a:cubicBezTo>
                      <a:pt x="135" y="0"/>
                      <a:pt x="213" y="28"/>
                      <a:pt x="262" y="65"/>
                    </a:cubicBezTo>
                    <a:cubicBezTo>
                      <a:pt x="294" y="90"/>
                      <a:pt x="310" y="115"/>
                      <a:pt x="307" y="135"/>
                    </a:cubicBezTo>
                    <a:cubicBezTo>
                      <a:pt x="297" y="197"/>
                      <a:pt x="229" y="327"/>
                      <a:pt x="167" y="337"/>
                    </a:cubicBezTo>
                    <a:cubicBezTo>
                      <a:pt x="163" y="338"/>
                      <a:pt x="159" y="338"/>
                      <a:pt x="155" y="338"/>
                    </a:cubicBezTo>
                    <a:close/>
                    <a:moveTo>
                      <a:pt x="126" y="16"/>
                    </a:moveTo>
                    <a:cubicBezTo>
                      <a:pt x="116" y="16"/>
                      <a:pt x="106" y="18"/>
                      <a:pt x="99" y="21"/>
                    </a:cubicBezTo>
                    <a:cubicBezTo>
                      <a:pt x="37" y="50"/>
                      <a:pt x="4" y="126"/>
                      <a:pt x="25" y="195"/>
                    </a:cubicBezTo>
                    <a:cubicBezTo>
                      <a:pt x="47" y="271"/>
                      <a:pt x="106" y="343"/>
                      <a:pt x="166" y="333"/>
                    </a:cubicBezTo>
                    <a:cubicBezTo>
                      <a:pt x="227" y="323"/>
                      <a:pt x="293" y="195"/>
                      <a:pt x="302" y="135"/>
                    </a:cubicBezTo>
                    <a:cubicBezTo>
                      <a:pt x="305" y="116"/>
                      <a:pt x="290" y="92"/>
                      <a:pt x="259" y="69"/>
                    </a:cubicBezTo>
                    <a:cubicBezTo>
                      <a:pt x="221" y="40"/>
                      <a:pt x="166" y="16"/>
                      <a:pt x="126" y="1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23"/>
              <p:cNvSpPr/>
              <p:nvPr/>
            </p:nvSpPr>
            <p:spPr>
              <a:xfrm>
                <a:off x="7113588" y="1614488"/>
                <a:ext cx="847724" cy="971550"/>
              </a:xfrm>
              <a:custGeom>
                <a:rect b="b" l="l" r="r" t="t"/>
                <a:pathLst>
                  <a:path extrusionOk="0" h="970" w="847">
                    <a:moveTo>
                      <a:pt x="378" y="970"/>
                    </a:moveTo>
                    <a:cubicBezTo>
                      <a:pt x="278" y="970"/>
                      <a:pt x="211" y="810"/>
                      <a:pt x="196" y="736"/>
                    </a:cubicBezTo>
                    <a:cubicBezTo>
                      <a:pt x="179" y="654"/>
                      <a:pt x="62" y="513"/>
                      <a:pt x="13" y="456"/>
                    </a:cubicBezTo>
                    <a:cubicBezTo>
                      <a:pt x="3" y="445"/>
                      <a:pt x="0" y="431"/>
                      <a:pt x="4" y="414"/>
                    </a:cubicBezTo>
                    <a:cubicBezTo>
                      <a:pt x="16" y="354"/>
                      <a:pt x="112" y="270"/>
                      <a:pt x="194" y="231"/>
                    </a:cubicBezTo>
                    <a:cubicBezTo>
                      <a:pt x="300" y="180"/>
                      <a:pt x="564" y="36"/>
                      <a:pt x="568" y="33"/>
                    </a:cubicBezTo>
                    <a:cubicBezTo>
                      <a:pt x="615" y="6"/>
                      <a:pt x="660" y="0"/>
                      <a:pt x="695" y="17"/>
                    </a:cubicBezTo>
                    <a:cubicBezTo>
                      <a:pt x="725" y="31"/>
                      <a:pt x="746" y="61"/>
                      <a:pt x="751" y="97"/>
                    </a:cubicBezTo>
                    <a:cubicBezTo>
                      <a:pt x="753" y="109"/>
                      <a:pt x="755" y="123"/>
                      <a:pt x="757" y="139"/>
                    </a:cubicBezTo>
                    <a:cubicBezTo>
                      <a:pt x="768" y="221"/>
                      <a:pt x="787" y="357"/>
                      <a:pt x="811" y="409"/>
                    </a:cubicBezTo>
                    <a:cubicBezTo>
                      <a:pt x="841" y="478"/>
                      <a:pt x="847" y="629"/>
                      <a:pt x="751" y="674"/>
                    </a:cubicBezTo>
                    <a:cubicBezTo>
                      <a:pt x="681" y="706"/>
                      <a:pt x="628" y="789"/>
                      <a:pt x="609" y="823"/>
                    </a:cubicBezTo>
                    <a:cubicBezTo>
                      <a:pt x="580" y="874"/>
                      <a:pt x="479" y="966"/>
                      <a:pt x="382" y="969"/>
                    </a:cubicBezTo>
                    <a:cubicBezTo>
                      <a:pt x="381" y="970"/>
                      <a:pt x="380" y="970"/>
                      <a:pt x="378" y="970"/>
                    </a:cubicBezTo>
                    <a:close/>
                    <a:moveTo>
                      <a:pt x="651" y="12"/>
                    </a:moveTo>
                    <a:cubicBezTo>
                      <a:pt x="626" y="12"/>
                      <a:pt x="598" y="20"/>
                      <a:pt x="570" y="37"/>
                    </a:cubicBezTo>
                    <a:cubicBezTo>
                      <a:pt x="570" y="37"/>
                      <a:pt x="570" y="37"/>
                      <a:pt x="570" y="37"/>
                    </a:cubicBezTo>
                    <a:cubicBezTo>
                      <a:pt x="567" y="39"/>
                      <a:pt x="302" y="183"/>
                      <a:pt x="195" y="235"/>
                    </a:cubicBezTo>
                    <a:cubicBezTo>
                      <a:pt x="115" y="274"/>
                      <a:pt x="20" y="356"/>
                      <a:pt x="8" y="415"/>
                    </a:cubicBezTo>
                    <a:cubicBezTo>
                      <a:pt x="5" y="431"/>
                      <a:pt x="7" y="443"/>
                      <a:pt x="16" y="453"/>
                    </a:cubicBezTo>
                    <a:cubicBezTo>
                      <a:pt x="66" y="511"/>
                      <a:pt x="183" y="653"/>
                      <a:pt x="200" y="735"/>
                    </a:cubicBezTo>
                    <a:cubicBezTo>
                      <a:pt x="215" y="808"/>
                      <a:pt x="281" y="965"/>
                      <a:pt x="378" y="965"/>
                    </a:cubicBezTo>
                    <a:cubicBezTo>
                      <a:pt x="379" y="965"/>
                      <a:pt x="381" y="965"/>
                      <a:pt x="382" y="965"/>
                    </a:cubicBezTo>
                    <a:cubicBezTo>
                      <a:pt x="477" y="962"/>
                      <a:pt x="577" y="871"/>
                      <a:pt x="605" y="821"/>
                    </a:cubicBezTo>
                    <a:cubicBezTo>
                      <a:pt x="625" y="787"/>
                      <a:pt x="678" y="703"/>
                      <a:pt x="749" y="670"/>
                    </a:cubicBezTo>
                    <a:cubicBezTo>
                      <a:pt x="843" y="626"/>
                      <a:pt x="837" y="478"/>
                      <a:pt x="807" y="411"/>
                    </a:cubicBezTo>
                    <a:cubicBezTo>
                      <a:pt x="783" y="358"/>
                      <a:pt x="764" y="221"/>
                      <a:pt x="753" y="139"/>
                    </a:cubicBezTo>
                    <a:cubicBezTo>
                      <a:pt x="751" y="123"/>
                      <a:pt x="749" y="109"/>
                      <a:pt x="747" y="98"/>
                    </a:cubicBezTo>
                    <a:cubicBezTo>
                      <a:pt x="742" y="63"/>
                      <a:pt x="722" y="35"/>
                      <a:pt x="693" y="21"/>
                    </a:cubicBezTo>
                    <a:cubicBezTo>
                      <a:pt x="680" y="15"/>
                      <a:pt x="666" y="12"/>
                      <a:pt x="651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34" name="Google Shape;934;p23"/>
          <p:cNvGrpSpPr/>
          <p:nvPr/>
        </p:nvGrpSpPr>
        <p:grpSpPr>
          <a:xfrm flipH="1" rot="-606453">
            <a:off x="7005515" y="3955594"/>
            <a:ext cx="2579252" cy="1012872"/>
            <a:chOff x="-49250" y="4319475"/>
            <a:chExt cx="2579200" cy="1012851"/>
          </a:xfrm>
        </p:grpSpPr>
        <p:pic>
          <p:nvPicPr>
            <p:cNvPr id="935" name="Google Shape;935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4091104">
              <a:off x="1951240" y="4698435"/>
              <a:ext cx="402770" cy="6516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6" name="Google Shape;936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49250" y="4319475"/>
              <a:ext cx="911450" cy="9558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8" name="Google Shape;938;p24"/>
          <p:cNvGrpSpPr/>
          <p:nvPr/>
        </p:nvGrpSpPr>
        <p:grpSpPr>
          <a:xfrm>
            <a:off x="-1327495" y="-1880341"/>
            <a:ext cx="12993435" cy="9236613"/>
            <a:chOff x="-1327495" y="-1880341"/>
            <a:chExt cx="12993435" cy="9236613"/>
          </a:xfrm>
        </p:grpSpPr>
        <p:sp>
          <p:nvSpPr>
            <p:cNvPr id="939" name="Google Shape;939;p24"/>
            <p:cNvSpPr/>
            <p:nvPr/>
          </p:nvSpPr>
          <p:spPr>
            <a:xfrm rot="-6299999">
              <a:off x="-719640" y="1637615"/>
              <a:ext cx="1606584" cy="1477887"/>
            </a:xfrm>
            <a:custGeom>
              <a:rect b="b" l="l" r="r" t="t"/>
              <a:pathLst>
                <a:path extrusionOk="0" h="1091" w="1189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24"/>
            <p:cNvSpPr/>
            <p:nvPr/>
          </p:nvSpPr>
          <p:spPr>
            <a:xfrm rot="-6300000">
              <a:off x="-1030392" y="-1433126"/>
              <a:ext cx="3399769" cy="3223903"/>
            </a:xfrm>
            <a:custGeom>
              <a:rect b="b" l="l" r="r" t="t"/>
              <a:pathLst>
                <a:path extrusionOk="0" h="2383" w="2514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24"/>
            <p:cNvSpPr/>
            <p:nvPr/>
          </p:nvSpPr>
          <p:spPr>
            <a:xfrm rot="-6300000">
              <a:off x="-928007" y="-1178606"/>
              <a:ext cx="3103763" cy="2797047"/>
            </a:xfrm>
            <a:custGeom>
              <a:rect b="b" l="l" r="r" t="t"/>
              <a:pathLst>
                <a:path extrusionOk="0" h="2067" w="2295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24"/>
            <p:cNvSpPr/>
            <p:nvPr/>
          </p:nvSpPr>
          <p:spPr>
            <a:xfrm rot="-6299999">
              <a:off x="-465479" y="429269"/>
              <a:ext cx="707839" cy="697117"/>
            </a:xfrm>
            <a:custGeom>
              <a:rect b="b" l="l" r="r" t="t"/>
              <a:pathLst>
                <a:path extrusionOk="0" h="514" w="524">
                  <a:moveTo>
                    <a:pt x="233" y="514"/>
                  </a:moveTo>
                  <a:cubicBezTo>
                    <a:pt x="222" y="514"/>
                    <a:pt x="211" y="513"/>
                    <a:pt x="201" y="513"/>
                  </a:cubicBezTo>
                  <a:cubicBezTo>
                    <a:pt x="118" y="507"/>
                    <a:pt x="56" y="417"/>
                    <a:pt x="22" y="252"/>
                  </a:cubicBezTo>
                  <a:cubicBezTo>
                    <a:pt x="0" y="147"/>
                    <a:pt x="68" y="52"/>
                    <a:pt x="182" y="25"/>
                  </a:cubicBezTo>
                  <a:cubicBezTo>
                    <a:pt x="291" y="0"/>
                    <a:pt x="363" y="57"/>
                    <a:pt x="391" y="115"/>
                  </a:cubicBezTo>
                  <a:cubicBezTo>
                    <a:pt x="391" y="115"/>
                    <a:pt x="391" y="115"/>
                    <a:pt x="391" y="115"/>
                  </a:cubicBezTo>
                  <a:cubicBezTo>
                    <a:pt x="399" y="129"/>
                    <a:pt x="413" y="147"/>
                    <a:pt x="429" y="168"/>
                  </a:cubicBezTo>
                  <a:cubicBezTo>
                    <a:pt x="469" y="220"/>
                    <a:pt x="524" y="291"/>
                    <a:pt x="524" y="374"/>
                  </a:cubicBezTo>
                  <a:cubicBezTo>
                    <a:pt x="524" y="400"/>
                    <a:pt x="514" y="423"/>
                    <a:pt x="493" y="443"/>
                  </a:cubicBezTo>
                  <a:cubicBezTo>
                    <a:pt x="435" y="496"/>
                    <a:pt x="315" y="514"/>
                    <a:pt x="233" y="514"/>
                  </a:cubicBezTo>
                  <a:close/>
                  <a:moveTo>
                    <a:pt x="233" y="23"/>
                  </a:moveTo>
                  <a:cubicBezTo>
                    <a:pt x="217" y="23"/>
                    <a:pt x="201" y="25"/>
                    <a:pt x="183" y="29"/>
                  </a:cubicBezTo>
                  <a:cubicBezTo>
                    <a:pt x="71" y="55"/>
                    <a:pt x="5" y="149"/>
                    <a:pt x="26" y="252"/>
                  </a:cubicBezTo>
                  <a:cubicBezTo>
                    <a:pt x="49" y="365"/>
                    <a:pt x="99" y="501"/>
                    <a:pt x="201" y="508"/>
                  </a:cubicBezTo>
                  <a:cubicBezTo>
                    <a:pt x="279" y="514"/>
                    <a:pt x="425" y="500"/>
                    <a:pt x="490" y="439"/>
                  </a:cubicBezTo>
                  <a:cubicBezTo>
                    <a:pt x="510" y="421"/>
                    <a:pt x="520" y="398"/>
                    <a:pt x="520" y="374"/>
                  </a:cubicBezTo>
                  <a:cubicBezTo>
                    <a:pt x="520" y="293"/>
                    <a:pt x="465" y="222"/>
                    <a:pt x="425" y="171"/>
                  </a:cubicBezTo>
                  <a:cubicBezTo>
                    <a:pt x="409" y="150"/>
                    <a:pt x="395" y="131"/>
                    <a:pt x="388" y="116"/>
                  </a:cubicBezTo>
                  <a:cubicBezTo>
                    <a:pt x="388" y="116"/>
                    <a:pt x="388" y="116"/>
                    <a:pt x="388" y="116"/>
                  </a:cubicBezTo>
                  <a:cubicBezTo>
                    <a:pt x="364" y="70"/>
                    <a:pt x="312" y="23"/>
                    <a:pt x="233" y="2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24"/>
            <p:cNvSpPr/>
            <p:nvPr/>
          </p:nvSpPr>
          <p:spPr>
            <a:xfrm rot="-6300001">
              <a:off x="-242071" y="-1145801"/>
              <a:ext cx="1930469" cy="1947637"/>
            </a:xfrm>
            <a:custGeom>
              <a:rect b="b" l="l" r="r" t="t"/>
              <a:pathLst>
                <a:path extrusionOk="0" h="1439" w="1428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24"/>
            <p:cNvSpPr/>
            <p:nvPr/>
          </p:nvSpPr>
          <p:spPr>
            <a:xfrm rot="-6300000">
              <a:off x="-344029" y="651924"/>
              <a:ext cx="371079" cy="332471"/>
            </a:xfrm>
            <a:custGeom>
              <a:rect b="b" l="l" r="r" t="t"/>
              <a:pathLst>
                <a:path extrusionOk="0" h="246" w="275">
                  <a:moveTo>
                    <a:pt x="129" y="246"/>
                  </a:moveTo>
                  <a:cubicBezTo>
                    <a:pt x="110" y="246"/>
                    <a:pt x="92" y="243"/>
                    <a:pt x="77" y="239"/>
                  </a:cubicBezTo>
                  <a:cubicBezTo>
                    <a:pt x="49" y="231"/>
                    <a:pt x="30" y="218"/>
                    <a:pt x="21" y="202"/>
                  </a:cubicBezTo>
                  <a:cubicBezTo>
                    <a:pt x="1" y="160"/>
                    <a:pt x="0" y="82"/>
                    <a:pt x="85" y="40"/>
                  </a:cubicBezTo>
                  <a:cubicBezTo>
                    <a:pt x="166" y="0"/>
                    <a:pt x="197" y="53"/>
                    <a:pt x="222" y="97"/>
                  </a:cubicBezTo>
                  <a:cubicBezTo>
                    <a:pt x="224" y="100"/>
                    <a:pt x="224" y="100"/>
                    <a:pt x="224" y="100"/>
                  </a:cubicBezTo>
                  <a:cubicBezTo>
                    <a:pt x="249" y="142"/>
                    <a:pt x="275" y="186"/>
                    <a:pt x="213" y="225"/>
                  </a:cubicBezTo>
                  <a:cubicBezTo>
                    <a:pt x="188" y="240"/>
                    <a:pt x="158" y="246"/>
                    <a:pt x="129" y="246"/>
                  </a:cubicBezTo>
                  <a:close/>
                  <a:moveTo>
                    <a:pt x="137" y="30"/>
                  </a:moveTo>
                  <a:cubicBezTo>
                    <a:pt x="123" y="30"/>
                    <a:pt x="107" y="34"/>
                    <a:pt x="87" y="44"/>
                  </a:cubicBezTo>
                  <a:cubicBezTo>
                    <a:pt x="5" y="85"/>
                    <a:pt x="5" y="160"/>
                    <a:pt x="25" y="200"/>
                  </a:cubicBezTo>
                  <a:cubicBezTo>
                    <a:pt x="33" y="215"/>
                    <a:pt x="52" y="228"/>
                    <a:pt x="78" y="235"/>
                  </a:cubicBezTo>
                  <a:cubicBezTo>
                    <a:pt x="116" y="246"/>
                    <a:pt x="171" y="245"/>
                    <a:pt x="210" y="221"/>
                  </a:cubicBezTo>
                  <a:cubicBezTo>
                    <a:pt x="269" y="184"/>
                    <a:pt x="246" y="144"/>
                    <a:pt x="221" y="102"/>
                  </a:cubicBezTo>
                  <a:cubicBezTo>
                    <a:pt x="219" y="99"/>
                    <a:pt x="219" y="99"/>
                    <a:pt x="219" y="99"/>
                  </a:cubicBezTo>
                  <a:cubicBezTo>
                    <a:pt x="200" y="66"/>
                    <a:pt x="179" y="30"/>
                    <a:pt x="137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24"/>
            <p:cNvSpPr/>
            <p:nvPr/>
          </p:nvSpPr>
          <p:spPr>
            <a:xfrm rot="-6299998">
              <a:off x="-128244" y="-739262"/>
              <a:ext cx="1276257" cy="1108953"/>
            </a:xfrm>
            <a:custGeom>
              <a:rect b="b" l="l" r="r" t="t"/>
              <a:pathLst>
                <a:path extrusionOk="0" h="819" w="943">
                  <a:moveTo>
                    <a:pt x="448" y="775"/>
                  </a:moveTo>
                  <a:cubicBezTo>
                    <a:pt x="266" y="775"/>
                    <a:pt x="86" y="619"/>
                    <a:pt x="47" y="583"/>
                  </a:cubicBezTo>
                  <a:cubicBezTo>
                    <a:pt x="15" y="553"/>
                    <a:pt x="0" y="422"/>
                    <a:pt x="2" y="375"/>
                  </a:cubicBezTo>
                  <a:cubicBezTo>
                    <a:pt x="6" y="300"/>
                    <a:pt x="107" y="234"/>
                    <a:pt x="236" y="223"/>
                  </a:cubicBezTo>
                  <a:cubicBezTo>
                    <a:pt x="360" y="212"/>
                    <a:pt x="455" y="58"/>
                    <a:pt x="456" y="56"/>
                  </a:cubicBezTo>
                  <a:cubicBezTo>
                    <a:pt x="457" y="56"/>
                    <a:pt x="457" y="56"/>
                    <a:pt x="457" y="56"/>
                  </a:cubicBezTo>
                  <a:cubicBezTo>
                    <a:pt x="495" y="18"/>
                    <a:pt x="543" y="0"/>
                    <a:pt x="600" y="4"/>
                  </a:cubicBezTo>
                  <a:cubicBezTo>
                    <a:pt x="703" y="10"/>
                    <a:pt x="813" y="86"/>
                    <a:pt x="869" y="158"/>
                  </a:cubicBezTo>
                  <a:cubicBezTo>
                    <a:pt x="943" y="255"/>
                    <a:pt x="923" y="352"/>
                    <a:pt x="905" y="437"/>
                  </a:cubicBezTo>
                  <a:cubicBezTo>
                    <a:pt x="902" y="450"/>
                    <a:pt x="900" y="462"/>
                    <a:pt x="897" y="474"/>
                  </a:cubicBezTo>
                  <a:cubicBezTo>
                    <a:pt x="879" y="571"/>
                    <a:pt x="736" y="706"/>
                    <a:pt x="526" y="765"/>
                  </a:cubicBezTo>
                  <a:cubicBezTo>
                    <a:pt x="500" y="772"/>
                    <a:pt x="474" y="775"/>
                    <a:pt x="448" y="775"/>
                  </a:cubicBezTo>
                  <a:close/>
                  <a:moveTo>
                    <a:pt x="460" y="58"/>
                  </a:moveTo>
                  <a:cubicBezTo>
                    <a:pt x="456" y="65"/>
                    <a:pt x="361" y="217"/>
                    <a:pt x="236" y="227"/>
                  </a:cubicBezTo>
                  <a:cubicBezTo>
                    <a:pt x="111" y="238"/>
                    <a:pt x="10" y="303"/>
                    <a:pt x="7" y="375"/>
                  </a:cubicBezTo>
                  <a:cubicBezTo>
                    <a:pt x="4" y="421"/>
                    <a:pt x="19" y="552"/>
                    <a:pt x="50" y="580"/>
                  </a:cubicBezTo>
                  <a:cubicBezTo>
                    <a:pt x="77" y="605"/>
                    <a:pt x="317" y="819"/>
                    <a:pt x="525" y="761"/>
                  </a:cubicBezTo>
                  <a:cubicBezTo>
                    <a:pt x="733" y="702"/>
                    <a:pt x="876" y="569"/>
                    <a:pt x="893" y="474"/>
                  </a:cubicBezTo>
                  <a:cubicBezTo>
                    <a:pt x="896" y="461"/>
                    <a:pt x="898" y="449"/>
                    <a:pt x="901" y="436"/>
                  </a:cubicBezTo>
                  <a:cubicBezTo>
                    <a:pt x="919" y="352"/>
                    <a:pt x="939" y="256"/>
                    <a:pt x="865" y="161"/>
                  </a:cubicBezTo>
                  <a:cubicBezTo>
                    <a:pt x="811" y="90"/>
                    <a:pt x="702" y="14"/>
                    <a:pt x="600" y="8"/>
                  </a:cubicBezTo>
                  <a:cubicBezTo>
                    <a:pt x="544" y="4"/>
                    <a:pt x="497" y="21"/>
                    <a:pt x="460" y="5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24"/>
            <p:cNvSpPr/>
            <p:nvPr/>
          </p:nvSpPr>
          <p:spPr>
            <a:xfrm rot="-6300002">
              <a:off x="1140665" y="-208360"/>
              <a:ext cx="542677" cy="407545"/>
            </a:xfrm>
            <a:custGeom>
              <a:rect b="b" l="l" r="r" t="t"/>
              <a:pathLst>
                <a:path extrusionOk="0" h="302" w="401">
                  <a:moveTo>
                    <a:pt x="282" y="284"/>
                  </a:moveTo>
                  <a:cubicBezTo>
                    <a:pt x="187" y="284"/>
                    <a:pt x="59" y="256"/>
                    <a:pt x="26" y="240"/>
                  </a:cubicBezTo>
                  <a:cubicBezTo>
                    <a:pt x="14" y="234"/>
                    <a:pt x="6" y="220"/>
                    <a:pt x="4" y="199"/>
                  </a:cubicBezTo>
                  <a:cubicBezTo>
                    <a:pt x="0" y="151"/>
                    <a:pt x="27" y="73"/>
                    <a:pt x="74" y="37"/>
                  </a:cubicBezTo>
                  <a:cubicBezTo>
                    <a:pt x="123" y="0"/>
                    <a:pt x="192" y="35"/>
                    <a:pt x="253" y="66"/>
                  </a:cubicBezTo>
                  <a:cubicBezTo>
                    <a:pt x="272" y="76"/>
                    <a:pt x="291" y="85"/>
                    <a:pt x="308" y="92"/>
                  </a:cubicBezTo>
                  <a:cubicBezTo>
                    <a:pt x="356" y="111"/>
                    <a:pt x="396" y="163"/>
                    <a:pt x="399" y="209"/>
                  </a:cubicBezTo>
                  <a:cubicBezTo>
                    <a:pt x="401" y="236"/>
                    <a:pt x="390" y="257"/>
                    <a:pt x="368" y="269"/>
                  </a:cubicBezTo>
                  <a:cubicBezTo>
                    <a:pt x="349" y="280"/>
                    <a:pt x="318" y="284"/>
                    <a:pt x="282" y="284"/>
                  </a:cubicBezTo>
                  <a:close/>
                  <a:moveTo>
                    <a:pt x="124" y="25"/>
                  </a:moveTo>
                  <a:cubicBezTo>
                    <a:pt x="107" y="25"/>
                    <a:pt x="91" y="29"/>
                    <a:pt x="76" y="40"/>
                  </a:cubicBezTo>
                  <a:cubicBezTo>
                    <a:pt x="31" y="75"/>
                    <a:pt x="4" y="152"/>
                    <a:pt x="9" y="199"/>
                  </a:cubicBezTo>
                  <a:cubicBezTo>
                    <a:pt x="10" y="212"/>
                    <a:pt x="14" y="229"/>
                    <a:pt x="28" y="236"/>
                  </a:cubicBezTo>
                  <a:cubicBezTo>
                    <a:pt x="72" y="258"/>
                    <a:pt x="301" y="302"/>
                    <a:pt x="366" y="266"/>
                  </a:cubicBezTo>
                  <a:cubicBezTo>
                    <a:pt x="392" y="251"/>
                    <a:pt x="396" y="227"/>
                    <a:pt x="395" y="210"/>
                  </a:cubicBezTo>
                  <a:cubicBezTo>
                    <a:pt x="392" y="165"/>
                    <a:pt x="353" y="114"/>
                    <a:pt x="307" y="96"/>
                  </a:cubicBezTo>
                  <a:cubicBezTo>
                    <a:pt x="307" y="96"/>
                    <a:pt x="307" y="96"/>
                    <a:pt x="307" y="96"/>
                  </a:cubicBezTo>
                  <a:cubicBezTo>
                    <a:pt x="289" y="89"/>
                    <a:pt x="270" y="79"/>
                    <a:pt x="251" y="69"/>
                  </a:cubicBezTo>
                  <a:cubicBezTo>
                    <a:pt x="207" y="47"/>
                    <a:pt x="163" y="25"/>
                    <a:pt x="124" y="2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24"/>
            <p:cNvSpPr/>
            <p:nvPr/>
          </p:nvSpPr>
          <p:spPr>
            <a:xfrm rot="-6300002">
              <a:off x="153189" y="-448064"/>
              <a:ext cx="868711" cy="542678"/>
            </a:xfrm>
            <a:custGeom>
              <a:rect b="b" l="l" r="r" t="t"/>
              <a:pathLst>
                <a:path extrusionOk="0" h="401" w="643">
                  <a:moveTo>
                    <a:pt x="308" y="393"/>
                  </a:moveTo>
                  <a:cubicBezTo>
                    <a:pt x="234" y="393"/>
                    <a:pt x="125" y="338"/>
                    <a:pt x="63" y="302"/>
                  </a:cubicBezTo>
                  <a:cubicBezTo>
                    <a:pt x="8" y="271"/>
                    <a:pt x="0" y="169"/>
                    <a:pt x="32" y="111"/>
                  </a:cubicBezTo>
                  <a:cubicBezTo>
                    <a:pt x="64" y="55"/>
                    <a:pt x="137" y="67"/>
                    <a:pt x="186" y="75"/>
                  </a:cubicBezTo>
                  <a:cubicBezTo>
                    <a:pt x="190" y="76"/>
                    <a:pt x="193" y="76"/>
                    <a:pt x="197" y="77"/>
                  </a:cubicBezTo>
                  <a:cubicBezTo>
                    <a:pt x="242" y="84"/>
                    <a:pt x="338" y="75"/>
                    <a:pt x="395" y="40"/>
                  </a:cubicBezTo>
                  <a:cubicBezTo>
                    <a:pt x="462" y="0"/>
                    <a:pt x="558" y="101"/>
                    <a:pt x="586" y="133"/>
                  </a:cubicBezTo>
                  <a:cubicBezTo>
                    <a:pt x="643" y="199"/>
                    <a:pt x="612" y="259"/>
                    <a:pt x="579" y="305"/>
                  </a:cubicBezTo>
                  <a:cubicBezTo>
                    <a:pt x="543" y="354"/>
                    <a:pt x="444" y="371"/>
                    <a:pt x="365" y="385"/>
                  </a:cubicBezTo>
                  <a:cubicBezTo>
                    <a:pt x="352" y="387"/>
                    <a:pt x="341" y="389"/>
                    <a:pt x="330" y="391"/>
                  </a:cubicBezTo>
                  <a:cubicBezTo>
                    <a:pt x="323" y="392"/>
                    <a:pt x="316" y="393"/>
                    <a:pt x="308" y="393"/>
                  </a:cubicBezTo>
                  <a:close/>
                  <a:moveTo>
                    <a:pt x="121" y="72"/>
                  </a:moveTo>
                  <a:cubicBezTo>
                    <a:pt x="87" y="72"/>
                    <a:pt x="54" y="81"/>
                    <a:pt x="36" y="113"/>
                  </a:cubicBezTo>
                  <a:cubicBezTo>
                    <a:pt x="5" y="169"/>
                    <a:pt x="13" y="269"/>
                    <a:pt x="65" y="299"/>
                  </a:cubicBezTo>
                  <a:cubicBezTo>
                    <a:pt x="133" y="337"/>
                    <a:pt x="258" y="401"/>
                    <a:pt x="329" y="387"/>
                  </a:cubicBezTo>
                  <a:cubicBezTo>
                    <a:pt x="340" y="385"/>
                    <a:pt x="352" y="383"/>
                    <a:pt x="364" y="381"/>
                  </a:cubicBezTo>
                  <a:cubicBezTo>
                    <a:pt x="439" y="368"/>
                    <a:pt x="541" y="350"/>
                    <a:pt x="575" y="303"/>
                  </a:cubicBezTo>
                  <a:cubicBezTo>
                    <a:pt x="624" y="236"/>
                    <a:pt x="627" y="186"/>
                    <a:pt x="583" y="136"/>
                  </a:cubicBezTo>
                  <a:cubicBezTo>
                    <a:pt x="555" y="104"/>
                    <a:pt x="461" y="5"/>
                    <a:pt x="397" y="44"/>
                  </a:cubicBezTo>
                  <a:cubicBezTo>
                    <a:pt x="339" y="79"/>
                    <a:pt x="242" y="88"/>
                    <a:pt x="196" y="81"/>
                  </a:cubicBezTo>
                  <a:cubicBezTo>
                    <a:pt x="193" y="80"/>
                    <a:pt x="189" y="80"/>
                    <a:pt x="185" y="79"/>
                  </a:cubicBezTo>
                  <a:cubicBezTo>
                    <a:pt x="166" y="76"/>
                    <a:pt x="144" y="72"/>
                    <a:pt x="121" y="7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24"/>
            <p:cNvSpPr/>
            <p:nvPr/>
          </p:nvSpPr>
          <p:spPr>
            <a:xfrm rot="-6300000">
              <a:off x="1292521" y="818321"/>
              <a:ext cx="1443561" cy="1730992"/>
            </a:xfrm>
            <a:custGeom>
              <a:rect b="b" l="l" r="r" t="t"/>
              <a:pathLst>
                <a:path extrusionOk="0" h="1278" w="1068">
                  <a:moveTo>
                    <a:pt x="352" y="1268"/>
                  </a:moveTo>
                  <a:cubicBezTo>
                    <a:pt x="320" y="1268"/>
                    <a:pt x="292" y="1258"/>
                    <a:pt x="270" y="1247"/>
                  </a:cubicBezTo>
                  <a:cubicBezTo>
                    <a:pt x="208" y="1215"/>
                    <a:pt x="165" y="1155"/>
                    <a:pt x="162" y="1117"/>
                  </a:cubicBezTo>
                  <a:cubicBezTo>
                    <a:pt x="157" y="1070"/>
                    <a:pt x="116" y="967"/>
                    <a:pt x="77" y="868"/>
                  </a:cubicBezTo>
                  <a:cubicBezTo>
                    <a:pt x="60" y="823"/>
                    <a:pt x="43" y="781"/>
                    <a:pt x="30" y="745"/>
                  </a:cubicBezTo>
                  <a:cubicBezTo>
                    <a:pt x="0" y="662"/>
                    <a:pt x="46" y="568"/>
                    <a:pt x="162" y="475"/>
                  </a:cubicBezTo>
                  <a:cubicBezTo>
                    <a:pt x="220" y="429"/>
                    <a:pt x="310" y="297"/>
                    <a:pt x="321" y="195"/>
                  </a:cubicBezTo>
                  <a:cubicBezTo>
                    <a:pt x="330" y="100"/>
                    <a:pt x="442" y="58"/>
                    <a:pt x="510" y="33"/>
                  </a:cubicBezTo>
                  <a:cubicBezTo>
                    <a:pt x="515" y="31"/>
                    <a:pt x="521" y="29"/>
                    <a:pt x="526" y="27"/>
                  </a:cubicBezTo>
                  <a:cubicBezTo>
                    <a:pt x="594" y="0"/>
                    <a:pt x="888" y="104"/>
                    <a:pt x="957" y="179"/>
                  </a:cubicBezTo>
                  <a:cubicBezTo>
                    <a:pt x="1026" y="256"/>
                    <a:pt x="1040" y="366"/>
                    <a:pt x="1054" y="473"/>
                  </a:cubicBezTo>
                  <a:cubicBezTo>
                    <a:pt x="1068" y="582"/>
                    <a:pt x="964" y="810"/>
                    <a:pt x="863" y="894"/>
                  </a:cubicBezTo>
                  <a:cubicBezTo>
                    <a:pt x="835" y="917"/>
                    <a:pt x="800" y="948"/>
                    <a:pt x="760" y="984"/>
                  </a:cubicBezTo>
                  <a:cubicBezTo>
                    <a:pt x="657" y="1076"/>
                    <a:pt x="529" y="1190"/>
                    <a:pt x="434" y="1245"/>
                  </a:cubicBezTo>
                  <a:cubicBezTo>
                    <a:pt x="405" y="1262"/>
                    <a:pt x="377" y="1268"/>
                    <a:pt x="352" y="1268"/>
                  </a:cubicBezTo>
                  <a:close/>
                  <a:moveTo>
                    <a:pt x="555" y="27"/>
                  </a:moveTo>
                  <a:cubicBezTo>
                    <a:pt x="543" y="27"/>
                    <a:pt x="534" y="28"/>
                    <a:pt x="527" y="31"/>
                  </a:cubicBezTo>
                  <a:cubicBezTo>
                    <a:pt x="522" y="33"/>
                    <a:pt x="517" y="35"/>
                    <a:pt x="511" y="37"/>
                  </a:cubicBezTo>
                  <a:cubicBezTo>
                    <a:pt x="445" y="62"/>
                    <a:pt x="334" y="103"/>
                    <a:pt x="325" y="195"/>
                  </a:cubicBezTo>
                  <a:cubicBezTo>
                    <a:pt x="314" y="299"/>
                    <a:pt x="223" y="432"/>
                    <a:pt x="165" y="479"/>
                  </a:cubicBezTo>
                  <a:cubicBezTo>
                    <a:pt x="50" y="570"/>
                    <a:pt x="5" y="662"/>
                    <a:pt x="34" y="744"/>
                  </a:cubicBezTo>
                  <a:cubicBezTo>
                    <a:pt x="47" y="779"/>
                    <a:pt x="64" y="821"/>
                    <a:pt x="81" y="866"/>
                  </a:cubicBezTo>
                  <a:cubicBezTo>
                    <a:pt x="120" y="966"/>
                    <a:pt x="161" y="1069"/>
                    <a:pt x="166" y="1116"/>
                  </a:cubicBezTo>
                  <a:cubicBezTo>
                    <a:pt x="169" y="1153"/>
                    <a:pt x="211" y="1212"/>
                    <a:pt x="272" y="1243"/>
                  </a:cubicBezTo>
                  <a:cubicBezTo>
                    <a:pt x="310" y="1263"/>
                    <a:pt x="368" y="1278"/>
                    <a:pt x="432" y="1241"/>
                  </a:cubicBezTo>
                  <a:cubicBezTo>
                    <a:pt x="527" y="1187"/>
                    <a:pt x="654" y="1073"/>
                    <a:pt x="757" y="981"/>
                  </a:cubicBezTo>
                  <a:cubicBezTo>
                    <a:pt x="798" y="945"/>
                    <a:pt x="832" y="914"/>
                    <a:pt x="860" y="891"/>
                  </a:cubicBezTo>
                  <a:cubicBezTo>
                    <a:pt x="961" y="808"/>
                    <a:pt x="1064" y="581"/>
                    <a:pt x="1050" y="474"/>
                  </a:cubicBezTo>
                  <a:cubicBezTo>
                    <a:pt x="1036" y="367"/>
                    <a:pt x="1022" y="257"/>
                    <a:pt x="954" y="182"/>
                  </a:cubicBezTo>
                  <a:cubicBezTo>
                    <a:pt x="916" y="141"/>
                    <a:pt x="818" y="96"/>
                    <a:pt x="739" y="69"/>
                  </a:cubicBezTo>
                  <a:cubicBezTo>
                    <a:pt x="662" y="42"/>
                    <a:pt x="595" y="27"/>
                    <a:pt x="555" y="2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24"/>
            <p:cNvSpPr/>
            <p:nvPr/>
          </p:nvSpPr>
          <p:spPr>
            <a:xfrm rot="8898568">
              <a:off x="9790939" y="4282687"/>
              <a:ext cx="1606583" cy="1477889"/>
            </a:xfrm>
            <a:custGeom>
              <a:rect b="b" l="l" r="r" t="t"/>
              <a:pathLst>
                <a:path extrusionOk="0" h="1091" w="1189">
                  <a:moveTo>
                    <a:pt x="212" y="1079"/>
                  </a:moveTo>
                  <a:cubicBezTo>
                    <a:pt x="167" y="1079"/>
                    <a:pt x="123" y="1072"/>
                    <a:pt x="88" y="1058"/>
                  </a:cubicBezTo>
                  <a:cubicBezTo>
                    <a:pt x="41" y="1040"/>
                    <a:pt x="13" y="1012"/>
                    <a:pt x="9" y="976"/>
                  </a:cubicBezTo>
                  <a:cubicBezTo>
                    <a:pt x="0" y="900"/>
                    <a:pt x="44" y="812"/>
                    <a:pt x="87" y="727"/>
                  </a:cubicBezTo>
                  <a:cubicBezTo>
                    <a:pt x="112" y="676"/>
                    <a:pt x="139" y="622"/>
                    <a:pt x="153" y="573"/>
                  </a:cubicBezTo>
                  <a:cubicBezTo>
                    <a:pt x="177" y="487"/>
                    <a:pt x="162" y="423"/>
                    <a:pt x="147" y="356"/>
                  </a:cubicBezTo>
                  <a:cubicBezTo>
                    <a:pt x="139" y="322"/>
                    <a:pt x="131" y="287"/>
                    <a:pt x="128" y="247"/>
                  </a:cubicBezTo>
                  <a:cubicBezTo>
                    <a:pt x="117" y="127"/>
                    <a:pt x="298" y="25"/>
                    <a:pt x="363" y="12"/>
                  </a:cubicBezTo>
                  <a:cubicBezTo>
                    <a:pt x="363" y="12"/>
                    <a:pt x="363" y="12"/>
                    <a:pt x="363" y="12"/>
                  </a:cubicBezTo>
                  <a:cubicBezTo>
                    <a:pt x="420" y="0"/>
                    <a:pt x="541" y="12"/>
                    <a:pt x="791" y="138"/>
                  </a:cubicBezTo>
                  <a:cubicBezTo>
                    <a:pt x="825" y="155"/>
                    <a:pt x="888" y="168"/>
                    <a:pt x="955" y="183"/>
                  </a:cubicBezTo>
                  <a:cubicBezTo>
                    <a:pt x="1025" y="198"/>
                    <a:pt x="1098" y="214"/>
                    <a:pt x="1136" y="234"/>
                  </a:cubicBezTo>
                  <a:cubicBezTo>
                    <a:pt x="1159" y="247"/>
                    <a:pt x="1174" y="274"/>
                    <a:pt x="1180" y="313"/>
                  </a:cubicBezTo>
                  <a:cubicBezTo>
                    <a:pt x="1189" y="380"/>
                    <a:pt x="1167" y="483"/>
                    <a:pt x="1108" y="543"/>
                  </a:cubicBezTo>
                  <a:cubicBezTo>
                    <a:pt x="1098" y="553"/>
                    <a:pt x="1098" y="553"/>
                    <a:pt x="1098" y="553"/>
                  </a:cubicBezTo>
                  <a:cubicBezTo>
                    <a:pt x="1018" y="633"/>
                    <a:pt x="909" y="742"/>
                    <a:pt x="805" y="766"/>
                  </a:cubicBezTo>
                  <a:cubicBezTo>
                    <a:pt x="722" y="785"/>
                    <a:pt x="595" y="869"/>
                    <a:pt x="429" y="1013"/>
                  </a:cubicBezTo>
                  <a:cubicBezTo>
                    <a:pt x="378" y="1058"/>
                    <a:pt x="292" y="1079"/>
                    <a:pt x="212" y="1079"/>
                  </a:cubicBezTo>
                  <a:close/>
                  <a:moveTo>
                    <a:pt x="401" y="12"/>
                  </a:moveTo>
                  <a:cubicBezTo>
                    <a:pt x="386" y="12"/>
                    <a:pt x="374" y="14"/>
                    <a:pt x="364" y="16"/>
                  </a:cubicBezTo>
                  <a:cubicBezTo>
                    <a:pt x="364" y="16"/>
                    <a:pt x="364" y="16"/>
                    <a:pt x="364" y="16"/>
                  </a:cubicBezTo>
                  <a:cubicBezTo>
                    <a:pt x="300" y="29"/>
                    <a:pt x="121" y="129"/>
                    <a:pt x="132" y="247"/>
                  </a:cubicBezTo>
                  <a:cubicBezTo>
                    <a:pt x="135" y="286"/>
                    <a:pt x="143" y="321"/>
                    <a:pt x="151" y="355"/>
                  </a:cubicBezTo>
                  <a:cubicBezTo>
                    <a:pt x="166" y="423"/>
                    <a:pt x="181" y="487"/>
                    <a:pt x="157" y="574"/>
                  </a:cubicBezTo>
                  <a:cubicBezTo>
                    <a:pt x="143" y="624"/>
                    <a:pt x="116" y="677"/>
                    <a:pt x="90" y="729"/>
                  </a:cubicBezTo>
                  <a:cubicBezTo>
                    <a:pt x="48" y="814"/>
                    <a:pt x="5" y="901"/>
                    <a:pt x="13" y="975"/>
                  </a:cubicBezTo>
                  <a:cubicBezTo>
                    <a:pt x="18" y="1018"/>
                    <a:pt x="58" y="1042"/>
                    <a:pt x="90" y="1055"/>
                  </a:cubicBezTo>
                  <a:cubicBezTo>
                    <a:pt x="183" y="1091"/>
                    <a:pt x="347" y="1079"/>
                    <a:pt x="426" y="1010"/>
                  </a:cubicBezTo>
                  <a:cubicBezTo>
                    <a:pt x="593" y="865"/>
                    <a:pt x="720" y="782"/>
                    <a:pt x="804" y="762"/>
                  </a:cubicBezTo>
                  <a:cubicBezTo>
                    <a:pt x="907" y="738"/>
                    <a:pt x="1015" y="629"/>
                    <a:pt x="1095" y="550"/>
                  </a:cubicBezTo>
                  <a:cubicBezTo>
                    <a:pt x="1105" y="540"/>
                    <a:pt x="1105" y="540"/>
                    <a:pt x="1105" y="540"/>
                  </a:cubicBezTo>
                  <a:cubicBezTo>
                    <a:pt x="1163" y="481"/>
                    <a:pt x="1185" y="380"/>
                    <a:pt x="1175" y="314"/>
                  </a:cubicBezTo>
                  <a:cubicBezTo>
                    <a:pt x="1170" y="276"/>
                    <a:pt x="1156" y="250"/>
                    <a:pt x="1134" y="238"/>
                  </a:cubicBezTo>
                  <a:cubicBezTo>
                    <a:pt x="1097" y="218"/>
                    <a:pt x="1024" y="202"/>
                    <a:pt x="954" y="187"/>
                  </a:cubicBezTo>
                  <a:cubicBezTo>
                    <a:pt x="887" y="172"/>
                    <a:pt x="824" y="159"/>
                    <a:pt x="789" y="141"/>
                  </a:cubicBezTo>
                  <a:cubicBezTo>
                    <a:pt x="585" y="39"/>
                    <a:pt x="468" y="12"/>
                    <a:pt x="401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24"/>
            <p:cNvSpPr/>
            <p:nvPr/>
          </p:nvSpPr>
          <p:spPr>
            <a:xfrm rot="8898566">
              <a:off x="10116368" y="4626983"/>
              <a:ext cx="1005990" cy="952369"/>
            </a:xfrm>
            <a:custGeom>
              <a:rect b="b" l="l" r="r" t="t"/>
              <a:pathLst>
                <a:path extrusionOk="0" h="705" w="744">
                  <a:moveTo>
                    <a:pt x="140" y="688"/>
                  </a:moveTo>
                  <a:cubicBezTo>
                    <a:pt x="96" y="688"/>
                    <a:pt x="57" y="671"/>
                    <a:pt x="34" y="644"/>
                  </a:cubicBezTo>
                  <a:cubicBezTo>
                    <a:pt x="0" y="604"/>
                    <a:pt x="35" y="515"/>
                    <a:pt x="62" y="450"/>
                  </a:cubicBezTo>
                  <a:cubicBezTo>
                    <a:pt x="69" y="431"/>
                    <a:pt x="76" y="415"/>
                    <a:pt x="80" y="402"/>
                  </a:cubicBezTo>
                  <a:cubicBezTo>
                    <a:pt x="109" y="309"/>
                    <a:pt x="86" y="229"/>
                    <a:pt x="67" y="164"/>
                  </a:cubicBezTo>
                  <a:cubicBezTo>
                    <a:pt x="62" y="148"/>
                    <a:pt x="58" y="133"/>
                    <a:pt x="55" y="119"/>
                  </a:cubicBezTo>
                  <a:cubicBezTo>
                    <a:pt x="48" y="88"/>
                    <a:pt x="60" y="53"/>
                    <a:pt x="87" y="30"/>
                  </a:cubicBezTo>
                  <a:cubicBezTo>
                    <a:pt x="114" y="6"/>
                    <a:pt x="149" y="0"/>
                    <a:pt x="183" y="13"/>
                  </a:cubicBezTo>
                  <a:cubicBezTo>
                    <a:pt x="207" y="21"/>
                    <a:pt x="236" y="39"/>
                    <a:pt x="267" y="58"/>
                  </a:cubicBezTo>
                  <a:cubicBezTo>
                    <a:pt x="338" y="100"/>
                    <a:pt x="426" y="153"/>
                    <a:pt x="498" y="138"/>
                  </a:cubicBezTo>
                  <a:cubicBezTo>
                    <a:pt x="596" y="118"/>
                    <a:pt x="691" y="142"/>
                    <a:pt x="730" y="196"/>
                  </a:cubicBezTo>
                  <a:cubicBezTo>
                    <a:pt x="741" y="211"/>
                    <a:pt x="744" y="228"/>
                    <a:pt x="740" y="246"/>
                  </a:cubicBezTo>
                  <a:cubicBezTo>
                    <a:pt x="731" y="286"/>
                    <a:pt x="685" y="331"/>
                    <a:pt x="607" y="375"/>
                  </a:cubicBezTo>
                  <a:cubicBezTo>
                    <a:pt x="519" y="425"/>
                    <a:pt x="415" y="515"/>
                    <a:pt x="331" y="588"/>
                  </a:cubicBezTo>
                  <a:cubicBezTo>
                    <a:pt x="312" y="604"/>
                    <a:pt x="294" y="619"/>
                    <a:pt x="277" y="634"/>
                  </a:cubicBezTo>
                  <a:cubicBezTo>
                    <a:pt x="232" y="672"/>
                    <a:pt x="183" y="688"/>
                    <a:pt x="140" y="688"/>
                  </a:cubicBezTo>
                  <a:close/>
                  <a:moveTo>
                    <a:pt x="148" y="10"/>
                  </a:moveTo>
                  <a:cubicBezTo>
                    <a:pt x="127" y="10"/>
                    <a:pt x="106" y="18"/>
                    <a:pt x="89" y="33"/>
                  </a:cubicBezTo>
                  <a:cubicBezTo>
                    <a:pt x="64" y="55"/>
                    <a:pt x="52" y="89"/>
                    <a:pt x="59" y="118"/>
                  </a:cubicBezTo>
                  <a:cubicBezTo>
                    <a:pt x="62" y="132"/>
                    <a:pt x="66" y="147"/>
                    <a:pt x="71" y="163"/>
                  </a:cubicBezTo>
                  <a:cubicBezTo>
                    <a:pt x="90" y="228"/>
                    <a:pt x="113" y="309"/>
                    <a:pt x="84" y="403"/>
                  </a:cubicBezTo>
                  <a:cubicBezTo>
                    <a:pt x="80" y="416"/>
                    <a:pt x="73" y="433"/>
                    <a:pt x="66" y="452"/>
                  </a:cubicBezTo>
                  <a:cubicBezTo>
                    <a:pt x="40" y="516"/>
                    <a:pt x="4" y="603"/>
                    <a:pt x="37" y="641"/>
                  </a:cubicBezTo>
                  <a:cubicBezTo>
                    <a:pt x="82" y="694"/>
                    <a:pt x="186" y="705"/>
                    <a:pt x="275" y="630"/>
                  </a:cubicBezTo>
                  <a:cubicBezTo>
                    <a:pt x="291" y="616"/>
                    <a:pt x="309" y="601"/>
                    <a:pt x="328" y="584"/>
                  </a:cubicBezTo>
                  <a:cubicBezTo>
                    <a:pt x="412" y="512"/>
                    <a:pt x="517" y="422"/>
                    <a:pt x="605" y="372"/>
                  </a:cubicBezTo>
                  <a:cubicBezTo>
                    <a:pt x="682" y="328"/>
                    <a:pt x="727" y="284"/>
                    <a:pt x="736" y="245"/>
                  </a:cubicBezTo>
                  <a:cubicBezTo>
                    <a:pt x="740" y="229"/>
                    <a:pt x="736" y="213"/>
                    <a:pt x="726" y="199"/>
                  </a:cubicBezTo>
                  <a:cubicBezTo>
                    <a:pt x="688" y="146"/>
                    <a:pt x="595" y="122"/>
                    <a:pt x="499" y="142"/>
                  </a:cubicBezTo>
                  <a:cubicBezTo>
                    <a:pt x="498" y="140"/>
                    <a:pt x="498" y="140"/>
                    <a:pt x="498" y="140"/>
                  </a:cubicBezTo>
                  <a:cubicBezTo>
                    <a:pt x="499" y="142"/>
                    <a:pt x="499" y="142"/>
                    <a:pt x="499" y="142"/>
                  </a:cubicBezTo>
                  <a:cubicBezTo>
                    <a:pt x="426" y="157"/>
                    <a:pt x="337" y="104"/>
                    <a:pt x="265" y="61"/>
                  </a:cubicBezTo>
                  <a:cubicBezTo>
                    <a:pt x="234" y="43"/>
                    <a:pt x="205" y="25"/>
                    <a:pt x="182" y="16"/>
                  </a:cubicBezTo>
                  <a:cubicBezTo>
                    <a:pt x="171" y="12"/>
                    <a:pt x="159" y="10"/>
                    <a:pt x="148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24"/>
            <p:cNvSpPr/>
            <p:nvPr/>
          </p:nvSpPr>
          <p:spPr>
            <a:xfrm rot="8898568">
              <a:off x="10497123" y="4808699"/>
              <a:ext cx="360354" cy="356065"/>
            </a:xfrm>
            <a:custGeom>
              <a:rect b="b" l="l" r="r" t="t"/>
              <a:pathLst>
                <a:path extrusionOk="0" h="264" w="265">
                  <a:moveTo>
                    <a:pt x="74" y="242"/>
                  </a:moveTo>
                  <a:cubicBezTo>
                    <a:pt x="58" y="242"/>
                    <a:pt x="45" y="238"/>
                    <a:pt x="34" y="230"/>
                  </a:cubicBezTo>
                  <a:cubicBezTo>
                    <a:pt x="16" y="216"/>
                    <a:pt x="6" y="196"/>
                    <a:pt x="4" y="172"/>
                  </a:cubicBezTo>
                  <a:cubicBezTo>
                    <a:pt x="0" y="135"/>
                    <a:pt x="17" y="90"/>
                    <a:pt x="48" y="54"/>
                  </a:cubicBezTo>
                  <a:cubicBezTo>
                    <a:pt x="95" y="0"/>
                    <a:pt x="200" y="14"/>
                    <a:pt x="204" y="14"/>
                  </a:cubicBezTo>
                  <a:cubicBezTo>
                    <a:pt x="204" y="14"/>
                    <a:pt x="204" y="14"/>
                    <a:pt x="204" y="14"/>
                  </a:cubicBezTo>
                  <a:cubicBezTo>
                    <a:pt x="235" y="21"/>
                    <a:pt x="249" y="43"/>
                    <a:pt x="254" y="60"/>
                  </a:cubicBezTo>
                  <a:cubicBezTo>
                    <a:pt x="265" y="91"/>
                    <a:pt x="258" y="133"/>
                    <a:pt x="238" y="158"/>
                  </a:cubicBezTo>
                  <a:cubicBezTo>
                    <a:pt x="211" y="191"/>
                    <a:pt x="131" y="242"/>
                    <a:pt x="74" y="242"/>
                  </a:cubicBezTo>
                  <a:close/>
                  <a:moveTo>
                    <a:pt x="173" y="17"/>
                  </a:moveTo>
                  <a:cubicBezTo>
                    <a:pt x="137" y="17"/>
                    <a:pt x="81" y="23"/>
                    <a:pt x="51" y="57"/>
                  </a:cubicBezTo>
                  <a:cubicBezTo>
                    <a:pt x="21" y="92"/>
                    <a:pt x="4" y="136"/>
                    <a:pt x="8" y="172"/>
                  </a:cubicBezTo>
                  <a:cubicBezTo>
                    <a:pt x="10" y="195"/>
                    <a:pt x="20" y="213"/>
                    <a:pt x="37" y="226"/>
                  </a:cubicBezTo>
                  <a:cubicBezTo>
                    <a:pt x="85" y="264"/>
                    <a:pt x="202" y="195"/>
                    <a:pt x="235" y="155"/>
                  </a:cubicBezTo>
                  <a:cubicBezTo>
                    <a:pt x="254" y="131"/>
                    <a:pt x="261" y="91"/>
                    <a:pt x="251" y="61"/>
                  </a:cubicBezTo>
                  <a:cubicBezTo>
                    <a:pt x="245" y="45"/>
                    <a:pt x="232" y="25"/>
                    <a:pt x="204" y="18"/>
                  </a:cubicBezTo>
                  <a:cubicBezTo>
                    <a:pt x="202" y="18"/>
                    <a:pt x="190" y="17"/>
                    <a:pt x="173" y="1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24"/>
            <p:cNvSpPr/>
            <p:nvPr/>
          </p:nvSpPr>
          <p:spPr>
            <a:xfrm rot="8898568">
              <a:off x="6620952" y="3479712"/>
              <a:ext cx="3399765" cy="3223904"/>
            </a:xfrm>
            <a:custGeom>
              <a:rect b="b" l="l" r="r" t="t"/>
              <a:pathLst>
                <a:path extrusionOk="0" h="2383" w="2514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24"/>
            <p:cNvSpPr/>
            <p:nvPr/>
          </p:nvSpPr>
          <p:spPr>
            <a:xfrm rot="8898564">
              <a:off x="6821414" y="3725039"/>
              <a:ext cx="3103762" cy="2797048"/>
            </a:xfrm>
            <a:custGeom>
              <a:rect b="b" l="l" r="r" t="t"/>
              <a:pathLst>
                <a:path extrusionOk="0" h="2067" w="2295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24"/>
            <p:cNvSpPr/>
            <p:nvPr/>
          </p:nvSpPr>
          <p:spPr>
            <a:xfrm rot="8898567">
              <a:off x="8764999" y="5319220"/>
              <a:ext cx="707839" cy="697117"/>
            </a:xfrm>
            <a:custGeom>
              <a:rect b="b" l="l" r="r" t="t"/>
              <a:pathLst>
                <a:path extrusionOk="0" h="514" w="524">
                  <a:moveTo>
                    <a:pt x="233" y="514"/>
                  </a:moveTo>
                  <a:cubicBezTo>
                    <a:pt x="222" y="514"/>
                    <a:pt x="211" y="513"/>
                    <a:pt x="201" y="513"/>
                  </a:cubicBezTo>
                  <a:cubicBezTo>
                    <a:pt x="118" y="507"/>
                    <a:pt x="56" y="417"/>
                    <a:pt x="22" y="252"/>
                  </a:cubicBezTo>
                  <a:cubicBezTo>
                    <a:pt x="0" y="147"/>
                    <a:pt x="68" y="52"/>
                    <a:pt x="182" y="25"/>
                  </a:cubicBezTo>
                  <a:cubicBezTo>
                    <a:pt x="291" y="0"/>
                    <a:pt x="363" y="57"/>
                    <a:pt x="391" y="115"/>
                  </a:cubicBezTo>
                  <a:cubicBezTo>
                    <a:pt x="391" y="115"/>
                    <a:pt x="391" y="115"/>
                    <a:pt x="391" y="115"/>
                  </a:cubicBezTo>
                  <a:cubicBezTo>
                    <a:pt x="399" y="129"/>
                    <a:pt x="413" y="147"/>
                    <a:pt x="429" y="168"/>
                  </a:cubicBezTo>
                  <a:cubicBezTo>
                    <a:pt x="469" y="220"/>
                    <a:pt x="524" y="291"/>
                    <a:pt x="524" y="374"/>
                  </a:cubicBezTo>
                  <a:cubicBezTo>
                    <a:pt x="524" y="400"/>
                    <a:pt x="514" y="423"/>
                    <a:pt x="493" y="443"/>
                  </a:cubicBezTo>
                  <a:cubicBezTo>
                    <a:pt x="435" y="496"/>
                    <a:pt x="315" y="514"/>
                    <a:pt x="233" y="514"/>
                  </a:cubicBezTo>
                  <a:close/>
                  <a:moveTo>
                    <a:pt x="233" y="23"/>
                  </a:moveTo>
                  <a:cubicBezTo>
                    <a:pt x="217" y="23"/>
                    <a:pt x="201" y="25"/>
                    <a:pt x="183" y="29"/>
                  </a:cubicBezTo>
                  <a:cubicBezTo>
                    <a:pt x="71" y="55"/>
                    <a:pt x="5" y="149"/>
                    <a:pt x="26" y="252"/>
                  </a:cubicBezTo>
                  <a:cubicBezTo>
                    <a:pt x="49" y="365"/>
                    <a:pt x="99" y="501"/>
                    <a:pt x="201" y="508"/>
                  </a:cubicBezTo>
                  <a:cubicBezTo>
                    <a:pt x="279" y="514"/>
                    <a:pt x="425" y="500"/>
                    <a:pt x="490" y="439"/>
                  </a:cubicBezTo>
                  <a:cubicBezTo>
                    <a:pt x="510" y="421"/>
                    <a:pt x="520" y="398"/>
                    <a:pt x="520" y="374"/>
                  </a:cubicBezTo>
                  <a:cubicBezTo>
                    <a:pt x="520" y="293"/>
                    <a:pt x="465" y="222"/>
                    <a:pt x="425" y="171"/>
                  </a:cubicBezTo>
                  <a:cubicBezTo>
                    <a:pt x="409" y="150"/>
                    <a:pt x="395" y="131"/>
                    <a:pt x="388" y="116"/>
                  </a:cubicBezTo>
                  <a:cubicBezTo>
                    <a:pt x="388" y="116"/>
                    <a:pt x="388" y="116"/>
                    <a:pt x="388" y="116"/>
                  </a:cubicBezTo>
                  <a:cubicBezTo>
                    <a:pt x="364" y="70"/>
                    <a:pt x="312" y="23"/>
                    <a:pt x="233" y="2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24"/>
            <p:cNvSpPr/>
            <p:nvPr/>
          </p:nvSpPr>
          <p:spPr>
            <a:xfrm rot="8898564">
              <a:off x="9280198" y="4706986"/>
              <a:ext cx="497633" cy="253107"/>
            </a:xfrm>
            <a:custGeom>
              <a:rect b="b" l="l" r="r" t="t"/>
              <a:pathLst>
                <a:path extrusionOk="0" h="187" w="368">
                  <a:moveTo>
                    <a:pt x="130" y="185"/>
                  </a:moveTo>
                  <a:cubicBezTo>
                    <a:pt x="93" y="185"/>
                    <a:pt x="53" y="178"/>
                    <a:pt x="28" y="155"/>
                  </a:cubicBezTo>
                  <a:cubicBezTo>
                    <a:pt x="9" y="137"/>
                    <a:pt x="0" y="113"/>
                    <a:pt x="3" y="82"/>
                  </a:cubicBezTo>
                  <a:cubicBezTo>
                    <a:pt x="8" y="11"/>
                    <a:pt x="82" y="11"/>
                    <a:pt x="147" y="11"/>
                  </a:cubicBezTo>
                  <a:cubicBezTo>
                    <a:pt x="173" y="10"/>
                    <a:pt x="198" y="10"/>
                    <a:pt x="218" y="6"/>
                  </a:cubicBezTo>
                  <a:cubicBezTo>
                    <a:pt x="218" y="6"/>
                    <a:pt x="218" y="6"/>
                    <a:pt x="218" y="6"/>
                  </a:cubicBezTo>
                  <a:cubicBezTo>
                    <a:pt x="249" y="0"/>
                    <a:pt x="282" y="9"/>
                    <a:pt x="311" y="31"/>
                  </a:cubicBezTo>
                  <a:cubicBezTo>
                    <a:pt x="341" y="53"/>
                    <a:pt x="363" y="87"/>
                    <a:pt x="365" y="115"/>
                  </a:cubicBezTo>
                  <a:cubicBezTo>
                    <a:pt x="368" y="156"/>
                    <a:pt x="312" y="164"/>
                    <a:pt x="240" y="173"/>
                  </a:cubicBezTo>
                  <a:cubicBezTo>
                    <a:pt x="224" y="175"/>
                    <a:pt x="207" y="177"/>
                    <a:pt x="190" y="180"/>
                  </a:cubicBezTo>
                  <a:cubicBezTo>
                    <a:pt x="174" y="183"/>
                    <a:pt x="153" y="185"/>
                    <a:pt x="130" y="185"/>
                  </a:cubicBezTo>
                  <a:close/>
                  <a:moveTo>
                    <a:pt x="219" y="10"/>
                  </a:moveTo>
                  <a:cubicBezTo>
                    <a:pt x="198" y="15"/>
                    <a:pt x="173" y="15"/>
                    <a:pt x="147" y="15"/>
                  </a:cubicBezTo>
                  <a:cubicBezTo>
                    <a:pt x="81" y="15"/>
                    <a:pt x="12" y="15"/>
                    <a:pt x="7" y="82"/>
                  </a:cubicBezTo>
                  <a:cubicBezTo>
                    <a:pt x="5" y="112"/>
                    <a:pt x="12" y="135"/>
                    <a:pt x="30" y="152"/>
                  </a:cubicBezTo>
                  <a:cubicBezTo>
                    <a:pt x="60" y="179"/>
                    <a:pt x="117" y="187"/>
                    <a:pt x="189" y="176"/>
                  </a:cubicBezTo>
                  <a:cubicBezTo>
                    <a:pt x="206" y="173"/>
                    <a:pt x="223" y="171"/>
                    <a:pt x="240" y="169"/>
                  </a:cubicBezTo>
                  <a:cubicBezTo>
                    <a:pt x="309" y="160"/>
                    <a:pt x="364" y="153"/>
                    <a:pt x="361" y="116"/>
                  </a:cubicBezTo>
                  <a:cubicBezTo>
                    <a:pt x="359" y="89"/>
                    <a:pt x="337" y="56"/>
                    <a:pt x="309" y="34"/>
                  </a:cubicBezTo>
                  <a:cubicBezTo>
                    <a:pt x="281" y="13"/>
                    <a:pt x="249" y="4"/>
                    <a:pt x="219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24"/>
            <p:cNvSpPr/>
            <p:nvPr/>
          </p:nvSpPr>
          <p:spPr>
            <a:xfrm rot="8898565">
              <a:off x="7004155" y="4167194"/>
              <a:ext cx="1930470" cy="1947636"/>
            </a:xfrm>
            <a:custGeom>
              <a:rect b="b" l="l" r="r" t="t"/>
              <a:pathLst>
                <a:path extrusionOk="0" h="1439" w="1428">
                  <a:moveTo>
                    <a:pt x="527" y="1417"/>
                  </a:moveTo>
                  <a:cubicBezTo>
                    <a:pt x="397" y="1417"/>
                    <a:pt x="261" y="1399"/>
                    <a:pt x="201" y="1375"/>
                  </a:cubicBezTo>
                  <a:cubicBezTo>
                    <a:pt x="106" y="1337"/>
                    <a:pt x="151" y="1168"/>
                    <a:pt x="184" y="1044"/>
                  </a:cubicBezTo>
                  <a:cubicBezTo>
                    <a:pt x="190" y="1021"/>
                    <a:pt x="195" y="1000"/>
                    <a:pt x="200" y="981"/>
                  </a:cubicBezTo>
                  <a:cubicBezTo>
                    <a:pt x="213" y="922"/>
                    <a:pt x="157" y="837"/>
                    <a:pt x="103" y="754"/>
                  </a:cubicBezTo>
                  <a:cubicBezTo>
                    <a:pt x="52" y="677"/>
                    <a:pt x="0" y="597"/>
                    <a:pt x="0" y="535"/>
                  </a:cubicBezTo>
                  <a:cubicBezTo>
                    <a:pt x="0" y="410"/>
                    <a:pt x="187" y="349"/>
                    <a:pt x="305" y="341"/>
                  </a:cubicBezTo>
                  <a:cubicBezTo>
                    <a:pt x="406" y="334"/>
                    <a:pt x="480" y="287"/>
                    <a:pt x="569" y="176"/>
                  </a:cubicBezTo>
                  <a:cubicBezTo>
                    <a:pt x="612" y="122"/>
                    <a:pt x="712" y="67"/>
                    <a:pt x="825" y="35"/>
                  </a:cubicBezTo>
                  <a:cubicBezTo>
                    <a:pt x="946" y="0"/>
                    <a:pt x="1047" y="2"/>
                    <a:pt x="1096" y="39"/>
                  </a:cubicBezTo>
                  <a:cubicBezTo>
                    <a:pt x="1157" y="85"/>
                    <a:pt x="1357" y="246"/>
                    <a:pt x="1348" y="362"/>
                  </a:cubicBezTo>
                  <a:cubicBezTo>
                    <a:pt x="1341" y="460"/>
                    <a:pt x="1377" y="730"/>
                    <a:pt x="1414" y="852"/>
                  </a:cubicBezTo>
                  <a:cubicBezTo>
                    <a:pt x="1428" y="897"/>
                    <a:pt x="1419" y="947"/>
                    <a:pt x="1389" y="998"/>
                  </a:cubicBezTo>
                  <a:cubicBezTo>
                    <a:pt x="1346" y="1071"/>
                    <a:pt x="1265" y="1130"/>
                    <a:pt x="1188" y="1146"/>
                  </a:cubicBezTo>
                  <a:cubicBezTo>
                    <a:pt x="1057" y="1173"/>
                    <a:pt x="894" y="1294"/>
                    <a:pt x="808" y="1364"/>
                  </a:cubicBezTo>
                  <a:cubicBezTo>
                    <a:pt x="761" y="1402"/>
                    <a:pt x="647" y="1417"/>
                    <a:pt x="527" y="1417"/>
                  </a:cubicBezTo>
                  <a:close/>
                  <a:moveTo>
                    <a:pt x="983" y="14"/>
                  </a:moveTo>
                  <a:cubicBezTo>
                    <a:pt x="843" y="14"/>
                    <a:pt x="641" y="93"/>
                    <a:pt x="572" y="178"/>
                  </a:cubicBezTo>
                  <a:cubicBezTo>
                    <a:pt x="482" y="291"/>
                    <a:pt x="407" y="338"/>
                    <a:pt x="305" y="345"/>
                  </a:cubicBezTo>
                  <a:cubicBezTo>
                    <a:pt x="189" y="353"/>
                    <a:pt x="4" y="412"/>
                    <a:pt x="4" y="535"/>
                  </a:cubicBezTo>
                  <a:cubicBezTo>
                    <a:pt x="4" y="596"/>
                    <a:pt x="56" y="675"/>
                    <a:pt x="106" y="752"/>
                  </a:cubicBezTo>
                  <a:cubicBezTo>
                    <a:pt x="163" y="839"/>
                    <a:pt x="217" y="922"/>
                    <a:pt x="204" y="982"/>
                  </a:cubicBezTo>
                  <a:cubicBezTo>
                    <a:pt x="199" y="1001"/>
                    <a:pt x="194" y="1022"/>
                    <a:pt x="188" y="1045"/>
                  </a:cubicBezTo>
                  <a:cubicBezTo>
                    <a:pt x="155" y="1167"/>
                    <a:pt x="111" y="1335"/>
                    <a:pt x="202" y="1371"/>
                  </a:cubicBezTo>
                  <a:cubicBezTo>
                    <a:pt x="317" y="1417"/>
                    <a:pt x="709" y="1439"/>
                    <a:pt x="806" y="1360"/>
                  </a:cubicBezTo>
                  <a:cubicBezTo>
                    <a:pt x="891" y="1291"/>
                    <a:pt x="1055" y="1169"/>
                    <a:pt x="1187" y="1142"/>
                  </a:cubicBezTo>
                  <a:cubicBezTo>
                    <a:pt x="1263" y="1126"/>
                    <a:pt x="1343" y="1067"/>
                    <a:pt x="1386" y="995"/>
                  </a:cubicBezTo>
                  <a:cubicBezTo>
                    <a:pt x="1406" y="961"/>
                    <a:pt x="1427" y="908"/>
                    <a:pt x="1410" y="853"/>
                  </a:cubicBezTo>
                  <a:cubicBezTo>
                    <a:pt x="1373" y="731"/>
                    <a:pt x="1337" y="460"/>
                    <a:pt x="1344" y="361"/>
                  </a:cubicBezTo>
                  <a:cubicBezTo>
                    <a:pt x="1352" y="248"/>
                    <a:pt x="1154" y="88"/>
                    <a:pt x="1094" y="42"/>
                  </a:cubicBezTo>
                  <a:cubicBezTo>
                    <a:pt x="1068" y="23"/>
                    <a:pt x="1029" y="14"/>
                    <a:pt x="983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24"/>
            <p:cNvSpPr/>
            <p:nvPr/>
          </p:nvSpPr>
          <p:spPr>
            <a:xfrm rot="8898568">
              <a:off x="8985491" y="5534912"/>
              <a:ext cx="371079" cy="332471"/>
            </a:xfrm>
            <a:custGeom>
              <a:rect b="b" l="l" r="r" t="t"/>
              <a:pathLst>
                <a:path extrusionOk="0" h="246" w="275">
                  <a:moveTo>
                    <a:pt x="129" y="246"/>
                  </a:moveTo>
                  <a:cubicBezTo>
                    <a:pt x="110" y="246"/>
                    <a:pt x="92" y="243"/>
                    <a:pt x="77" y="239"/>
                  </a:cubicBezTo>
                  <a:cubicBezTo>
                    <a:pt x="49" y="231"/>
                    <a:pt x="30" y="218"/>
                    <a:pt x="21" y="202"/>
                  </a:cubicBezTo>
                  <a:cubicBezTo>
                    <a:pt x="1" y="160"/>
                    <a:pt x="0" y="82"/>
                    <a:pt x="85" y="40"/>
                  </a:cubicBezTo>
                  <a:cubicBezTo>
                    <a:pt x="166" y="0"/>
                    <a:pt x="197" y="53"/>
                    <a:pt x="222" y="97"/>
                  </a:cubicBezTo>
                  <a:cubicBezTo>
                    <a:pt x="224" y="100"/>
                    <a:pt x="224" y="100"/>
                    <a:pt x="224" y="100"/>
                  </a:cubicBezTo>
                  <a:cubicBezTo>
                    <a:pt x="249" y="142"/>
                    <a:pt x="275" y="186"/>
                    <a:pt x="213" y="225"/>
                  </a:cubicBezTo>
                  <a:cubicBezTo>
                    <a:pt x="188" y="240"/>
                    <a:pt x="158" y="246"/>
                    <a:pt x="129" y="246"/>
                  </a:cubicBezTo>
                  <a:close/>
                  <a:moveTo>
                    <a:pt x="137" y="30"/>
                  </a:moveTo>
                  <a:cubicBezTo>
                    <a:pt x="123" y="30"/>
                    <a:pt x="107" y="34"/>
                    <a:pt x="87" y="44"/>
                  </a:cubicBezTo>
                  <a:cubicBezTo>
                    <a:pt x="5" y="85"/>
                    <a:pt x="5" y="160"/>
                    <a:pt x="25" y="200"/>
                  </a:cubicBezTo>
                  <a:cubicBezTo>
                    <a:pt x="33" y="215"/>
                    <a:pt x="52" y="228"/>
                    <a:pt x="78" y="235"/>
                  </a:cubicBezTo>
                  <a:cubicBezTo>
                    <a:pt x="116" y="246"/>
                    <a:pt x="171" y="245"/>
                    <a:pt x="210" y="221"/>
                  </a:cubicBezTo>
                  <a:cubicBezTo>
                    <a:pt x="269" y="184"/>
                    <a:pt x="246" y="144"/>
                    <a:pt x="221" y="102"/>
                  </a:cubicBezTo>
                  <a:cubicBezTo>
                    <a:pt x="219" y="99"/>
                    <a:pt x="219" y="99"/>
                    <a:pt x="219" y="99"/>
                  </a:cubicBezTo>
                  <a:cubicBezTo>
                    <a:pt x="200" y="66"/>
                    <a:pt x="179" y="30"/>
                    <a:pt x="137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24"/>
            <p:cNvSpPr/>
            <p:nvPr/>
          </p:nvSpPr>
          <p:spPr>
            <a:xfrm rot="8898567">
              <a:off x="8830804" y="2987419"/>
              <a:ext cx="1038163" cy="1029588"/>
            </a:xfrm>
            <a:custGeom>
              <a:rect b="b" l="l" r="r" t="t"/>
              <a:pathLst>
                <a:path extrusionOk="0" h="762" w="768">
                  <a:moveTo>
                    <a:pt x="304" y="728"/>
                  </a:moveTo>
                  <a:cubicBezTo>
                    <a:pt x="252" y="728"/>
                    <a:pt x="198" y="698"/>
                    <a:pt x="139" y="653"/>
                  </a:cubicBezTo>
                  <a:cubicBezTo>
                    <a:pt x="39" y="576"/>
                    <a:pt x="0" y="418"/>
                    <a:pt x="58" y="328"/>
                  </a:cubicBezTo>
                  <a:cubicBezTo>
                    <a:pt x="80" y="295"/>
                    <a:pt x="99" y="270"/>
                    <a:pt x="115" y="248"/>
                  </a:cubicBezTo>
                  <a:cubicBezTo>
                    <a:pt x="145" y="209"/>
                    <a:pt x="168" y="178"/>
                    <a:pt x="189" y="128"/>
                  </a:cubicBezTo>
                  <a:cubicBezTo>
                    <a:pt x="226" y="39"/>
                    <a:pt x="306" y="3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378" y="1"/>
                    <a:pt x="592" y="19"/>
                    <a:pt x="652" y="82"/>
                  </a:cubicBezTo>
                  <a:cubicBezTo>
                    <a:pt x="713" y="145"/>
                    <a:pt x="768" y="289"/>
                    <a:pt x="713" y="393"/>
                  </a:cubicBezTo>
                  <a:cubicBezTo>
                    <a:pt x="682" y="451"/>
                    <a:pt x="628" y="493"/>
                    <a:pt x="571" y="538"/>
                  </a:cubicBezTo>
                  <a:cubicBezTo>
                    <a:pt x="527" y="573"/>
                    <a:pt x="481" y="609"/>
                    <a:pt x="438" y="657"/>
                  </a:cubicBezTo>
                  <a:cubicBezTo>
                    <a:pt x="392" y="707"/>
                    <a:pt x="349" y="728"/>
                    <a:pt x="304" y="728"/>
                  </a:cubicBezTo>
                  <a:close/>
                  <a:moveTo>
                    <a:pt x="369" y="4"/>
                  </a:moveTo>
                  <a:cubicBezTo>
                    <a:pt x="308" y="7"/>
                    <a:pt x="229" y="42"/>
                    <a:pt x="193" y="129"/>
                  </a:cubicBezTo>
                  <a:cubicBezTo>
                    <a:pt x="172" y="181"/>
                    <a:pt x="148" y="211"/>
                    <a:pt x="119" y="250"/>
                  </a:cubicBezTo>
                  <a:cubicBezTo>
                    <a:pt x="102" y="272"/>
                    <a:pt x="83" y="297"/>
                    <a:pt x="62" y="330"/>
                  </a:cubicBezTo>
                  <a:cubicBezTo>
                    <a:pt x="4" y="419"/>
                    <a:pt x="43" y="574"/>
                    <a:pt x="142" y="650"/>
                  </a:cubicBezTo>
                  <a:cubicBezTo>
                    <a:pt x="247" y="731"/>
                    <a:pt x="337" y="762"/>
                    <a:pt x="435" y="654"/>
                  </a:cubicBezTo>
                  <a:cubicBezTo>
                    <a:pt x="478" y="605"/>
                    <a:pt x="524" y="569"/>
                    <a:pt x="569" y="535"/>
                  </a:cubicBezTo>
                  <a:cubicBezTo>
                    <a:pt x="628" y="489"/>
                    <a:pt x="679" y="449"/>
                    <a:pt x="710" y="391"/>
                  </a:cubicBezTo>
                  <a:cubicBezTo>
                    <a:pt x="763" y="290"/>
                    <a:pt x="708" y="146"/>
                    <a:pt x="649" y="84"/>
                  </a:cubicBezTo>
                  <a:cubicBezTo>
                    <a:pt x="591" y="23"/>
                    <a:pt x="375" y="5"/>
                    <a:pt x="369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24"/>
            <p:cNvSpPr/>
            <p:nvPr/>
          </p:nvSpPr>
          <p:spPr>
            <a:xfrm rot="8898573">
              <a:off x="9217046" y="3222388"/>
              <a:ext cx="356064" cy="289573"/>
            </a:xfrm>
            <a:custGeom>
              <a:rect b="b" l="l" r="r" t="t"/>
              <a:pathLst>
                <a:path extrusionOk="0" h="213" w="263">
                  <a:moveTo>
                    <a:pt x="128" y="211"/>
                  </a:moveTo>
                  <a:cubicBezTo>
                    <a:pt x="125" y="211"/>
                    <a:pt x="122" y="210"/>
                    <a:pt x="119" y="210"/>
                  </a:cubicBezTo>
                  <a:cubicBezTo>
                    <a:pt x="82" y="203"/>
                    <a:pt x="20" y="190"/>
                    <a:pt x="10" y="130"/>
                  </a:cubicBezTo>
                  <a:cubicBezTo>
                    <a:pt x="0" y="68"/>
                    <a:pt x="71" y="30"/>
                    <a:pt x="114" y="13"/>
                  </a:cubicBezTo>
                  <a:cubicBezTo>
                    <a:pt x="114" y="13"/>
                    <a:pt x="114" y="13"/>
                    <a:pt x="114" y="13"/>
                  </a:cubicBezTo>
                  <a:cubicBezTo>
                    <a:pt x="147" y="0"/>
                    <a:pt x="201" y="25"/>
                    <a:pt x="233" y="57"/>
                  </a:cubicBezTo>
                  <a:cubicBezTo>
                    <a:pt x="254" y="79"/>
                    <a:pt x="263" y="101"/>
                    <a:pt x="256" y="118"/>
                  </a:cubicBezTo>
                  <a:cubicBezTo>
                    <a:pt x="238" y="162"/>
                    <a:pt x="169" y="211"/>
                    <a:pt x="128" y="211"/>
                  </a:cubicBezTo>
                  <a:close/>
                  <a:moveTo>
                    <a:pt x="134" y="14"/>
                  </a:moveTo>
                  <a:cubicBezTo>
                    <a:pt x="127" y="14"/>
                    <a:pt x="121" y="15"/>
                    <a:pt x="116" y="17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74" y="34"/>
                    <a:pt x="4" y="71"/>
                    <a:pt x="14" y="130"/>
                  </a:cubicBezTo>
                  <a:cubicBezTo>
                    <a:pt x="23" y="187"/>
                    <a:pt x="84" y="199"/>
                    <a:pt x="120" y="206"/>
                  </a:cubicBezTo>
                  <a:cubicBezTo>
                    <a:pt x="159" y="213"/>
                    <a:pt x="234" y="163"/>
                    <a:pt x="252" y="117"/>
                  </a:cubicBezTo>
                  <a:cubicBezTo>
                    <a:pt x="259" y="101"/>
                    <a:pt x="250" y="80"/>
                    <a:pt x="230" y="60"/>
                  </a:cubicBezTo>
                  <a:cubicBezTo>
                    <a:pt x="205" y="35"/>
                    <a:pt x="165" y="14"/>
                    <a:pt x="134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24"/>
            <p:cNvSpPr/>
            <p:nvPr/>
          </p:nvSpPr>
          <p:spPr>
            <a:xfrm rot="8898571">
              <a:off x="9015374" y="3145593"/>
              <a:ext cx="722855" cy="722857"/>
            </a:xfrm>
            <a:custGeom>
              <a:rect b="b" l="l" r="r" t="t"/>
              <a:pathLst>
                <a:path extrusionOk="0" h="534" w="535">
                  <a:moveTo>
                    <a:pt x="183" y="533"/>
                  </a:moveTo>
                  <a:cubicBezTo>
                    <a:pt x="179" y="533"/>
                    <a:pt x="175" y="532"/>
                    <a:pt x="171" y="532"/>
                  </a:cubicBezTo>
                  <a:cubicBezTo>
                    <a:pt x="116" y="525"/>
                    <a:pt x="0" y="417"/>
                    <a:pt x="7" y="351"/>
                  </a:cubicBezTo>
                  <a:cubicBezTo>
                    <a:pt x="17" y="262"/>
                    <a:pt x="64" y="213"/>
                    <a:pt x="95" y="181"/>
                  </a:cubicBezTo>
                  <a:cubicBezTo>
                    <a:pt x="136" y="138"/>
                    <a:pt x="160" y="109"/>
                    <a:pt x="207" y="41"/>
                  </a:cubicBezTo>
                  <a:cubicBezTo>
                    <a:pt x="221" y="20"/>
                    <a:pt x="246" y="8"/>
                    <a:pt x="281" y="5"/>
                  </a:cubicBezTo>
                  <a:cubicBezTo>
                    <a:pt x="344" y="0"/>
                    <a:pt x="432" y="29"/>
                    <a:pt x="468" y="67"/>
                  </a:cubicBezTo>
                  <a:cubicBezTo>
                    <a:pt x="516" y="117"/>
                    <a:pt x="535" y="230"/>
                    <a:pt x="502" y="271"/>
                  </a:cubicBezTo>
                  <a:cubicBezTo>
                    <a:pt x="486" y="291"/>
                    <a:pt x="456" y="324"/>
                    <a:pt x="424" y="360"/>
                  </a:cubicBezTo>
                  <a:cubicBezTo>
                    <a:pt x="394" y="392"/>
                    <a:pt x="363" y="426"/>
                    <a:pt x="344" y="450"/>
                  </a:cubicBezTo>
                  <a:cubicBezTo>
                    <a:pt x="305" y="497"/>
                    <a:pt x="234" y="533"/>
                    <a:pt x="183" y="533"/>
                  </a:cubicBezTo>
                  <a:close/>
                  <a:moveTo>
                    <a:pt x="297" y="9"/>
                  </a:moveTo>
                  <a:cubicBezTo>
                    <a:pt x="292" y="9"/>
                    <a:pt x="286" y="9"/>
                    <a:pt x="281" y="9"/>
                  </a:cubicBezTo>
                  <a:cubicBezTo>
                    <a:pt x="248" y="12"/>
                    <a:pt x="224" y="24"/>
                    <a:pt x="210" y="43"/>
                  </a:cubicBezTo>
                  <a:cubicBezTo>
                    <a:pt x="163" y="112"/>
                    <a:pt x="139" y="141"/>
                    <a:pt x="98" y="183"/>
                  </a:cubicBezTo>
                  <a:cubicBezTo>
                    <a:pt x="67" y="216"/>
                    <a:pt x="21" y="264"/>
                    <a:pt x="12" y="351"/>
                  </a:cubicBezTo>
                  <a:cubicBezTo>
                    <a:pt x="5" y="415"/>
                    <a:pt x="119" y="521"/>
                    <a:pt x="171" y="528"/>
                  </a:cubicBezTo>
                  <a:cubicBezTo>
                    <a:pt x="222" y="534"/>
                    <a:pt x="299" y="497"/>
                    <a:pt x="341" y="447"/>
                  </a:cubicBezTo>
                  <a:cubicBezTo>
                    <a:pt x="360" y="424"/>
                    <a:pt x="391" y="390"/>
                    <a:pt x="421" y="357"/>
                  </a:cubicBezTo>
                  <a:cubicBezTo>
                    <a:pt x="453" y="322"/>
                    <a:pt x="483" y="288"/>
                    <a:pt x="499" y="268"/>
                  </a:cubicBezTo>
                  <a:cubicBezTo>
                    <a:pt x="529" y="232"/>
                    <a:pt x="516" y="123"/>
                    <a:pt x="465" y="70"/>
                  </a:cubicBezTo>
                  <a:cubicBezTo>
                    <a:pt x="436" y="39"/>
                    <a:pt x="363" y="9"/>
                    <a:pt x="297" y="9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24"/>
            <p:cNvSpPr/>
            <p:nvPr/>
          </p:nvSpPr>
          <p:spPr>
            <a:xfrm rot="8898569">
              <a:off x="8654407" y="2505782"/>
              <a:ext cx="1443560" cy="1730991"/>
            </a:xfrm>
            <a:custGeom>
              <a:rect b="b" l="l" r="r" t="t"/>
              <a:pathLst>
                <a:path extrusionOk="0" h="1278" w="1068">
                  <a:moveTo>
                    <a:pt x="352" y="1268"/>
                  </a:moveTo>
                  <a:cubicBezTo>
                    <a:pt x="320" y="1268"/>
                    <a:pt x="292" y="1258"/>
                    <a:pt x="270" y="1247"/>
                  </a:cubicBezTo>
                  <a:cubicBezTo>
                    <a:pt x="208" y="1215"/>
                    <a:pt x="165" y="1155"/>
                    <a:pt x="162" y="1117"/>
                  </a:cubicBezTo>
                  <a:cubicBezTo>
                    <a:pt x="157" y="1070"/>
                    <a:pt x="116" y="967"/>
                    <a:pt x="77" y="868"/>
                  </a:cubicBezTo>
                  <a:cubicBezTo>
                    <a:pt x="60" y="823"/>
                    <a:pt x="43" y="781"/>
                    <a:pt x="30" y="745"/>
                  </a:cubicBezTo>
                  <a:cubicBezTo>
                    <a:pt x="0" y="662"/>
                    <a:pt x="46" y="568"/>
                    <a:pt x="162" y="475"/>
                  </a:cubicBezTo>
                  <a:cubicBezTo>
                    <a:pt x="220" y="429"/>
                    <a:pt x="310" y="297"/>
                    <a:pt x="321" y="195"/>
                  </a:cubicBezTo>
                  <a:cubicBezTo>
                    <a:pt x="330" y="100"/>
                    <a:pt x="442" y="58"/>
                    <a:pt x="510" y="33"/>
                  </a:cubicBezTo>
                  <a:cubicBezTo>
                    <a:pt x="515" y="31"/>
                    <a:pt x="521" y="29"/>
                    <a:pt x="526" y="27"/>
                  </a:cubicBezTo>
                  <a:cubicBezTo>
                    <a:pt x="594" y="0"/>
                    <a:pt x="888" y="104"/>
                    <a:pt x="957" y="179"/>
                  </a:cubicBezTo>
                  <a:cubicBezTo>
                    <a:pt x="1026" y="256"/>
                    <a:pt x="1040" y="366"/>
                    <a:pt x="1054" y="473"/>
                  </a:cubicBezTo>
                  <a:cubicBezTo>
                    <a:pt x="1068" y="582"/>
                    <a:pt x="964" y="810"/>
                    <a:pt x="863" y="894"/>
                  </a:cubicBezTo>
                  <a:cubicBezTo>
                    <a:pt x="835" y="917"/>
                    <a:pt x="800" y="948"/>
                    <a:pt x="760" y="984"/>
                  </a:cubicBezTo>
                  <a:cubicBezTo>
                    <a:pt x="657" y="1076"/>
                    <a:pt x="529" y="1190"/>
                    <a:pt x="434" y="1245"/>
                  </a:cubicBezTo>
                  <a:cubicBezTo>
                    <a:pt x="405" y="1262"/>
                    <a:pt x="377" y="1268"/>
                    <a:pt x="352" y="1268"/>
                  </a:cubicBezTo>
                  <a:close/>
                  <a:moveTo>
                    <a:pt x="555" y="27"/>
                  </a:moveTo>
                  <a:cubicBezTo>
                    <a:pt x="543" y="27"/>
                    <a:pt x="534" y="28"/>
                    <a:pt x="527" y="31"/>
                  </a:cubicBezTo>
                  <a:cubicBezTo>
                    <a:pt x="522" y="33"/>
                    <a:pt x="517" y="35"/>
                    <a:pt x="511" y="37"/>
                  </a:cubicBezTo>
                  <a:cubicBezTo>
                    <a:pt x="445" y="62"/>
                    <a:pt x="334" y="103"/>
                    <a:pt x="325" y="195"/>
                  </a:cubicBezTo>
                  <a:cubicBezTo>
                    <a:pt x="314" y="299"/>
                    <a:pt x="223" y="432"/>
                    <a:pt x="165" y="479"/>
                  </a:cubicBezTo>
                  <a:cubicBezTo>
                    <a:pt x="50" y="570"/>
                    <a:pt x="5" y="662"/>
                    <a:pt x="34" y="744"/>
                  </a:cubicBezTo>
                  <a:cubicBezTo>
                    <a:pt x="47" y="779"/>
                    <a:pt x="64" y="821"/>
                    <a:pt x="81" y="866"/>
                  </a:cubicBezTo>
                  <a:cubicBezTo>
                    <a:pt x="120" y="966"/>
                    <a:pt x="161" y="1069"/>
                    <a:pt x="166" y="1116"/>
                  </a:cubicBezTo>
                  <a:cubicBezTo>
                    <a:pt x="169" y="1153"/>
                    <a:pt x="211" y="1212"/>
                    <a:pt x="272" y="1243"/>
                  </a:cubicBezTo>
                  <a:cubicBezTo>
                    <a:pt x="310" y="1263"/>
                    <a:pt x="368" y="1278"/>
                    <a:pt x="432" y="1241"/>
                  </a:cubicBezTo>
                  <a:cubicBezTo>
                    <a:pt x="527" y="1187"/>
                    <a:pt x="654" y="1073"/>
                    <a:pt x="757" y="981"/>
                  </a:cubicBezTo>
                  <a:cubicBezTo>
                    <a:pt x="798" y="945"/>
                    <a:pt x="832" y="914"/>
                    <a:pt x="860" y="891"/>
                  </a:cubicBezTo>
                  <a:cubicBezTo>
                    <a:pt x="961" y="808"/>
                    <a:pt x="1064" y="581"/>
                    <a:pt x="1050" y="474"/>
                  </a:cubicBezTo>
                  <a:cubicBezTo>
                    <a:pt x="1036" y="367"/>
                    <a:pt x="1022" y="257"/>
                    <a:pt x="954" y="182"/>
                  </a:cubicBezTo>
                  <a:cubicBezTo>
                    <a:pt x="916" y="141"/>
                    <a:pt x="818" y="96"/>
                    <a:pt x="739" y="69"/>
                  </a:cubicBezTo>
                  <a:cubicBezTo>
                    <a:pt x="662" y="42"/>
                    <a:pt x="595" y="27"/>
                    <a:pt x="555" y="2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2" name="Google Shape;962;p24"/>
          <p:cNvGrpSpPr/>
          <p:nvPr/>
        </p:nvGrpSpPr>
        <p:grpSpPr>
          <a:xfrm>
            <a:off x="3229900" y="-1397741"/>
            <a:ext cx="8436059" cy="4071003"/>
            <a:chOff x="0" y="2771776"/>
            <a:chExt cx="5156200" cy="3062286"/>
          </a:xfrm>
        </p:grpSpPr>
        <p:sp>
          <p:nvSpPr>
            <p:cNvPr id="963" name="Google Shape;963;p24"/>
            <p:cNvSpPr/>
            <p:nvPr/>
          </p:nvSpPr>
          <p:spPr>
            <a:xfrm>
              <a:off x="1962150" y="3011488"/>
              <a:ext cx="2797178" cy="2262189"/>
            </a:xfrm>
            <a:custGeom>
              <a:rect b="b" l="l" r="r" t="t"/>
              <a:pathLst>
                <a:path extrusionOk="0" h="2258" w="2794">
                  <a:moveTo>
                    <a:pt x="2762" y="417"/>
                  </a:moveTo>
                  <a:cubicBezTo>
                    <a:pt x="2729" y="392"/>
                    <a:pt x="2705" y="397"/>
                    <a:pt x="2705" y="397"/>
                  </a:cubicBezTo>
                  <a:cubicBezTo>
                    <a:pt x="2705" y="397"/>
                    <a:pt x="2734" y="437"/>
                    <a:pt x="2692" y="393"/>
                  </a:cubicBezTo>
                  <a:cubicBezTo>
                    <a:pt x="2650" y="350"/>
                    <a:pt x="2570" y="316"/>
                    <a:pt x="2570" y="316"/>
                  </a:cubicBezTo>
                  <a:cubicBezTo>
                    <a:pt x="2570" y="316"/>
                    <a:pt x="2525" y="318"/>
                    <a:pt x="2517" y="309"/>
                  </a:cubicBezTo>
                  <a:cubicBezTo>
                    <a:pt x="2508" y="299"/>
                    <a:pt x="2464" y="297"/>
                    <a:pt x="2482" y="317"/>
                  </a:cubicBezTo>
                  <a:cubicBezTo>
                    <a:pt x="2501" y="337"/>
                    <a:pt x="2501" y="346"/>
                    <a:pt x="2483" y="344"/>
                  </a:cubicBezTo>
                  <a:cubicBezTo>
                    <a:pt x="2465" y="342"/>
                    <a:pt x="2461" y="323"/>
                    <a:pt x="2461" y="323"/>
                  </a:cubicBezTo>
                  <a:cubicBezTo>
                    <a:pt x="2461" y="323"/>
                    <a:pt x="2482" y="307"/>
                    <a:pt x="2461" y="302"/>
                  </a:cubicBezTo>
                  <a:cubicBezTo>
                    <a:pt x="2440" y="297"/>
                    <a:pt x="2446" y="316"/>
                    <a:pt x="2446" y="316"/>
                  </a:cubicBezTo>
                  <a:cubicBezTo>
                    <a:pt x="2407" y="301"/>
                    <a:pt x="2384" y="314"/>
                    <a:pt x="2384" y="314"/>
                  </a:cubicBezTo>
                  <a:cubicBezTo>
                    <a:pt x="2384" y="314"/>
                    <a:pt x="2355" y="336"/>
                    <a:pt x="2348" y="302"/>
                  </a:cubicBezTo>
                  <a:cubicBezTo>
                    <a:pt x="2341" y="268"/>
                    <a:pt x="2306" y="273"/>
                    <a:pt x="2306" y="273"/>
                  </a:cubicBezTo>
                  <a:cubicBezTo>
                    <a:pt x="2306" y="273"/>
                    <a:pt x="2239" y="283"/>
                    <a:pt x="2238" y="268"/>
                  </a:cubicBezTo>
                  <a:cubicBezTo>
                    <a:pt x="2237" y="254"/>
                    <a:pt x="2198" y="249"/>
                    <a:pt x="2198" y="249"/>
                  </a:cubicBezTo>
                  <a:cubicBezTo>
                    <a:pt x="2211" y="226"/>
                    <a:pt x="2193" y="226"/>
                    <a:pt x="2193" y="226"/>
                  </a:cubicBezTo>
                  <a:cubicBezTo>
                    <a:pt x="2193" y="226"/>
                    <a:pt x="2173" y="226"/>
                    <a:pt x="2156" y="220"/>
                  </a:cubicBezTo>
                  <a:cubicBezTo>
                    <a:pt x="2139" y="214"/>
                    <a:pt x="2099" y="210"/>
                    <a:pt x="2083" y="212"/>
                  </a:cubicBezTo>
                  <a:cubicBezTo>
                    <a:pt x="2067" y="214"/>
                    <a:pt x="2064" y="218"/>
                    <a:pt x="2069" y="235"/>
                  </a:cubicBezTo>
                  <a:cubicBezTo>
                    <a:pt x="2073" y="253"/>
                    <a:pt x="2066" y="255"/>
                    <a:pt x="2050" y="254"/>
                  </a:cubicBezTo>
                  <a:cubicBezTo>
                    <a:pt x="2034" y="253"/>
                    <a:pt x="2025" y="237"/>
                    <a:pt x="2017" y="249"/>
                  </a:cubicBezTo>
                  <a:cubicBezTo>
                    <a:pt x="2009" y="262"/>
                    <a:pt x="2004" y="258"/>
                    <a:pt x="2004" y="258"/>
                  </a:cubicBezTo>
                  <a:cubicBezTo>
                    <a:pt x="2004" y="258"/>
                    <a:pt x="1973" y="224"/>
                    <a:pt x="1976" y="252"/>
                  </a:cubicBezTo>
                  <a:cubicBezTo>
                    <a:pt x="1979" y="281"/>
                    <a:pt x="1973" y="279"/>
                    <a:pt x="1971" y="282"/>
                  </a:cubicBezTo>
                  <a:cubicBezTo>
                    <a:pt x="1968" y="284"/>
                    <a:pt x="1924" y="258"/>
                    <a:pt x="1931" y="243"/>
                  </a:cubicBezTo>
                  <a:cubicBezTo>
                    <a:pt x="1937" y="228"/>
                    <a:pt x="1938" y="224"/>
                    <a:pt x="1933" y="205"/>
                  </a:cubicBezTo>
                  <a:cubicBezTo>
                    <a:pt x="1928" y="185"/>
                    <a:pt x="1920" y="198"/>
                    <a:pt x="1884" y="178"/>
                  </a:cubicBezTo>
                  <a:cubicBezTo>
                    <a:pt x="1848" y="159"/>
                    <a:pt x="1848" y="173"/>
                    <a:pt x="1848" y="173"/>
                  </a:cubicBezTo>
                  <a:cubicBezTo>
                    <a:pt x="1851" y="192"/>
                    <a:pt x="1856" y="206"/>
                    <a:pt x="1820" y="202"/>
                  </a:cubicBezTo>
                  <a:cubicBezTo>
                    <a:pt x="1784" y="198"/>
                    <a:pt x="1788" y="177"/>
                    <a:pt x="1788" y="177"/>
                  </a:cubicBezTo>
                  <a:cubicBezTo>
                    <a:pt x="1760" y="179"/>
                    <a:pt x="1727" y="175"/>
                    <a:pt x="1727" y="175"/>
                  </a:cubicBezTo>
                  <a:cubicBezTo>
                    <a:pt x="1727" y="175"/>
                    <a:pt x="1697" y="163"/>
                    <a:pt x="1687" y="176"/>
                  </a:cubicBezTo>
                  <a:cubicBezTo>
                    <a:pt x="1677" y="190"/>
                    <a:pt x="1640" y="189"/>
                    <a:pt x="1640" y="189"/>
                  </a:cubicBezTo>
                  <a:cubicBezTo>
                    <a:pt x="1640" y="189"/>
                    <a:pt x="1647" y="170"/>
                    <a:pt x="1682" y="144"/>
                  </a:cubicBezTo>
                  <a:cubicBezTo>
                    <a:pt x="1716" y="118"/>
                    <a:pt x="1715" y="110"/>
                    <a:pt x="1716" y="88"/>
                  </a:cubicBezTo>
                  <a:cubicBezTo>
                    <a:pt x="1717" y="66"/>
                    <a:pt x="1675" y="51"/>
                    <a:pt x="1675" y="51"/>
                  </a:cubicBezTo>
                  <a:cubicBezTo>
                    <a:pt x="1633" y="49"/>
                    <a:pt x="1633" y="49"/>
                    <a:pt x="1633" y="49"/>
                  </a:cubicBezTo>
                  <a:cubicBezTo>
                    <a:pt x="1633" y="49"/>
                    <a:pt x="1635" y="66"/>
                    <a:pt x="1620" y="61"/>
                  </a:cubicBezTo>
                  <a:cubicBezTo>
                    <a:pt x="1605" y="55"/>
                    <a:pt x="1626" y="36"/>
                    <a:pt x="1626" y="36"/>
                  </a:cubicBezTo>
                  <a:cubicBezTo>
                    <a:pt x="1604" y="29"/>
                    <a:pt x="1590" y="40"/>
                    <a:pt x="1590" y="40"/>
                  </a:cubicBezTo>
                  <a:cubicBezTo>
                    <a:pt x="1588" y="28"/>
                    <a:pt x="1604" y="20"/>
                    <a:pt x="1604" y="20"/>
                  </a:cubicBezTo>
                  <a:cubicBezTo>
                    <a:pt x="1604" y="20"/>
                    <a:pt x="1604" y="0"/>
                    <a:pt x="1575" y="6"/>
                  </a:cubicBezTo>
                  <a:cubicBezTo>
                    <a:pt x="1545" y="11"/>
                    <a:pt x="1548" y="35"/>
                    <a:pt x="1551" y="49"/>
                  </a:cubicBezTo>
                  <a:cubicBezTo>
                    <a:pt x="1554" y="62"/>
                    <a:pt x="1544" y="58"/>
                    <a:pt x="1544" y="58"/>
                  </a:cubicBezTo>
                  <a:cubicBezTo>
                    <a:pt x="1522" y="58"/>
                    <a:pt x="1513" y="72"/>
                    <a:pt x="1513" y="72"/>
                  </a:cubicBezTo>
                  <a:cubicBezTo>
                    <a:pt x="1513" y="72"/>
                    <a:pt x="1521" y="86"/>
                    <a:pt x="1501" y="87"/>
                  </a:cubicBezTo>
                  <a:cubicBezTo>
                    <a:pt x="1482" y="88"/>
                    <a:pt x="1488" y="72"/>
                    <a:pt x="1488" y="72"/>
                  </a:cubicBezTo>
                  <a:cubicBezTo>
                    <a:pt x="1455" y="75"/>
                    <a:pt x="1459" y="89"/>
                    <a:pt x="1459" y="89"/>
                  </a:cubicBezTo>
                  <a:cubicBezTo>
                    <a:pt x="1431" y="92"/>
                    <a:pt x="1361" y="129"/>
                    <a:pt x="1378" y="147"/>
                  </a:cubicBezTo>
                  <a:cubicBezTo>
                    <a:pt x="1395" y="166"/>
                    <a:pt x="1382" y="163"/>
                    <a:pt x="1375" y="172"/>
                  </a:cubicBezTo>
                  <a:cubicBezTo>
                    <a:pt x="1367" y="181"/>
                    <a:pt x="1334" y="171"/>
                    <a:pt x="1317" y="178"/>
                  </a:cubicBezTo>
                  <a:cubicBezTo>
                    <a:pt x="1301" y="186"/>
                    <a:pt x="1315" y="199"/>
                    <a:pt x="1315" y="199"/>
                  </a:cubicBezTo>
                  <a:cubicBezTo>
                    <a:pt x="1319" y="225"/>
                    <a:pt x="1319" y="225"/>
                    <a:pt x="1319" y="225"/>
                  </a:cubicBezTo>
                  <a:cubicBezTo>
                    <a:pt x="1319" y="225"/>
                    <a:pt x="1337" y="222"/>
                    <a:pt x="1340" y="239"/>
                  </a:cubicBezTo>
                  <a:cubicBezTo>
                    <a:pt x="1343" y="255"/>
                    <a:pt x="1323" y="245"/>
                    <a:pt x="1309" y="231"/>
                  </a:cubicBezTo>
                  <a:cubicBezTo>
                    <a:pt x="1294" y="218"/>
                    <a:pt x="1261" y="221"/>
                    <a:pt x="1271" y="223"/>
                  </a:cubicBezTo>
                  <a:cubicBezTo>
                    <a:pt x="1280" y="226"/>
                    <a:pt x="1287" y="239"/>
                    <a:pt x="1281" y="244"/>
                  </a:cubicBezTo>
                  <a:cubicBezTo>
                    <a:pt x="1275" y="248"/>
                    <a:pt x="1275" y="247"/>
                    <a:pt x="1283" y="262"/>
                  </a:cubicBezTo>
                  <a:cubicBezTo>
                    <a:pt x="1292" y="277"/>
                    <a:pt x="1267" y="263"/>
                    <a:pt x="1267" y="263"/>
                  </a:cubicBezTo>
                  <a:cubicBezTo>
                    <a:pt x="1267" y="263"/>
                    <a:pt x="1252" y="277"/>
                    <a:pt x="1252" y="242"/>
                  </a:cubicBezTo>
                  <a:cubicBezTo>
                    <a:pt x="1252" y="207"/>
                    <a:pt x="1234" y="204"/>
                    <a:pt x="1234" y="204"/>
                  </a:cubicBezTo>
                  <a:cubicBezTo>
                    <a:pt x="1247" y="216"/>
                    <a:pt x="1241" y="227"/>
                    <a:pt x="1241" y="231"/>
                  </a:cubicBezTo>
                  <a:cubicBezTo>
                    <a:pt x="1242" y="235"/>
                    <a:pt x="1217" y="244"/>
                    <a:pt x="1229" y="259"/>
                  </a:cubicBezTo>
                  <a:cubicBezTo>
                    <a:pt x="1241" y="273"/>
                    <a:pt x="1239" y="309"/>
                    <a:pt x="1239" y="309"/>
                  </a:cubicBezTo>
                  <a:cubicBezTo>
                    <a:pt x="1239" y="309"/>
                    <a:pt x="1242" y="336"/>
                    <a:pt x="1258" y="331"/>
                  </a:cubicBezTo>
                  <a:cubicBezTo>
                    <a:pt x="1275" y="326"/>
                    <a:pt x="1292" y="339"/>
                    <a:pt x="1292" y="339"/>
                  </a:cubicBezTo>
                  <a:cubicBezTo>
                    <a:pt x="1292" y="339"/>
                    <a:pt x="1319" y="382"/>
                    <a:pt x="1306" y="381"/>
                  </a:cubicBezTo>
                  <a:cubicBezTo>
                    <a:pt x="1293" y="380"/>
                    <a:pt x="1278" y="342"/>
                    <a:pt x="1278" y="342"/>
                  </a:cubicBezTo>
                  <a:cubicBezTo>
                    <a:pt x="1278" y="342"/>
                    <a:pt x="1240" y="338"/>
                    <a:pt x="1254" y="356"/>
                  </a:cubicBezTo>
                  <a:cubicBezTo>
                    <a:pt x="1268" y="375"/>
                    <a:pt x="1261" y="376"/>
                    <a:pt x="1246" y="403"/>
                  </a:cubicBezTo>
                  <a:cubicBezTo>
                    <a:pt x="1230" y="430"/>
                    <a:pt x="1203" y="422"/>
                    <a:pt x="1203" y="418"/>
                  </a:cubicBezTo>
                  <a:cubicBezTo>
                    <a:pt x="1202" y="414"/>
                    <a:pt x="1230" y="396"/>
                    <a:pt x="1235" y="376"/>
                  </a:cubicBezTo>
                  <a:cubicBezTo>
                    <a:pt x="1241" y="356"/>
                    <a:pt x="1227" y="339"/>
                    <a:pt x="1227" y="339"/>
                  </a:cubicBezTo>
                  <a:cubicBezTo>
                    <a:pt x="1219" y="262"/>
                    <a:pt x="1219" y="262"/>
                    <a:pt x="1219" y="262"/>
                  </a:cubicBezTo>
                  <a:cubicBezTo>
                    <a:pt x="1219" y="262"/>
                    <a:pt x="1199" y="261"/>
                    <a:pt x="1209" y="249"/>
                  </a:cubicBezTo>
                  <a:cubicBezTo>
                    <a:pt x="1220" y="237"/>
                    <a:pt x="1214" y="213"/>
                    <a:pt x="1214" y="213"/>
                  </a:cubicBezTo>
                  <a:cubicBezTo>
                    <a:pt x="1184" y="194"/>
                    <a:pt x="1168" y="209"/>
                    <a:pt x="1168" y="209"/>
                  </a:cubicBezTo>
                  <a:cubicBezTo>
                    <a:pt x="1166" y="257"/>
                    <a:pt x="1140" y="239"/>
                    <a:pt x="1135" y="259"/>
                  </a:cubicBezTo>
                  <a:cubicBezTo>
                    <a:pt x="1131" y="278"/>
                    <a:pt x="1149" y="279"/>
                    <a:pt x="1149" y="279"/>
                  </a:cubicBezTo>
                  <a:cubicBezTo>
                    <a:pt x="1147" y="307"/>
                    <a:pt x="1138" y="287"/>
                    <a:pt x="1164" y="323"/>
                  </a:cubicBezTo>
                  <a:cubicBezTo>
                    <a:pt x="1189" y="360"/>
                    <a:pt x="1151" y="340"/>
                    <a:pt x="1125" y="323"/>
                  </a:cubicBezTo>
                  <a:cubicBezTo>
                    <a:pt x="1098" y="306"/>
                    <a:pt x="1084" y="315"/>
                    <a:pt x="1074" y="309"/>
                  </a:cubicBezTo>
                  <a:cubicBezTo>
                    <a:pt x="1063" y="304"/>
                    <a:pt x="1047" y="289"/>
                    <a:pt x="1045" y="294"/>
                  </a:cubicBezTo>
                  <a:cubicBezTo>
                    <a:pt x="1044" y="299"/>
                    <a:pt x="1057" y="313"/>
                    <a:pt x="1067" y="321"/>
                  </a:cubicBezTo>
                  <a:cubicBezTo>
                    <a:pt x="1078" y="330"/>
                    <a:pt x="1071" y="356"/>
                    <a:pt x="1064" y="357"/>
                  </a:cubicBezTo>
                  <a:cubicBezTo>
                    <a:pt x="1056" y="359"/>
                    <a:pt x="1048" y="336"/>
                    <a:pt x="1048" y="336"/>
                  </a:cubicBezTo>
                  <a:cubicBezTo>
                    <a:pt x="1048" y="336"/>
                    <a:pt x="1050" y="346"/>
                    <a:pt x="1026" y="347"/>
                  </a:cubicBezTo>
                  <a:cubicBezTo>
                    <a:pt x="1002" y="348"/>
                    <a:pt x="1011" y="361"/>
                    <a:pt x="999" y="362"/>
                  </a:cubicBezTo>
                  <a:cubicBezTo>
                    <a:pt x="987" y="363"/>
                    <a:pt x="990" y="340"/>
                    <a:pt x="990" y="340"/>
                  </a:cubicBezTo>
                  <a:cubicBezTo>
                    <a:pt x="962" y="346"/>
                    <a:pt x="913" y="373"/>
                    <a:pt x="908" y="382"/>
                  </a:cubicBezTo>
                  <a:cubicBezTo>
                    <a:pt x="903" y="392"/>
                    <a:pt x="898" y="416"/>
                    <a:pt x="885" y="399"/>
                  </a:cubicBezTo>
                  <a:cubicBezTo>
                    <a:pt x="872" y="381"/>
                    <a:pt x="892" y="376"/>
                    <a:pt x="892" y="376"/>
                  </a:cubicBezTo>
                  <a:cubicBezTo>
                    <a:pt x="892" y="376"/>
                    <a:pt x="888" y="365"/>
                    <a:pt x="879" y="356"/>
                  </a:cubicBezTo>
                  <a:cubicBezTo>
                    <a:pt x="870" y="348"/>
                    <a:pt x="851" y="354"/>
                    <a:pt x="851" y="354"/>
                  </a:cubicBezTo>
                  <a:cubicBezTo>
                    <a:pt x="855" y="358"/>
                    <a:pt x="863" y="372"/>
                    <a:pt x="869" y="398"/>
                  </a:cubicBezTo>
                  <a:cubicBezTo>
                    <a:pt x="875" y="424"/>
                    <a:pt x="862" y="434"/>
                    <a:pt x="856" y="426"/>
                  </a:cubicBezTo>
                  <a:cubicBezTo>
                    <a:pt x="850" y="418"/>
                    <a:pt x="861" y="413"/>
                    <a:pt x="827" y="428"/>
                  </a:cubicBezTo>
                  <a:cubicBezTo>
                    <a:pt x="792" y="442"/>
                    <a:pt x="838" y="463"/>
                    <a:pt x="818" y="470"/>
                  </a:cubicBezTo>
                  <a:cubicBezTo>
                    <a:pt x="797" y="477"/>
                    <a:pt x="773" y="437"/>
                    <a:pt x="770" y="453"/>
                  </a:cubicBezTo>
                  <a:cubicBezTo>
                    <a:pt x="766" y="469"/>
                    <a:pt x="787" y="474"/>
                    <a:pt x="787" y="474"/>
                  </a:cubicBezTo>
                  <a:cubicBezTo>
                    <a:pt x="774" y="513"/>
                    <a:pt x="736" y="447"/>
                    <a:pt x="736" y="447"/>
                  </a:cubicBezTo>
                  <a:cubicBezTo>
                    <a:pt x="736" y="447"/>
                    <a:pt x="757" y="431"/>
                    <a:pt x="742" y="429"/>
                  </a:cubicBezTo>
                  <a:cubicBezTo>
                    <a:pt x="728" y="427"/>
                    <a:pt x="710" y="394"/>
                    <a:pt x="710" y="394"/>
                  </a:cubicBezTo>
                  <a:cubicBezTo>
                    <a:pt x="760" y="419"/>
                    <a:pt x="794" y="433"/>
                    <a:pt x="821" y="408"/>
                  </a:cubicBezTo>
                  <a:cubicBezTo>
                    <a:pt x="848" y="384"/>
                    <a:pt x="751" y="328"/>
                    <a:pt x="751" y="328"/>
                  </a:cubicBezTo>
                  <a:cubicBezTo>
                    <a:pt x="751" y="328"/>
                    <a:pt x="721" y="335"/>
                    <a:pt x="674" y="305"/>
                  </a:cubicBezTo>
                  <a:cubicBezTo>
                    <a:pt x="628" y="276"/>
                    <a:pt x="569" y="311"/>
                    <a:pt x="569" y="311"/>
                  </a:cubicBezTo>
                  <a:cubicBezTo>
                    <a:pt x="569" y="311"/>
                    <a:pt x="471" y="367"/>
                    <a:pt x="458" y="413"/>
                  </a:cubicBezTo>
                  <a:cubicBezTo>
                    <a:pt x="451" y="436"/>
                    <a:pt x="419" y="488"/>
                    <a:pt x="400" y="497"/>
                  </a:cubicBezTo>
                  <a:cubicBezTo>
                    <a:pt x="381" y="506"/>
                    <a:pt x="360" y="519"/>
                    <a:pt x="355" y="571"/>
                  </a:cubicBezTo>
                  <a:cubicBezTo>
                    <a:pt x="350" y="624"/>
                    <a:pt x="366" y="630"/>
                    <a:pt x="380" y="630"/>
                  </a:cubicBezTo>
                  <a:cubicBezTo>
                    <a:pt x="393" y="629"/>
                    <a:pt x="402" y="623"/>
                    <a:pt x="411" y="612"/>
                  </a:cubicBezTo>
                  <a:cubicBezTo>
                    <a:pt x="420" y="601"/>
                    <a:pt x="431" y="604"/>
                    <a:pt x="431" y="604"/>
                  </a:cubicBezTo>
                  <a:cubicBezTo>
                    <a:pt x="429" y="625"/>
                    <a:pt x="453" y="662"/>
                    <a:pt x="453" y="662"/>
                  </a:cubicBezTo>
                  <a:cubicBezTo>
                    <a:pt x="453" y="662"/>
                    <a:pt x="443" y="689"/>
                    <a:pt x="461" y="689"/>
                  </a:cubicBezTo>
                  <a:cubicBezTo>
                    <a:pt x="480" y="689"/>
                    <a:pt x="473" y="682"/>
                    <a:pt x="482" y="675"/>
                  </a:cubicBezTo>
                  <a:cubicBezTo>
                    <a:pt x="491" y="668"/>
                    <a:pt x="508" y="667"/>
                    <a:pt x="508" y="667"/>
                  </a:cubicBezTo>
                  <a:cubicBezTo>
                    <a:pt x="510" y="614"/>
                    <a:pt x="510" y="614"/>
                    <a:pt x="510" y="614"/>
                  </a:cubicBezTo>
                  <a:cubicBezTo>
                    <a:pt x="519" y="615"/>
                    <a:pt x="534" y="606"/>
                    <a:pt x="533" y="587"/>
                  </a:cubicBezTo>
                  <a:cubicBezTo>
                    <a:pt x="533" y="568"/>
                    <a:pt x="515" y="568"/>
                    <a:pt x="515" y="568"/>
                  </a:cubicBezTo>
                  <a:cubicBezTo>
                    <a:pt x="515" y="534"/>
                    <a:pt x="523" y="517"/>
                    <a:pt x="523" y="517"/>
                  </a:cubicBezTo>
                  <a:cubicBezTo>
                    <a:pt x="569" y="482"/>
                    <a:pt x="569" y="482"/>
                    <a:pt x="569" y="482"/>
                  </a:cubicBezTo>
                  <a:cubicBezTo>
                    <a:pt x="568" y="430"/>
                    <a:pt x="594" y="431"/>
                    <a:pt x="594" y="431"/>
                  </a:cubicBezTo>
                  <a:cubicBezTo>
                    <a:pt x="594" y="431"/>
                    <a:pt x="621" y="428"/>
                    <a:pt x="617" y="456"/>
                  </a:cubicBezTo>
                  <a:cubicBezTo>
                    <a:pt x="613" y="485"/>
                    <a:pt x="566" y="506"/>
                    <a:pt x="566" y="506"/>
                  </a:cubicBezTo>
                  <a:cubicBezTo>
                    <a:pt x="566" y="506"/>
                    <a:pt x="566" y="550"/>
                    <a:pt x="568" y="563"/>
                  </a:cubicBezTo>
                  <a:cubicBezTo>
                    <a:pt x="570" y="576"/>
                    <a:pt x="591" y="582"/>
                    <a:pt x="614" y="581"/>
                  </a:cubicBezTo>
                  <a:cubicBezTo>
                    <a:pt x="637" y="579"/>
                    <a:pt x="648" y="562"/>
                    <a:pt x="667" y="578"/>
                  </a:cubicBezTo>
                  <a:cubicBezTo>
                    <a:pt x="685" y="594"/>
                    <a:pt x="622" y="591"/>
                    <a:pt x="624" y="591"/>
                  </a:cubicBezTo>
                  <a:cubicBezTo>
                    <a:pt x="626" y="591"/>
                    <a:pt x="586" y="588"/>
                    <a:pt x="587" y="605"/>
                  </a:cubicBezTo>
                  <a:cubicBezTo>
                    <a:pt x="588" y="622"/>
                    <a:pt x="600" y="621"/>
                    <a:pt x="600" y="621"/>
                  </a:cubicBezTo>
                  <a:cubicBezTo>
                    <a:pt x="600" y="621"/>
                    <a:pt x="612" y="621"/>
                    <a:pt x="611" y="638"/>
                  </a:cubicBezTo>
                  <a:cubicBezTo>
                    <a:pt x="610" y="655"/>
                    <a:pt x="598" y="654"/>
                    <a:pt x="598" y="654"/>
                  </a:cubicBezTo>
                  <a:cubicBezTo>
                    <a:pt x="598" y="654"/>
                    <a:pt x="599" y="638"/>
                    <a:pt x="581" y="638"/>
                  </a:cubicBezTo>
                  <a:cubicBezTo>
                    <a:pt x="564" y="638"/>
                    <a:pt x="563" y="655"/>
                    <a:pt x="563" y="655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47" y="696"/>
                    <a:pt x="550" y="709"/>
                    <a:pt x="547" y="711"/>
                  </a:cubicBezTo>
                  <a:cubicBezTo>
                    <a:pt x="544" y="713"/>
                    <a:pt x="523" y="687"/>
                    <a:pt x="513" y="703"/>
                  </a:cubicBezTo>
                  <a:cubicBezTo>
                    <a:pt x="502" y="719"/>
                    <a:pt x="475" y="722"/>
                    <a:pt x="475" y="722"/>
                  </a:cubicBezTo>
                  <a:cubicBezTo>
                    <a:pt x="475" y="722"/>
                    <a:pt x="466" y="712"/>
                    <a:pt x="438" y="714"/>
                  </a:cubicBezTo>
                  <a:cubicBezTo>
                    <a:pt x="411" y="716"/>
                    <a:pt x="415" y="697"/>
                    <a:pt x="419" y="680"/>
                  </a:cubicBezTo>
                  <a:cubicBezTo>
                    <a:pt x="422" y="664"/>
                    <a:pt x="421" y="638"/>
                    <a:pt x="421" y="638"/>
                  </a:cubicBezTo>
                  <a:cubicBezTo>
                    <a:pt x="407" y="645"/>
                    <a:pt x="376" y="664"/>
                    <a:pt x="391" y="680"/>
                  </a:cubicBezTo>
                  <a:cubicBezTo>
                    <a:pt x="406" y="696"/>
                    <a:pt x="399" y="720"/>
                    <a:pt x="399" y="720"/>
                  </a:cubicBezTo>
                  <a:cubicBezTo>
                    <a:pt x="399" y="720"/>
                    <a:pt x="394" y="715"/>
                    <a:pt x="368" y="729"/>
                  </a:cubicBezTo>
                  <a:cubicBezTo>
                    <a:pt x="343" y="744"/>
                    <a:pt x="337" y="769"/>
                    <a:pt x="337" y="769"/>
                  </a:cubicBezTo>
                  <a:cubicBezTo>
                    <a:pt x="337" y="769"/>
                    <a:pt x="325" y="761"/>
                    <a:pt x="304" y="789"/>
                  </a:cubicBezTo>
                  <a:cubicBezTo>
                    <a:pt x="284" y="817"/>
                    <a:pt x="259" y="812"/>
                    <a:pt x="259" y="812"/>
                  </a:cubicBezTo>
                  <a:cubicBezTo>
                    <a:pt x="261" y="825"/>
                    <a:pt x="238" y="824"/>
                    <a:pt x="238" y="824"/>
                  </a:cubicBezTo>
                  <a:cubicBezTo>
                    <a:pt x="238" y="824"/>
                    <a:pt x="210" y="821"/>
                    <a:pt x="209" y="834"/>
                  </a:cubicBezTo>
                  <a:cubicBezTo>
                    <a:pt x="208" y="848"/>
                    <a:pt x="224" y="846"/>
                    <a:pt x="224" y="846"/>
                  </a:cubicBezTo>
                  <a:cubicBezTo>
                    <a:pt x="259" y="846"/>
                    <a:pt x="263" y="881"/>
                    <a:pt x="263" y="904"/>
                  </a:cubicBezTo>
                  <a:cubicBezTo>
                    <a:pt x="262" y="927"/>
                    <a:pt x="247" y="925"/>
                    <a:pt x="247" y="925"/>
                  </a:cubicBezTo>
                  <a:cubicBezTo>
                    <a:pt x="247" y="925"/>
                    <a:pt x="226" y="927"/>
                    <a:pt x="186" y="925"/>
                  </a:cubicBezTo>
                  <a:cubicBezTo>
                    <a:pt x="147" y="922"/>
                    <a:pt x="155" y="945"/>
                    <a:pt x="155" y="945"/>
                  </a:cubicBezTo>
                  <a:cubicBezTo>
                    <a:pt x="154" y="991"/>
                    <a:pt x="154" y="991"/>
                    <a:pt x="154" y="991"/>
                  </a:cubicBezTo>
                  <a:cubicBezTo>
                    <a:pt x="141" y="995"/>
                    <a:pt x="142" y="1016"/>
                    <a:pt x="142" y="1016"/>
                  </a:cubicBezTo>
                  <a:cubicBezTo>
                    <a:pt x="155" y="1016"/>
                    <a:pt x="155" y="1016"/>
                    <a:pt x="155" y="1016"/>
                  </a:cubicBezTo>
                  <a:cubicBezTo>
                    <a:pt x="154" y="1038"/>
                    <a:pt x="154" y="1038"/>
                    <a:pt x="154" y="1038"/>
                  </a:cubicBezTo>
                  <a:cubicBezTo>
                    <a:pt x="189" y="1034"/>
                    <a:pt x="195" y="1060"/>
                    <a:pt x="195" y="1061"/>
                  </a:cubicBezTo>
                  <a:cubicBezTo>
                    <a:pt x="193" y="1059"/>
                    <a:pt x="192" y="1059"/>
                    <a:pt x="192" y="1059"/>
                  </a:cubicBezTo>
                  <a:cubicBezTo>
                    <a:pt x="190" y="1075"/>
                    <a:pt x="169" y="1090"/>
                    <a:pt x="169" y="1090"/>
                  </a:cubicBezTo>
                  <a:cubicBezTo>
                    <a:pt x="169" y="1090"/>
                    <a:pt x="144" y="1089"/>
                    <a:pt x="133" y="1132"/>
                  </a:cubicBezTo>
                  <a:cubicBezTo>
                    <a:pt x="123" y="1175"/>
                    <a:pt x="139" y="1146"/>
                    <a:pt x="91" y="1185"/>
                  </a:cubicBezTo>
                  <a:cubicBezTo>
                    <a:pt x="43" y="1224"/>
                    <a:pt x="15" y="1289"/>
                    <a:pt x="15" y="1289"/>
                  </a:cubicBezTo>
                  <a:cubicBezTo>
                    <a:pt x="15" y="1289"/>
                    <a:pt x="49" y="1316"/>
                    <a:pt x="25" y="1361"/>
                  </a:cubicBezTo>
                  <a:cubicBezTo>
                    <a:pt x="0" y="1406"/>
                    <a:pt x="12" y="1422"/>
                    <a:pt x="12" y="1422"/>
                  </a:cubicBezTo>
                  <a:cubicBezTo>
                    <a:pt x="12" y="1422"/>
                    <a:pt x="121" y="1568"/>
                    <a:pt x="159" y="1554"/>
                  </a:cubicBezTo>
                  <a:cubicBezTo>
                    <a:pt x="196" y="1541"/>
                    <a:pt x="230" y="1548"/>
                    <a:pt x="238" y="1548"/>
                  </a:cubicBezTo>
                  <a:cubicBezTo>
                    <a:pt x="246" y="1548"/>
                    <a:pt x="248" y="1530"/>
                    <a:pt x="297" y="1525"/>
                  </a:cubicBezTo>
                  <a:cubicBezTo>
                    <a:pt x="347" y="1520"/>
                    <a:pt x="353" y="1554"/>
                    <a:pt x="353" y="1554"/>
                  </a:cubicBezTo>
                  <a:cubicBezTo>
                    <a:pt x="383" y="1571"/>
                    <a:pt x="423" y="1520"/>
                    <a:pt x="405" y="1583"/>
                  </a:cubicBezTo>
                  <a:cubicBezTo>
                    <a:pt x="388" y="1646"/>
                    <a:pt x="405" y="1658"/>
                    <a:pt x="405" y="1658"/>
                  </a:cubicBezTo>
                  <a:cubicBezTo>
                    <a:pt x="471" y="1733"/>
                    <a:pt x="462" y="1769"/>
                    <a:pt x="462" y="1769"/>
                  </a:cubicBezTo>
                  <a:cubicBezTo>
                    <a:pt x="481" y="1811"/>
                    <a:pt x="461" y="1831"/>
                    <a:pt x="461" y="1831"/>
                  </a:cubicBezTo>
                  <a:cubicBezTo>
                    <a:pt x="429" y="1885"/>
                    <a:pt x="447" y="1984"/>
                    <a:pt x="473" y="2005"/>
                  </a:cubicBezTo>
                  <a:cubicBezTo>
                    <a:pt x="499" y="2027"/>
                    <a:pt x="492" y="2095"/>
                    <a:pt x="492" y="2095"/>
                  </a:cubicBezTo>
                  <a:cubicBezTo>
                    <a:pt x="518" y="2117"/>
                    <a:pt x="552" y="2196"/>
                    <a:pt x="552" y="2196"/>
                  </a:cubicBezTo>
                  <a:cubicBezTo>
                    <a:pt x="551" y="2258"/>
                    <a:pt x="579" y="2246"/>
                    <a:pt x="579" y="2246"/>
                  </a:cubicBezTo>
                  <a:cubicBezTo>
                    <a:pt x="579" y="2246"/>
                    <a:pt x="614" y="2236"/>
                    <a:pt x="672" y="2235"/>
                  </a:cubicBezTo>
                  <a:cubicBezTo>
                    <a:pt x="730" y="2234"/>
                    <a:pt x="782" y="2109"/>
                    <a:pt x="782" y="2109"/>
                  </a:cubicBezTo>
                  <a:cubicBezTo>
                    <a:pt x="782" y="2109"/>
                    <a:pt x="780" y="2065"/>
                    <a:pt x="812" y="2047"/>
                  </a:cubicBezTo>
                  <a:cubicBezTo>
                    <a:pt x="845" y="2028"/>
                    <a:pt x="809" y="1964"/>
                    <a:pt x="809" y="1964"/>
                  </a:cubicBezTo>
                  <a:cubicBezTo>
                    <a:pt x="809" y="1964"/>
                    <a:pt x="812" y="1925"/>
                    <a:pt x="876" y="1898"/>
                  </a:cubicBezTo>
                  <a:cubicBezTo>
                    <a:pt x="940" y="1872"/>
                    <a:pt x="875" y="1789"/>
                    <a:pt x="869" y="1753"/>
                  </a:cubicBezTo>
                  <a:cubicBezTo>
                    <a:pt x="863" y="1718"/>
                    <a:pt x="857" y="1670"/>
                    <a:pt x="964" y="1583"/>
                  </a:cubicBezTo>
                  <a:cubicBezTo>
                    <a:pt x="1069" y="1497"/>
                    <a:pt x="1030" y="1433"/>
                    <a:pt x="1030" y="1433"/>
                  </a:cubicBezTo>
                  <a:cubicBezTo>
                    <a:pt x="1030" y="1433"/>
                    <a:pt x="987" y="1458"/>
                    <a:pt x="929" y="1459"/>
                  </a:cubicBezTo>
                  <a:cubicBezTo>
                    <a:pt x="929" y="1459"/>
                    <a:pt x="923" y="1447"/>
                    <a:pt x="912" y="1431"/>
                  </a:cubicBezTo>
                  <a:cubicBezTo>
                    <a:pt x="913" y="1433"/>
                    <a:pt x="950" y="1425"/>
                    <a:pt x="997" y="1403"/>
                  </a:cubicBezTo>
                  <a:cubicBezTo>
                    <a:pt x="1044" y="1380"/>
                    <a:pt x="1037" y="1369"/>
                    <a:pt x="1093" y="1363"/>
                  </a:cubicBezTo>
                  <a:cubicBezTo>
                    <a:pt x="1093" y="1363"/>
                    <a:pt x="1146" y="1314"/>
                    <a:pt x="1143" y="1279"/>
                  </a:cubicBezTo>
                  <a:cubicBezTo>
                    <a:pt x="1140" y="1245"/>
                    <a:pt x="1089" y="1243"/>
                    <a:pt x="1089" y="1243"/>
                  </a:cubicBezTo>
                  <a:cubicBezTo>
                    <a:pt x="1084" y="1215"/>
                    <a:pt x="1084" y="1215"/>
                    <a:pt x="1084" y="1215"/>
                  </a:cubicBezTo>
                  <a:cubicBezTo>
                    <a:pt x="1084" y="1215"/>
                    <a:pt x="1085" y="1248"/>
                    <a:pt x="1021" y="1249"/>
                  </a:cubicBezTo>
                  <a:cubicBezTo>
                    <a:pt x="1021" y="1249"/>
                    <a:pt x="1002" y="1212"/>
                    <a:pt x="976" y="1184"/>
                  </a:cubicBezTo>
                  <a:cubicBezTo>
                    <a:pt x="950" y="1157"/>
                    <a:pt x="998" y="1158"/>
                    <a:pt x="998" y="1158"/>
                  </a:cubicBezTo>
                  <a:cubicBezTo>
                    <a:pt x="998" y="1158"/>
                    <a:pt x="1025" y="1213"/>
                    <a:pt x="1055" y="1214"/>
                  </a:cubicBezTo>
                  <a:cubicBezTo>
                    <a:pt x="1084" y="1215"/>
                    <a:pt x="1085" y="1201"/>
                    <a:pt x="1085" y="1201"/>
                  </a:cubicBezTo>
                  <a:cubicBezTo>
                    <a:pt x="1085" y="1201"/>
                    <a:pt x="1103" y="1224"/>
                    <a:pt x="1121" y="1226"/>
                  </a:cubicBezTo>
                  <a:cubicBezTo>
                    <a:pt x="1140" y="1229"/>
                    <a:pt x="1236" y="1231"/>
                    <a:pt x="1236" y="1231"/>
                  </a:cubicBezTo>
                  <a:cubicBezTo>
                    <a:pt x="1236" y="1231"/>
                    <a:pt x="1272" y="1257"/>
                    <a:pt x="1272" y="1267"/>
                  </a:cubicBezTo>
                  <a:cubicBezTo>
                    <a:pt x="1272" y="1277"/>
                    <a:pt x="1298" y="1264"/>
                    <a:pt x="1298" y="1264"/>
                  </a:cubicBezTo>
                  <a:cubicBezTo>
                    <a:pt x="1298" y="1264"/>
                    <a:pt x="1304" y="1281"/>
                    <a:pt x="1280" y="1282"/>
                  </a:cubicBezTo>
                  <a:cubicBezTo>
                    <a:pt x="1280" y="1282"/>
                    <a:pt x="1315" y="1323"/>
                    <a:pt x="1329" y="1284"/>
                  </a:cubicBezTo>
                  <a:cubicBezTo>
                    <a:pt x="1329" y="1284"/>
                    <a:pt x="1337" y="1346"/>
                    <a:pt x="1347" y="1369"/>
                  </a:cubicBezTo>
                  <a:cubicBezTo>
                    <a:pt x="1357" y="1393"/>
                    <a:pt x="1424" y="1496"/>
                    <a:pt x="1424" y="1496"/>
                  </a:cubicBezTo>
                  <a:cubicBezTo>
                    <a:pt x="1424" y="1496"/>
                    <a:pt x="1444" y="1503"/>
                    <a:pt x="1464" y="1447"/>
                  </a:cubicBezTo>
                  <a:cubicBezTo>
                    <a:pt x="1483" y="1392"/>
                    <a:pt x="1423" y="1394"/>
                    <a:pt x="1498" y="1347"/>
                  </a:cubicBezTo>
                  <a:cubicBezTo>
                    <a:pt x="1572" y="1300"/>
                    <a:pt x="1548" y="1290"/>
                    <a:pt x="1548" y="1290"/>
                  </a:cubicBezTo>
                  <a:cubicBezTo>
                    <a:pt x="1548" y="1290"/>
                    <a:pt x="1586" y="1307"/>
                    <a:pt x="1605" y="1279"/>
                  </a:cubicBezTo>
                  <a:cubicBezTo>
                    <a:pt x="1605" y="1279"/>
                    <a:pt x="1620" y="1316"/>
                    <a:pt x="1651" y="1330"/>
                  </a:cubicBezTo>
                  <a:cubicBezTo>
                    <a:pt x="1683" y="1343"/>
                    <a:pt x="1664" y="1374"/>
                    <a:pt x="1664" y="1374"/>
                  </a:cubicBezTo>
                  <a:cubicBezTo>
                    <a:pt x="1664" y="1374"/>
                    <a:pt x="1681" y="1393"/>
                    <a:pt x="1705" y="1365"/>
                  </a:cubicBezTo>
                  <a:cubicBezTo>
                    <a:pt x="1712" y="1357"/>
                    <a:pt x="1721" y="1376"/>
                    <a:pt x="1729" y="1398"/>
                  </a:cubicBezTo>
                  <a:cubicBezTo>
                    <a:pt x="1736" y="1421"/>
                    <a:pt x="1738" y="1474"/>
                    <a:pt x="1744" y="1486"/>
                  </a:cubicBezTo>
                  <a:cubicBezTo>
                    <a:pt x="1749" y="1497"/>
                    <a:pt x="1776" y="1526"/>
                    <a:pt x="1776" y="1526"/>
                  </a:cubicBezTo>
                  <a:cubicBezTo>
                    <a:pt x="1785" y="1549"/>
                    <a:pt x="1794" y="1561"/>
                    <a:pt x="1794" y="1561"/>
                  </a:cubicBezTo>
                  <a:cubicBezTo>
                    <a:pt x="1837" y="1618"/>
                    <a:pt x="1861" y="1599"/>
                    <a:pt x="1851" y="1592"/>
                  </a:cubicBezTo>
                  <a:cubicBezTo>
                    <a:pt x="1841" y="1585"/>
                    <a:pt x="1836" y="1562"/>
                    <a:pt x="1826" y="1539"/>
                  </a:cubicBezTo>
                  <a:cubicBezTo>
                    <a:pt x="1816" y="1515"/>
                    <a:pt x="1780" y="1510"/>
                    <a:pt x="1780" y="1510"/>
                  </a:cubicBezTo>
                  <a:cubicBezTo>
                    <a:pt x="1777" y="1491"/>
                    <a:pt x="1757" y="1479"/>
                    <a:pt x="1757" y="1479"/>
                  </a:cubicBezTo>
                  <a:cubicBezTo>
                    <a:pt x="1752" y="1450"/>
                    <a:pt x="1763" y="1423"/>
                    <a:pt x="1763" y="1423"/>
                  </a:cubicBezTo>
                  <a:cubicBezTo>
                    <a:pt x="1822" y="1440"/>
                    <a:pt x="1781" y="1455"/>
                    <a:pt x="1816" y="1459"/>
                  </a:cubicBezTo>
                  <a:cubicBezTo>
                    <a:pt x="1852" y="1463"/>
                    <a:pt x="1843" y="1496"/>
                    <a:pt x="1843" y="1496"/>
                  </a:cubicBezTo>
                  <a:cubicBezTo>
                    <a:pt x="1899" y="1464"/>
                    <a:pt x="1898" y="1443"/>
                    <a:pt x="1898" y="1443"/>
                  </a:cubicBezTo>
                  <a:cubicBezTo>
                    <a:pt x="1903" y="1397"/>
                    <a:pt x="1878" y="1384"/>
                    <a:pt x="1878" y="1384"/>
                  </a:cubicBezTo>
                  <a:cubicBezTo>
                    <a:pt x="1878" y="1384"/>
                    <a:pt x="1846" y="1379"/>
                    <a:pt x="1833" y="1342"/>
                  </a:cubicBezTo>
                  <a:cubicBezTo>
                    <a:pt x="1820" y="1305"/>
                    <a:pt x="1858" y="1292"/>
                    <a:pt x="1858" y="1292"/>
                  </a:cubicBezTo>
                  <a:cubicBezTo>
                    <a:pt x="1992" y="1288"/>
                    <a:pt x="2011" y="1222"/>
                    <a:pt x="2025" y="1185"/>
                  </a:cubicBezTo>
                  <a:cubicBezTo>
                    <a:pt x="2038" y="1149"/>
                    <a:pt x="2021" y="1123"/>
                    <a:pt x="2021" y="1123"/>
                  </a:cubicBezTo>
                  <a:cubicBezTo>
                    <a:pt x="2021" y="1123"/>
                    <a:pt x="2008" y="1121"/>
                    <a:pt x="2002" y="1104"/>
                  </a:cubicBezTo>
                  <a:cubicBezTo>
                    <a:pt x="1997" y="1086"/>
                    <a:pt x="1980" y="1072"/>
                    <a:pt x="1980" y="1072"/>
                  </a:cubicBezTo>
                  <a:cubicBezTo>
                    <a:pt x="1977" y="1042"/>
                    <a:pt x="2017" y="1063"/>
                    <a:pt x="2014" y="1044"/>
                  </a:cubicBezTo>
                  <a:cubicBezTo>
                    <a:pt x="2010" y="1025"/>
                    <a:pt x="1986" y="1025"/>
                    <a:pt x="1986" y="1025"/>
                  </a:cubicBezTo>
                  <a:cubicBezTo>
                    <a:pt x="1973" y="1035"/>
                    <a:pt x="1968" y="1033"/>
                    <a:pt x="1968" y="1033"/>
                  </a:cubicBezTo>
                  <a:cubicBezTo>
                    <a:pt x="1933" y="1013"/>
                    <a:pt x="1944" y="1019"/>
                    <a:pt x="1973" y="986"/>
                  </a:cubicBezTo>
                  <a:cubicBezTo>
                    <a:pt x="2000" y="953"/>
                    <a:pt x="1995" y="1009"/>
                    <a:pt x="1995" y="1009"/>
                  </a:cubicBezTo>
                  <a:cubicBezTo>
                    <a:pt x="1996" y="1003"/>
                    <a:pt x="2049" y="971"/>
                    <a:pt x="2043" y="1003"/>
                  </a:cubicBezTo>
                  <a:cubicBezTo>
                    <a:pt x="2038" y="1035"/>
                    <a:pt x="2069" y="1030"/>
                    <a:pt x="2069" y="1030"/>
                  </a:cubicBezTo>
                  <a:cubicBezTo>
                    <a:pt x="2073" y="1099"/>
                    <a:pt x="2072" y="1090"/>
                    <a:pt x="2102" y="1074"/>
                  </a:cubicBezTo>
                  <a:cubicBezTo>
                    <a:pt x="2132" y="1059"/>
                    <a:pt x="2112" y="1036"/>
                    <a:pt x="2090" y="1012"/>
                  </a:cubicBezTo>
                  <a:cubicBezTo>
                    <a:pt x="2068" y="988"/>
                    <a:pt x="2086" y="1001"/>
                    <a:pt x="2105" y="961"/>
                  </a:cubicBezTo>
                  <a:cubicBezTo>
                    <a:pt x="2123" y="922"/>
                    <a:pt x="2143" y="945"/>
                    <a:pt x="2143" y="945"/>
                  </a:cubicBezTo>
                  <a:cubicBezTo>
                    <a:pt x="2210" y="886"/>
                    <a:pt x="2219" y="827"/>
                    <a:pt x="2219" y="827"/>
                  </a:cubicBezTo>
                  <a:cubicBezTo>
                    <a:pt x="2208" y="772"/>
                    <a:pt x="2208" y="772"/>
                    <a:pt x="2208" y="772"/>
                  </a:cubicBezTo>
                  <a:cubicBezTo>
                    <a:pt x="2208" y="772"/>
                    <a:pt x="2215" y="743"/>
                    <a:pt x="2196" y="724"/>
                  </a:cubicBezTo>
                  <a:cubicBezTo>
                    <a:pt x="2177" y="705"/>
                    <a:pt x="2184" y="721"/>
                    <a:pt x="2164" y="722"/>
                  </a:cubicBezTo>
                  <a:cubicBezTo>
                    <a:pt x="2144" y="722"/>
                    <a:pt x="2118" y="700"/>
                    <a:pt x="2118" y="700"/>
                  </a:cubicBezTo>
                  <a:cubicBezTo>
                    <a:pt x="2200" y="597"/>
                    <a:pt x="2200" y="597"/>
                    <a:pt x="2200" y="597"/>
                  </a:cubicBezTo>
                  <a:cubicBezTo>
                    <a:pt x="2200" y="597"/>
                    <a:pt x="2259" y="612"/>
                    <a:pt x="2271" y="602"/>
                  </a:cubicBezTo>
                  <a:cubicBezTo>
                    <a:pt x="2283" y="592"/>
                    <a:pt x="2314" y="600"/>
                    <a:pt x="2314" y="600"/>
                  </a:cubicBezTo>
                  <a:cubicBezTo>
                    <a:pt x="2314" y="600"/>
                    <a:pt x="2292" y="608"/>
                    <a:pt x="2339" y="610"/>
                  </a:cubicBezTo>
                  <a:cubicBezTo>
                    <a:pt x="2386" y="611"/>
                    <a:pt x="2355" y="594"/>
                    <a:pt x="2355" y="594"/>
                  </a:cubicBezTo>
                  <a:cubicBezTo>
                    <a:pt x="2357" y="540"/>
                    <a:pt x="2414" y="528"/>
                    <a:pt x="2414" y="539"/>
                  </a:cubicBezTo>
                  <a:cubicBezTo>
                    <a:pt x="2414" y="550"/>
                    <a:pt x="2406" y="569"/>
                    <a:pt x="2420" y="568"/>
                  </a:cubicBezTo>
                  <a:cubicBezTo>
                    <a:pt x="2435" y="568"/>
                    <a:pt x="2464" y="518"/>
                    <a:pt x="2465" y="537"/>
                  </a:cubicBezTo>
                  <a:cubicBezTo>
                    <a:pt x="2466" y="556"/>
                    <a:pt x="2448" y="566"/>
                    <a:pt x="2425" y="603"/>
                  </a:cubicBezTo>
                  <a:cubicBezTo>
                    <a:pt x="2401" y="641"/>
                    <a:pt x="2380" y="635"/>
                    <a:pt x="2384" y="666"/>
                  </a:cubicBezTo>
                  <a:cubicBezTo>
                    <a:pt x="2388" y="697"/>
                    <a:pt x="2425" y="769"/>
                    <a:pt x="2428" y="782"/>
                  </a:cubicBezTo>
                  <a:cubicBezTo>
                    <a:pt x="2430" y="795"/>
                    <a:pt x="2458" y="797"/>
                    <a:pt x="2453" y="766"/>
                  </a:cubicBezTo>
                  <a:cubicBezTo>
                    <a:pt x="2449" y="735"/>
                    <a:pt x="2465" y="736"/>
                    <a:pt x="2465" y="736"/>
                  </a:cubicBezTo>
                  <a:cubicBezTo>
                    <a:pt x="2456" y="710"/>
                    <a:pt x="2484" y="701"/>
                    <a:pt x="2484" y="701"/>
                  </a:cubicBezTo>
                  <a:cubicBezTo>
                    <a:pt x="2484" y="701"/>
                    <a:pt x="2462" y="692"/>
                    <a:pt x="2474" y="674"/>
                  </a:cubicBezTo>
                  <a:cubicBezTo>
                    <a:pt x="2486" y="655"/>
                    <a:pt x="2485" y="635"/>
                    <a:pt x="2476" y="636"/>
                  </a:cubicBezTo>
                  <a:cubicBezTo>
                    <a:pt x="2468" y="636"/>
                    <a:pt x="2455" y="600"/>
                    <a:pt x="2476" y="586"/>
                  </a:cubicBezTo>
                  <a:cubicBezTo>
                    <a:pt x="2496" y="571"/>
                    <a:pt x="2509" y="587"/>
                    <a:pt x="2509" y="587"/>
                  </a:cubicBezTo>
                  <a:cubicBezTo>
                    <a:pt x="2509" y="587"/>
                    <a:pt x="2516" y="571"/>
                    <a:pt x="2528" y="569"/>
                  </a:cubicBezTo>
                  <a:cubicBezTo>
                    <a:pt x="2541" y="568"/>
                    <a:pt x="2560" y="585"/>
                    <a:pt x="2560" y="585"/>
                  </a:cubicBezTo>
                  <a:cubicBezTo>
                    <a:pt x="2560" y="571"/>
                    <a:pt x="2606" y="514"/>
                    <a:pt x="2633" y="518"/>
                  </a:cubicBezTo>
                  <a:cubicBezTo>
                    <a:pt x="2659" y="523"/>
                    <a:pt x="2667" y="559"/>
                    <a:pt x="2662" y="523"/>
                  </a:cubicBezTo>
                  <a:cubicBezTo>
                    <a:pt x="2658" y="488"/>
                    <a:pt x="2626" y="468"/>
                    <a:pt x="2626" y="468"/>
                  </a:cubicBezTo>
                  <a:cubicBezTo>
                    <a:pt x="2642" y="463"/>
                    <a:pt x="2656" y="464"/>
                    <a:pt x="2658" y="449"/>
                  </a:cubicBezTo>
                  <a:cubicBezTo>
                    <a:pt x="2659" y="434"/>
                    <a:pt x="2635" y="417"/>
                    <a:pt x="2650" y="419"/>
                  </a:cubicBezTo>
                  <a:cubicBezTo>
                    <a:pt x="2665" y="422"/>
                    <a:pt x="2668" y="444"/>
                    <a:pt x="2673" y="444"/>
                  </a:cubicBezTo>
                  <a:cubicBezTo>
                    <a:pt x="2678" y="444"/>
                    <a:pt x="2672" y="425"/>
                    <a:pt x="2718" y="460"/>
                  </a:cubicBezTo>
                  <a:cubicBezTo>
                    <a:pt x="2764" y="496"/>
                    <a:pt x="2738" y="463"/>
                    <a:pt x="2752" y="442"/>
                  </a:cubicBezTo>
                  <a:cubicBezTo>
                    <a:pt x="2766" y="422"/>
                    <a:pt x="2794" y="441"/>
                    <a:pt x="2762" y="417"/>
                  </a:cubicBezTo>
                  <a:close/>
                  <a:moveTo>
                    <a:pt x="850" y="1380"/>
                  </a:moveTo>
                  <a:cubicBezTo>
                    <a:pt x="850" y="1380"/>
                    <a:pt x="852" y="1344"/>
                    <a:pt x="815" y="1329"/>
                  </a:cubicBezTo>
                  <a:cubicBezTo>
                    <a:pt x="815" y="1329"/>
                    <a:pt x="825" y="1293"/>
                    <a:pt x="792" y="1260"/>
                  </a:cubicBezTo>
                  <a:cubicBezTo>
                    <a:pt x="792" y="1260"/>
                    <a:pt x="735" y="1133"/>
                    <a:pt x="702" y="1134"/>
                  </a:cubicBezTo>
                  <a:cubicBezTo>
                    <a:pt x="657" y="1134"/>
                    <a:pt x="595" y="1112"/>
                    <a:pt x="595" y="1112"/>
                  </a:cubicBezTo>
                  <a:cubicBezTo>
                    <a:pt x="595" y="1112"/>
                    <a:pt x="557" y="1096"/>
                    <a:pt x="562" y="1133"/>
                  </a:cubicBezTo>
                  <a:cubicBezTo>
                    <a:pt x="566" y="1170"/>
                    <a:pt x="494" y="1127"/>
                    <a:pt x="494" y="1127"/>
                  </a:cubicBezTo>
                  <a:cubicBezTo>
                    <a:pt x="494" y="1127"/>
                    <a:pt x="485" y="1105"/>
                    <a:pt x="452" y="1105"/>
                  </a:cubicBezTo>
                  <a:cubicBezTo>
                    <a:pt x="420" y="1105"/>
                    <a:pt x="416" y="1095"/>
                    <a:pt x="416" y="1095"/>
                  </a:cubicBezTo>
                  <a:cubicBezTo>
                    <a:pt x="416" y="1095"/>
                    <a:pt x="419" y="1085"/>
                    <a:pt x="426" y="1058"/>
                  </a:cubicBezTo>
                  <a:cubicBezTo>
                    <a:pt x="434" y="1030"/>
                    <a:pt x="395" y="1040"/>
                    <a:pt x="395" y="1040"/>
                  </a:cubicBezTo>
                  <a:cubicBezTo>
                    <a:pt x="254" y="1044"/>
                    <a:pt x="287" y="1063"/>
                    <a:pt x="253" y="1070"/>
                  </a:cubicBezTo>
                  <a:cubicBezTo>
                    <a:pt x="226" y="1075"/>
                    <a:pt x="203" y="1065"/>
                    <a:pt x="195" y="1061"/>
                  </a:cubicBezTo>
                  <a:cubicBezTo>
                    <a:pt x="195" y="1060"/>
                    <a:pt x="225" y="1040"/>
                    <a:pt x="244" y="1044"/>
                  </a:cubicBezTo>
                  <a:cubicBezTo>
                    <a:pt x="264" y="1049"/>
                    <a:pt x="279" y="1016"/>
                    <a:pt x="276" y="1004"/>
                  </a:cubicBezTo>
                  <a:cubicBezTo>
                    <a:pt x="274" y="992"/>
                    <a:pt x="286" y="975"/>
                    <a:pt x="298" y="974"/>
                  </a:cubicBezTo>
                  <a:cubicBezTo>
                    <a:pt x="309" y="972"/>
                    <a:pt x="324" y="957"/>
                    <a:pt x="324" y="957"/>
                  </a:cubicBezTo>
                  <a:cubicBezTo>
                    <a:pt x="325" y="932"/>
                    <a:pt x="325" y="932"/>
                    <a:pt x="325" y="932"/>
                  </a:cubicBezTo>
                  <a:cubicBezTo>
                    <a:pt x="343" y="926"/>
                    <a:pt x="365" y="935"/>
                    <a:pt x="369" y="935"/>
                  </a:cubicBezTo>
                  <a:cubicBezTo>
                    <a:pt x="391" y="935"/>
                    <a:pt x="415" y="905"/>
                    <a:pt x="417" y="915"/>
                  </a:cubicBezTo>
                  <a:cubicBezTo>
                    <a:pt x="420" y="926"/>
                    <a:pt x="439" y="955"/>
                    <a:pt x="472" y="973"/>
                  </a:cubicBezTo>
                  <a:cubicBezTo>
                    <a:pt x="504" y="991"/>
                    <a:pt x="503" y="1006"/>
                    <a:pt x="495" y="1013"/>
                  </a:cubicBezTo>
                  <a:cubicBezTo>
                    <a:pt x="487" y="1021"/>
                    <a:pt x="449" y="1024"/>
                    <a:pt x="449" y="1024"/>
                  </a:cubicBezTo>
                  <a:cubicBezTo>
                    <a:pt x="492" y="1049"/>
                    <a:pt x="492" y="1049"/>
                    <a:pt x="492" y="1049"/>
                  </a:cubicBezTo>
                  <a:cubicBezTo>
                    <a:pt x="492" y="1049"/>
                    <a:pt x="490" y="1027"/>
                    <a:pt x="499" y="1027"/>
                  </a:cubicBezTo>
                  <a:cubicBezTo>
                    <a:pt x="508" y="1027"/>
                    <a:pt x="524" y="998"/>
                    <a:pt x="524" y="998"/>
                  </a:cubicBezTo>
                  <a:cubicBezTo>
                    <a:pt x="524" y="998"/>
                    <a:pt x="504" y="988"/>
                    <a:pt x="514" y="983"/>
                  </a:cubicBezTo>
                  <a:cubicBezTo>
                    <a:pt x="524" y="977"/>
                    <a:pt x="536" y="991"/>
                    <a:pt x="536" y="991"/>
                  </a:cubicBezTo>
                  <a:cubicBezTo>
                    <a:pt x="536" y="968"/>
                    <a:pt x="501" y="961"/>
                    <a:pt x="501" y="961"/>
                  </a:cubicBezTo>
                  <a:cubicBezTo>
                    <a:pt x="504" y="951"/>
                    <a:pt x="504" y="951"/>
                    <a:pt x="504" y="951"/>
                  </a:cubicBezTo>
                  <a:cubicBezTo>
                    <a:pt x="504" y="951"/>
                    <a:pt x="499" y="956"/>
                    <a:pt x="490" y="954"/>
                  </a:cubicBezTo>
                  <a:cubicBezTo>
                    <a:pt x="481" y="951"/>
                    <a:pt x="460" y="918"/>
                    <a:pt x="454" y="904"/>
                  </a:cubicBezTo>
                  <a:cubicBezTo>
                    <a:pt x="448" y="889"/>
                    <a:pt x="484" y="892"/>
                    <a:pt x="484" y="892"/>
                  </a:cubicBezTo>
                  <a:cubicBezTo>
                    <a:pt x="488" y="925"/>
                    <a:pt x="546" y="951"/>
                    <a:pt x="546" y="951"/>
                  </a:cubicBezTo>
                  <a:cubicBezTo>
                    <a:pt x="545" y="970"/>
                    <a:pt x="552" y="986"/>
                    <a:pt x="552" y="986"/>
                  </a:cubicBezTo>
                  <a:cubicBezTo>
                    <a:pt x="582" y="1013"/>
                    <a:pt x="581" y="1035"/>
                    <a:pt x="581" y="1035"/>
                  </a:cubicBezTo>
                  <a:cubicBezTo>
                    <a:pt x="614" y="1061"/>
                    <a:pt x="608" y="1028"/>
                    <a:pt x="608" y="1028"/>
                  </a:cubicBezTo>
                  <a:cubicBezTo>
                    <a:pt x="619" y="1032"/>
                    <a:pt x="636" y="1029"/>
                    <a:pt x="636" y="1029"/>
                  </a:cubicBezTo>
                  <a:cubicBezTo>
                    <a:pt x="628" y="1031"/>
                    <a:pt x="583" y="983"/>
                    <a:pt x="605" y="990"/>
                  </a:cubicBezTo>
                  <a:cubicBezTo>
                    <a:pt x="626" y="997"/>
                    <a:pt x="616" y="974"/>
                    <a:pt x="616" y="974"/>
                  </a:cubicBezTo>
                  <a:cubicBezTo>
                    <a:pt x="643" y="977"/>
                    <a:pt x="648" y="990"/>
                    <a:pt x="648" y="990"/>
                  </a:cubicBezTo>
                  <a:cubicBezTo>
                    <a:pt x="661" y="1050"/>
                    <a:pt x="689" y="1059"/>
                    <a:pt x="700" y="1057"/>
                  </a:cubicBezTo>
                  <a:cubicBezTo>
                    <a:pt x="711" y="1055"/>
                    <a:pt x="718" y="1038"/>
                    <a:pt x="718" y="1038"/>
                  </a:cubicBezTo>
                  <a:cubicBezTo>
                    <a:pt x="718" y="1038"/>
                    <a:pt x="724" y="1060"/>
                    <a:pt x="748" y="1056"/>
                  </a:cubicBezTo>
                  <a:cubicBezTo>
                    <a:pt x="772" y="1052"/>
                    <a:pt x="780" y="1043"/>
                    <a:pt x="780" y="1043"/>
                  </a:cubicBezTo>
                  <a:cubicBezTo>
                    <a:pt x="780" y="1043"/>
                    <a:pt x="804" y="1070"/>
                    <a:pt x="787" y="1082"/>
                  </a:cubicBezTo>
                  <a:cubicBezTo>
                    <a:pt x="770" y="1095"/>
                    <a:pt x="779" y="1120"/>
                    <a:pt x="764" y="1131"/>
                  </a:cubicBezTo>
                  <a:cubicBezTo>
                    <a:pt x="749" y="1142"/>
                    <a:pt x="714" y="1138"/>
                    <a:pt x="714" y="1138"/>
                  </a:cubicBezTo>
                  <a:cubicBezTo>
                    <a:pt x="735" y="1149"/>
                    <a:pt x="760" y="1197"/>
                    <a:pt x="760" y="1197"/>
                  </a:cubicBezTo>
                  <a:cubicBezTo>
                    <a:pt x="767" y="1183"/>
                    <a:pt x="777" y="1193"/>
                    <a:pt x="777" y="1193"/>
                  </a:cubicBezTo>
                  <a:cubicBezTo>
                    <a:pt x="777" y="1193"/>
                    <a:pt x="819" y="1236"/>
                    <a:pt x="813" y="1248"/>
                  </a:cubicBezTo>
                  <a:cubicBezTo>
                    <a:pt x="813" y="1248"/>
                    <a:pt x="840" y="1260"/>
                    <a:pt x="841" y="1299"/>
                  </a:cubicBezTo>
                  <a:cubicBezTo>
                    <a:pt x="841" y="1299"/>
                    <a:pt x="873" y="1317"/>
                    <a:pt x="890" y="1360"/>
                  </a:cubicBezTo>
                  <a:cubicBezTo>
                    <a:pt x="907" y="1404"/>
                    <a:pt x="910" y="1429"/>
                    <a:pt x="911" y="1431"/>
                  </a:cubicBezTo>
                  <a:cubicBezTo>
                    <a:pt x="898" y="1413"/>
                    <a:pt x="877" y="1392"/>
                    <a:pt x="850" y="138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2160588" y="3625851"/>
              <a:ext cx="111125" cy="190500"/>
            </a:xfrm>
            <a:custGeom>
              <a:rect b="b" l="l" r="r" t="t"/>
              <a:pathLst>
                <a:path extrusionOk="0" h="191" w="111">
                  <a:moveTo>
                    <a:pt x="20" y="64"/>
                  </a:moveTo>
                  <a:cubicBezTo>
                    <a:pt x="15" y="82"/>
                    <a:pt x="23" y="91"/>
                    <a:pt x="23" y="91"/>
                  </a:cubicBezTo>
                  <a:cubicBezTo>
                    <a:pt x="51" y="87"/>
                    <a:pt x="44" y="105"/>
                    <a:pt x="44" y="105"/>
                  </a:cubicBezTo>
                  <a:cubicBezTo>
                    <a:pt x="44" y="105"/>
                    <a:pt x="53" y="116"/>
                    <a:pt x="43" y="117"/>
                  </a:cubicBezTo>
                  <a:cubicBezTo>
                    <a:pt x="34" y="117"/>
                    <a:pt x="29" y="123"/>
                    <a:pt x="31" y="136"/>
                  </a:cubicBezTo>
                  <a:cubicBezTo>
                    <a:pt x="33" y="148"/>
                    <a:pt x="17" y="136"/>
                    <a:pt x="18" y="146"/>
                  </a:cubicBezTo>
                  <a:cubicBezTo>
                    <a:pt x="18" y="156"/>
                    <a:pt x="33" y="163"/>
                    <a:pt x="30" y="163"/>
                  </a:cubicBezTo>
                  <a:cubicBezTo>
                    <a:pt x="27" y="163"/>
                    <a:pt x="2" y="191"/>
                    <a:pt x="2" y="191"/>
                  </a:cubicBezTo>
                  <a:cubicBezTo>
                    <a:pt x="28" y="174"/>
                    <a:pt x="93" y="173"/>
                    <a:pt x="93" y="173"/>
                  </a:cubicBezTo>
                  <a:cubicBezTo>
                    <a:pt x="111" y="172"/>
                    <a:pt x="103" y="167"/>
                    <a:pt x="103" y="167"/>
                  </a:cubicBezTo>
                  <a:cubicBezTo>
                    <a:pt x="98" y="159"/>
                    <a:pt x="98" y="159"/>
                    <a:pt x="98" y="159"/>
                  </a:cubicBezTo>
                  <a:cubicBezTo>
                    <a:pt x="104" y="144"/>
                    <a:pt x="108" y="129"/>
                    <a:pt x="108" y="129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9" y="115"/>
                    <a:pt x="83" y="101"/>
                    <a:pt x="72" y="94"/>
                  </a:cubicBezTo>
                  <a:cubicBezTo>
                    <a:pt x="61" y="87"/>
                    <a:pt x="58" y="65"/>
                    <a:pt x="58" y="65"/>
                  </a:cubicBezTo>
                  <a:cubicBezTo>
                    <a:pt x="58" y="65"/>
                    <a:pt x="40" y="72"/>
                    <a:pt x="47" y="58"/>
                  </a:cubicBezTo>
                  <a:cubicBezTo>
                    <a:pt x="53" y="44"/>
                    <a:pt x="65" y="27"/>
                    <a:pt x="58" y="26"/>
                  </a:cubicBezTo>
                  <a:cubicBezTo>
                    <a:pt x="50" y="25"/>
                    <a:pt x="20" y="41"/>
                    <a:pt x="33" y="24"/>
                  </a:cubicBezTo>
                  <a:cubicBezTo>
                    <a:pt x="46" y="8"/>
                    <a:pt x="39" y="0"/>
                    <a:pt x="39" y="0"/>
                  </a:cubicBezTo>
                  <a:cubicBezTo>
                    <a:pt x="9" y="4"/>
                    <a:pt x="12" y="20"/>
                    <a:pt x="6" y="41"/>
                  </a:cubicBezTo>
                  <a:cubicBezTo>
                    <a:pt x="0" y="62"/>
                    <a:pt x="25" y="46"/>
                    <a:pt x="20" y="6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2101850" y="3700463"/>
              <a:ext cx="69850" cy="96838"/>
            </a:xfrm>
            <a:custGeom>
              <a:rect b="b" l="l" r="r" t="t"/>
              <a:pathLst>
                <a:path extrusionOk="0" h="98" w="70">
                  <a:moveTo>
                    <a:pt x="20" y="58"/>
                  </a:moveTo>
                  <a:cubicBezTo>
                    <a:pt x="9" y="80"/>
                    <a:pt x="0" y="77"/>
                    <a:pt x="12" y="87"/>
                  </a:cubicBezTo>
                  <a:cubicBezTo>
                    <a:pt x="25" y="98"/>
                    <a:pt x="17" y="79"/>
                    <a:pt x="39" y="75"/>
                  </a:cubicBezTo>
                  <a:cubicBezTo>
                    <a:pt x="60" y="71"/>
                    <a:pt x="54" y="37"/>
                    <a:pt x="54" y="37"/>
                  </a:cubicBezTo>
                  <a:cubicBezTo>
                    <a:pt x="70" y="22"/>
                    <a:pt x="67" y="17"/>
                    <a:pt x="56" y="9"/>
                  </a:cubicBezTo>
                  <a:cubicBezTo>
                    <a:pt x="46" y="0"/>
                    <a:pt x="30" y="3"/>
                    <a:pt x="31" y="16"/>
                  </a:cubicBezTo>
                  <a:cubicBezTo>
                    <a:pt x="33" y="28"/>
                    <a:pt x="41" y="30"/>
                    <a:pt x="24" y="31"/>
                  </a:cubicBezTo>
                  <a:cubicBezTo>
                    <a:pt x="7" y="32"/>
                    <a:pt x="2" y="36"/>
                    <a:pt x="8" y="48"/>
                  </a:cubicBezTo>
                  <a:cubicBezTo>
                    <a:pt x="13" y="60"/>
                    <a:pt x="31" y="35"/>
                    <a:pt x="20" y="5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1924050" y="3424238"/>
              <a:ext cx="144463" cy="90488"/>
            </a:xfrm>
            <a:custGeom>
              <a:rect b="b" l="l" r="r" t="t"/>
              <a:pathLst>
                <a:path extrusionOk="0" h="91" w="145">
                  <a:moveTo>
                    <a:pt x="118" y="65"/>
                  </a:moveTo>
                  <a:cubicBezTo>
                    <a:pt x="132" y="50"/>
                    <a:pt x="129" y="67"/>
                    <a:pt x="136" y="50"/>
                  </a:cubicBezTo>
                  <a:cubicBezTo>
                    <a:pt x="143" y="33"/>
                    <a:pt x="145" y="6"/>
                    <a:pt x="113" y="9"/>
                  </a:cubicBezTo>
                  <a:cubicBezTo>
                    <a:pt x="82" y="12"/>
                    <a:pt x="99" y="11"/>
                    <a:pt x="80" y="15"/>
                  </a:cubicBezTo>
                  <a:cubicBezTo>
                    <a:pt x="60" y="20"/>
                    <a:pt x="57" y="33"/>
                    <a:pt x="47" y="27"/>
                  </a:cubicBezTo>
                  <a:cubicBezTo>
                    <a:pt x="38" y="21"/>
                    <a:pt x="52" y="13"/>
                    <a:pt x="35" y="1"/>
                  </a:cubicBezTo>
                  <a:cubicBezTo>
                    <a:pt x="35" y="1"/>
                    <a:pt x="14" y="0"/>
                    <a:pt x="31" y="21"/>
                  </a:cubicBezTo>
                  <a:cubicBezTo>
                    <a:pt x="31" y="21"/>
                    <a:pt x="14" y="13"/>
                    <a:pt x="7" y="26"/>
                  </a:cubicBezTo>
                  <a:cubicBezTo>
                    <a:pt x="0" y="40"/>
                    <a:pt x="35" y="24"/>
                    <a:pt x="35" y="37"/>
                  </a:cubicBezTo>
                  <a:cubicBezTo>
                    <a:pt x="35" y="51"/>
                    <a:pt x="16" y="50"/>
                    <a:pt x="16" y="50"/>
                  </a:cubicBezTo>
                  <a:cubicBezTo>
                    <a:pt x="16" y="50"/>
                    <a:pt x="48" y="60"/>
                    <a:pt x="31" y="70"/>
                  </a:cubicBezTo>
                  <a:cubicBezTo>
                    <a:pt x="14" y="79"/>
                    <a:pt x="29" y="78"/>
                    <a:pt x="40" y="78"/>
                  </a:cubicBezTo>
                  <a:cubicBezTo>
                    <a:pt x="51" y="78"/>
                    <a:pt x="58" y="88"/>
                    <a:pt x="73" y="89"/>
                  </a:cubicBezTo>
                  <a:cubicBezTo>
                    <a:pt x="88" y="91"/>
                    <a:pt x="104" y="81"/>
                    <a:pt x="118" y="65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3424238" y="4486276"/>
              <a:ext cx="38100" cy="53975"/>
            </a:xfrm>
            <a:custGeom>
              <a:rect b="b" l="l" r="r" t="t"/>
              <a:pathLst>
                <a:path extrusionOk="0" h="54" w="37">
                  <a:moveTo>
                    <a:pt x="12" y="0"/>
                  </a:moveTo>
                  <a:cubicBezTo>
                    <a:pt x="12" y="0"/>
                    <a:pt x="0" y="7"/>
                    <a:pt x="3" y="30"/>
                  </a:cubicBezTo>
                  <a:cubicBezTo>
                    <a:pt x="6" y="53"/>
                    <a:pt x="20" y="54"/>
                    <a:pt x="27" y="52"/>
                  </a:cubicBezTo>
                  <a:cubicBezTo>
                    <a:pt x="34" y="50"/>
                    <a:pt x="37" y="40"/>
                    <a:pt x="33" y="26"/>
                  </a:cubicBezTo>
                  <a:cubicBezTo>
                    <a:pt x="29" y="13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3665538" y="4548188"/>
              <a:ext cx="200025" cy="190500"/>
            </a:xfrm>
            <a:custGeom>
              <a:rect b="b" l="l" r="r" t="t"/>
              <a:pathLst>
                <a:path extrusionOk="0" h="191" w="200">
                  <a:moveTo>
                    <a:pt x="135" y="88"/>
                  </a:moveTo>
                  <a:cubicBezTo>
                    <a:pt x="129" y="65"/>
                    <a:pt x="25" y="2"/>
                    <a:pt x="0" y="0"/>
                  </a:cubicBezTo>
                  <a:cubicBezTo>
                    <a:pt x="0" y="0"/>
                    <a:pt x="68" y="53"/>
                    <a:pt x="79" y="78"/>
                  </a:cubicBezTo>
                  <a:cubicBezTo>
                    <a:pt x="94" y="114"/>
                    <a:pt x="151" y="179"/>
                    <a:pt x="172" y="178"/>
                  </a:cubicBezTo>
                  <a:cubicBezTo>
                    <a:pt x="192" y="177"/>
                    <a:pt x="200" y="191"/>
                    <a:pt x="186" y="132"/>
                  </a:cubicBezTo>
                  <a:cubicBezTo>
                    <a:pt x="186" y="132"/>
                    <a:pt x="141" y="111"/>
                    <a:pt x="135" y="8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3856038" y="4725988"/>
              <a:ext cx="165100" cy="50800"/>
            </a:xfrm>
            <a:custGeom>
              <a:rect b="b" l="l" r="r" t="t"/>
              <a:pathLst>
                <a:path extrusionOk="0" h="52" w="165">
                  <a:moveTo>
                    <a:pt x="163" y="43"/>
                  </a:moveTo>
                  <a:cubicBezTo>
                    <a:pt x="161" y="43"/>
                    <a:pt x="138" y="37"/>
                    <a:pt x="116" y="26"/>
                  </a:cubicBezTo>
                  <a:cubicBezTo>
                    <a:pt x="94" y="15"/>
                    <a:pt x="87" y="18"/>
                    <a:pt x="72" y="19"/>
                  </a:cubicBezTo>
                  <a:cubicBezTo>
                    <a:pt x="56" y="20"/>
                    <a:pt x="43" y="14"/>
                    <a:pt x="35" y="7"/>
                  </a:cubicBezTo>
                  <a:cubicBezTo>
                    <a:pt x="28" y="0"/>
                    <a:pt x="0" y="4"/>
                    <a:pt x="7" y="15"/>
                  </a:cubicBezTo>
                  <a:cubicBezTo>
                    <a:pt x="7" y="15"/>
                    <a:pt x="27" y="37"/>
                    <a:pt x="64" y="38"/>
                  </a:cubicBezTo>
                  <a:cubicBezTo>
                    <a:pt x="101" y="38"/>
                    <a:pt x="117" y="52"/>
                    <a:pt x="138" y="49"/>
                  </a:cubicBezTo>
                  <a:cubicBezTo>
                    <a:pt x="159" y="46"/>
                    <a:pt x="165" y="43"/>
                    <a:pt x="163" y="4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3878263" y="4530726"/>
              <a:ext cx="171450" cy="168275"/>
            </a:xfrm>
            <a:custGeom>
              <a:rect b="b" l="l" r="r" t="t"/>
              <a:pathLst>
                <a:path extrusionOk="0" h="169" w="171">
                  <a:moveTo>
                    <a:pt x="159" y="83"/>
                  </a:moveTo>
                  <a:cubicBezTo>
                    <a:pt x="148" y="83"/>
                    <a:pt x="126" y="61"/>
                    <a:pt x="127" y="51"/>
                  </a:cubicBezTo>
                  <a:cubicBezTo>
                    <a:pt x="128" y="40"/>
                    <a:pt x="153" y="38"/>
                    <a:pt x="148" y="38"/>
                  </a:cubicBezTo>
                  <a:cubicBezTo>
                    <a:pt x="144" y="38"/>
                    <a:pt x="141" y="32"/>
                    <a:pt x="141" y="32"/>
                  </a:cubicBezTo>
                  <a:cubicBezTo>
                    <a:pt x="150" y="25"/>
                    <a:pt x="147" y="21"/>
                    <a:pt x="147" y="21"/>
                  </a:cubicBezTo>
                  <a:cubicBezTo>
                    <a:pt x="134" y="19"/>
                    <a:pt x="126" y="8"/>
                    <a:pt x="120" y="5"/>
                  </a:cubicBezTo>
                  <a:cubicBezTo>
                    <a:pt x="113" y="2"/>
                    <a:pt x="105" y="0"/>
                    <a:pt x="104" y="5"/>
                  </a:cubicBezTo>
                  <a:cubicBezTo>
                    <a:pt x="102" y="10"/>
                    <a:pt x="94" y="31"/>
                    <a:pt x="83" y="31"/>
                  </a:cubicBezTo>
                  <a:cubicBezTo>
                    <a:pt x="72" y="30"/>
                    <a:pt x="77" y="32"/>
                    <a:pt x="72" y="34"/>
                  </a:cubicBezTo>
                  <a:cubicBezTo>
                    <a:pt x="66" y="36"/>
                    <a:pt x="80" y="49"/>
                    <a:pt x="66" y="50"/>
                  </a:cubicBezTo>
                  <a:cubicBezTo>
                    <a:pt x="52" y="51"/>
                    <a:pt x="55" y="54"/>
                    <a:pt x="45" y="70"/>
                  </a:cubicBezTo>
                  <a:cubicBezTo>
                    <a:pt x="35" y="85"/>
                    <a:pt x="32" y="71"/>
                    <a:pt x="17" y="73"/>
                  </a:cubicBezTo>
                  <a:cubicBezTo>
                    <a:pt x="3" y="76"/>
                    <a:pt x="0" y="102"/>
                    <a:pt x="18" y="112"/>
                  </a:cubicBezTo>
                  <a:cubicBezTo>
                    <a:pt x="36" y="122"/>
                    <a:pt x="38" y="150"/>
                    <a:pt x="38" y="150"/>
                  </a:cubicBezTo>
                  <a:cubicBezTo>
                    <a:pt x="55" y="145"/>
                    <a:pt x="52" y="149"/>
                    <a:pt x="77" y="153"/>
                  </a:cubicBezTo>
                  <a:cubicBezTo>
                    <a:pt x="103" y="158"/>
                    <a:pt x="95" y="166"/>
                    <a:pt x="117" y="168"/>
                  </a:cubicBezTo>
                  <a:cubicBezTo>
                    <a:pt x="139" y="169"/>
                    <a:pt x="132" y="131"/>
                    <a:pt x="132" y="131"/>
                  </a:cubicBezTo>
                  <a:cubicBezTo>
                    <a:pt x="150" y="126"/>
                    <a:pt x="145" y="92"/>
                    <a:pt x="145" y="92"/>
                  </a:cubicBezTo>
                  <a:cubicBezTo>
                    <a:pt x="168" y="100"/>
                    <a:pt x="171" y="82"/>
                    <a:pt x="159" y="8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4044950" y="4600576"/>
              <a:ext cx="96838" cy="133350"/>
            </a:xfrm>
            <a:custGeom>
              <a:rect b="b" l="l" r="r" t="t"/>
              <a:pathLst>
                <a:path extrusionOk="0" h="133" w="96">
                  <a:moveTo>
                    <a:pt x="9" y="88"/>
                  </a:moveTo>
                  <a:cubicBezTo>
                    <a:pt x="18" y="89"/>
                    <a:pt x="17" y="90"/>
                    <a:pt x="22" y="109"/>
                  </a:cubicBezTo>
                  <a:cubicBezTo>
                    <a:pt x="26" y="128"/>
                    <a:pt x="32" y="127"/>
                    <a:pt x="32" y="127"/>
                  </a:cubicBezTo>
                  <a:cubicBezTo>
                    <a:pt x="40" y="127"/>
                    <a:pt x="37" y="119"/>
                    <a:pt x="37" y="119"/>
                  </a:cubicBezTo>
                  <a:cubicBezTo>
                    <a:pt x="33" y="101"/>
                    <a:pt x="27" y="82"/>
                    <a:pt x="37" y="85"/>
                  </a:cubicBezTo>
                  <a:cubicBezTo>
                    <a:pt x="46" y="88"/>
                    <a:pt x="51" y="104"/>
                    <a:pt x="66" y="118"/>
                  </a:cubicBezTo>
                  <a:cubicBezTo>
                    <a:pt x="82" y="133"/>
                    <a:pt x="79" y="116"/>
                    <a:pt x="78" y="110"/>
                  </a:cubicBezTo>
                  <a:cubicBezTo>
                    <a:pt x="77" y="104"/>
                    <a:pt x="72" y="102"/>
                    <a:pt x="72" y="102"/>
                  </a:cubicBezTo>
                  <a:cubicBezTo>
                    <a:pt x="60" y="102"/>
                    <a:pt x="69" y="86"/>
                    <a:pt x="61" y="85"/>
                  </a:cubicBezTo>
                  <a:cubicBezTo>
                    <a:pt x="52" y="85"/>
                    <a:pt x="48" y="70"/>
                    <a:pt x="48" y="70"/>
                  </a:cubicBezTo>
                  <a:cubicBezTo>
                    <a:pt x="48" y="70"/>
                    <a:pt x="42" y="60"/>
                    <a:pt x="54" y="57"/>
                  </a:cubicBezTo>
                  <a:cubicBezTo>
                    <a:pt x="65" y="54"/>
                    <a:pt x="70" y="46"/>
                    <a:pt x="70" y="46"/>
                  </a:cubicBezTo>
                  <a:cubicBezTo>
                    <a:pt x="55" y="39"/>
                    <a:pt x="44" y="48"/>
                    <a:pt x="36" y="48"/>
                  </a:cubicBezTo>
                  <a:cubicBezTo>
                    <a:pt x="28" y="47"/>
                    <a:pt x="21" y="68"/>
                    <a:pt x="20" y="46"/>
                  </a:cubicBezTo>
                  <a:cubicBezTo>
                    <a:pt x="19" y="24"/>
                    <a:pt x="41" y="33"/>
                    <a:pt x="58" y="33"/>
                  </a:cubicBezTo>
                  <a:cubicBezTo>
                    <a:pt x="76" y="32"/>
                    <a:pt x="79" y="28"/>
                    <a:pt x="88" y="20"/>
                  </a:cubicBezTo>
                  <a:cubicBezTo>
                    <a:pt x="96" y="12"/>
                    <a:pt x="84" y="0"/>
                    <a:pt x="81" y="9"/>
                  </a:cubicBezTo>
                  <a:cubicBezTo>
                    <a:pt x="79" y="18"/>
                    <a:pt x="72" y="19"/>
                    <a:pt x="58" y="21"/>
                  </a:cubicBezTo>
                  <a:cubicBezTo>
                    <a:pt x="44" y="23"/>
                    <a:pt x="50" y="19"/>
                    <a:pt x="30" y="16"/>
                  </a:cubicBezTo>
                  <a:cubicBezTo>
                    <a:pt x="10" y="14"/>
                    <a:pt x="10" y="31"/>
                    <a:pt x="12" y="40"/>
                  </a:cubicBezTo>
                  <a:cubicBezTo>
                    <a:pt x="13" y="49"/>
                    <a:pt x="8" y="41"/>
                    <a:pt x="10" y="51"/>
                  </a:cubicBezTo>
                  <a:cubicBezTo>
                    <a:pt x="13" y="61"/>
                    <a:pt x="14" y="66"/>
                    <a:pt x="8" y="75"/>
                  </a:cubicBezTo>
                  <a:cubicBezTo>
                    <a:pt x="2" y="84"/>
                    <a:pt x="0" y="87"/>
                    <a:pt x="9" y="8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4024313" y="4760913"/>
              <a:ext cx="57150" cy="22225"/>
            </a:xfrm>
            <a:custGeom>
              <a:rect b="b" l="l" r="r" t="t"/>
              <a:pathLst>
                <a:path extrusionOk="0" h="22" w="57">
                  <a:moveTo>
                    <a:pt x="46" y="16"/>
                  </a:moveTo>
                  <a:cubicBezTo>
                    <a:pt x="57" y="15"/>
                    <a:pt x="52" y="6"/>
                    <a:pt x="36" y="8"/>
                  </a:cubicBezTo>
                  <a:cubicBezTo>
                    <a:pt x="20" y="10"/>
                    <a:pt x="14" y="0"/>
                    <a:pt x="0" y="16"/>
                  </a:cubicBezTo>
                  <a:cubicBezTo>
                    <a:pt x="0" y="16"/>
                    <a:pt x="3" y="22"/>
                    <a:pt x="15" y="22"/>
                  </a:cubicBezTo>
                  <a:cubicBezTo>
                    <a:pt x="27" y="21"/>
                    <a:pt x="35" y="16"/>
                    <a:pt x="46" y="1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4071938" y="4783138"/>
              <a:ext cx="39688" cy="25400"/>
            </a:xfrm>
            <a:custGeom>
              <a:rect b="b" l="l" r="r" t="t"/>
              <a:pathLst>
                <a:path extrusionOk="0" h="26" w="39">
                  <a:moveTo>
                    <a:pt x="10" y="4"/>
                  </a:moveTo>
                  <a:cubicBezTo>
                    <a:pt x="1" y="5"/>
                    <a:pt x="1" y="0"/>
                    <a:pt x="0" y="6"/>
                  </a:cubicBezTo>
                  <a:cubicBezTo>
                    <a:pt x="0" y="6"/>
                    <a:pt x="2" y="13"/>
                    <a:pt x="12" y="13"/>
                  </a:cubicBezTo>
                  <a:cubicBezTo>
                    <a:pt x="22" y="13"/>
                    <a:pt x="21" y="26"/>
                    <a:pt x="26" y="24"/>
                  </a:cubicBezTo>
                  <a:cubicBezTo>
                    <a:pt x="31" y="21"/>
                    <a:pt x="39" y="20"/>
                    <a:pt x="27" y="11"/>
                  </a:cubicBezTo>
                  <a:cubicBezTo>
                    <a:pt x="16" y="2"/>
                    <a:pt x="20" y="2"/>
                    <a:pt x="10" y="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4141788" y="4770438"/>
              <a:ext cx="57150" cy="44450"/>
            </a:xfrm>
            <a:custGeom>
              <a:rect b="b" l="l" r="r" t="t"/>
              <a:pathLst>
                <a:path extrusionOk="0" h="45" w="57">
                  <a:moveTo>
                    <a:pt x="10" y="34"/>
                  </a:moveTo>
                  <a:cubicBezTo>
                    <a:pt x="14" y="34"/>
                    <a:pt x="26" y="29"/>
                    <a:pt x="29" y="19"/>
                  </a:cubicBezTo>
                  <a:cubicBezTo>
                    <a:pt x="31" y="8"/>
                    <a:pt x="46" y="17"/>
                    <a:pt x="54" y="7"/>
                  </a:cubicBezTo>
                  <a:cubicBezTo>
                    <a:pt x="54" y="7"/>
                    <a:pt x="57" y="0"/>
                    <a:pt x="41" y="1"/>
                  </a:cubicBezTo>
                  <a:cubicBezTo>
                    <a:pt x="24" y="1"/>
                    <a:pt x="25" y="6"/>
                    <a:pt x="20" y="17"/>
                  </a:cubicBezTo>
                  <a:cubicBezTo>
                    <a:pt x="14" y="27"/>
                    <a:pt x="9" y="12"/>
                    <a:pt x="0" y="45"/>
                  </a:cubicBezTo>
                  <a:cubicBezTo>
                    <a:pt x="0" y="45"/>
                    <a:pt x="5" y="35"/>
                    <a:pt x="10" y="3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4202113" y="4643438"/>
              <a:ext cx="393700" cy="173038"/>
            </a:xfrm>
            <a:custGeom>
              <a:rect b="b" l="l" r="r" t="t"/>
              <a:pathLst>
                <a:path extrusionOk="0" h="173" w="392">
                  <a:moveTo>
                    <a:pt x="82" y="23"/>
                  </a:moveTo>
                  <a:cubicBezTo>
                    <a:pt x="77" y="1"/>
                    <a:pt x="78" y="0"/>
                    <a:pt x="52" y="0"/>
                  </a:cubicBezTo>
                  <a:cubicBezTo>
                    <a:pt x="25" y="1"/>
                    <a:pt x="0" y="7"/>
                    <a:pt x="27" y="16"/>
                  </a:cubicBezTo>
                  <a:cubicBezTo>
                    <a:pt x="53" y="25"/>
                    <a:pt x="41" y="35"/>
                    <a:pt x="54" y="40"/>
                  </a:cubicBezTo>
                  <a:cubicBezTo>
                    <a:pt x="67" y="44"/>
                    <a:pt x="69" y="62"/>
                    <a:pt x="71" y="62"/>
                  </a:cubicBezTo>
                  <a:cubicBezTo>
                    <a:pt x="73" y="62"/>
                    <a:pt x="78" y="51"/>
                    <a:pt x="78" y="51"/>
                  </a:cubicBezTo>
                  <a:cubicBezTo>
                    <a:pt x="88" y="58"/>
                    <a:pt x="104" y="69"/>
                    <a:pt x="127" y="70"/>
                  </a:cubicBezTo>
                  <a:cubicBezTo>
                    <a:pt x="149" y="72"/>
                    <a:pt x="172" y="95"/>
                    <a:pt x="176" y="110"/>
                  </a:cubicBezTo>
                  <a:cubicBezTo>
                    <a:pt x="180" y="126"/>
                    <a:pt x="144" y="104"/>
                    <a:pt x="156" y="120"/>
                  </a:cubicBezTo>
                  <a:cubicBezTo>
                    <a:pt x="168" y="136"/>
                    <a:pt x="181" y="120"/>
                    <a:pt x="193" y="121"/>
                  </a:cubicBezTo>
                  <a:cubicBezTo>
                    <a:pt x="205" y="123"/>
                    <a:pt x="217" y="142"/>
                    <a:pt x="217" y="142"/>
                  </a:cubicBezTo>
                  <a:cubicBezTo>
                    <a:pt x="217" y="142"/>
                    <a:pt x="245" y="149"/>
                    <a:pt x="247" y="136"/>
                  </a:cubicBezTo>
                  <a:cubicBezTo>
                    <a:pt x="249" y="123"/>
                    <a:pt x="253" y="102"/>
                    <a:pt x="284" y="122"/>
                  </a:cubicBezTo>
                  <a:cubicBezTo>
                    <a:pt x="315" y="142"/>
                    <a:pt x="323" y="160"/>
                    <a:pt x="347" y="159"/>
                  </a:cubicBezTo>
                  <a:cubicBezTo>
                    <a:pt x="372" y="158"/>
                    <a:pt x="392" y="173"/>
                    <a:pt x="316" y="118"/>
                  </a:cubicBezTo>
                  <a:cubicBezTo>
                    <a:pt x="241" y="64"/>
                    <a:pt x="298" y="56"/>
                    <a:pt x="186" y="34"/>
                  </a:cubicBezTo>
                  <a:cubicBezTo>
                    <a:pt x="181" y="27"/>
                    <a:pt x="161" y="31"/>
                    <a:pt x="143" y="23"/>
                  </a:cubicBezTo>
                  <a:cubicBezTo>
                    <a:pt x="124" y="16"/>
                    <a:pt x="113" y="27"/>
                    <a:pt x="107" y="37"/>
                  </a:cubicBezTo>
                  <a:cubicBezTo>
                    <a:pt x="100" y="48"/>
                    <a:pt x="88" y="46"/>
                    <a:pt x="82" y="2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4078288" y="4764088"/>
              <a:ext cx="79375" cy="19050"/>
            </a:xfrm>
            <a:custGeom>
              <a:rect b="b" l="l" r="r" t="t"/>
              <a:pathLst>
                <a:path extrusionOk="0" h="18" w="79">
                  <a:moveTo>
                    <a:pt x="34" y="15"/>
                  </a:moveTo>
                  <a:cubicBezTo>
                    <a:pt x="48" y="13"/>
                    <a:pt x="58" y="9"/>
                    <a:pt x="79" y="7"/>
                  </a:cubicBezTo>
                  <a:cubicBezTo>
                    <a:pt x="79" y="7"/>
                    <a:pt x="65" y="0"/>
                    <a:pt x="35" y="8"/>
                  </a:cubicBezTo>
                  <a:cubicBezTo>
                    <a:pt x="35" y="8"/>
                    <a:pt x="28" y="4"/>
                    <a:pt x="11" y="4"/>
                  </a:cubicBezTo>
                  <a:cubicBezTo>
                    <a:pt x="0" y="4"/>
                    <a:pt x="9" y="8"/>
                    <a:pt x="9" y="8"/>
                  </a:cubicBezTo>
                  <a:cubicBezTo>
                    <a:pt x="9" y="8"/>
                    <a:pt x="21" y="18"/>
                    <a:pt x="34" y="15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4162425" y="4684713"/>
              <a:ext cx="17463" cy="14288"/>
            </a:xfrm>
            <a:custGeom>
              <a:rect b="b" l="l" r="r" t="t"/>
              <a:pathLst>
                <a:path extrusionOk="0" h="14" w="18">
                  <a:moveTo>
                    <a:pt x="9" y="2"/>
                  </a:moveTo>
                  <a:cubicBezTo>
                    <a:pt x="0" y="0"/>
                    <a:pt x="8" y="2"/>
                    <a:pt x="0" y="5"/>
                  </a:cubicBezTo>
                  <a:cubicBezTo>
                    <a:pt x="0" y="5"/>
                    <a:pt x="5" y="14"/>
                    <a:pt x="12" y="14"/>
                  </a:cubicBezTo>
                  <a:cubicBezTo>
                    <a:pt x="18" y="14"/>
                    <a:pt x="18" y="4"/>
                    <a:pt x="9" y="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4191000" y="4681538"/>
              <a:ext cx="53975" cy="19050"/>
            </a:xfrm>
            <a:custGeom>
              <a:rect b="b" l="l" r="r" t="t"/>
              <a:pathLst>
                <a:path extrusionOk="0" h="19" w="53">
                  <a:moveTo>
                    <a:pt x="6" y="16"/>
                  </a:moveTo>
                  <a:cubicBezTo>
                    <a:pt x="12" y="13"/>
                    <a:pt x="19" y="8"/>
                    <a:pt x="34" y="12"/>
                  </a:cubicBezTo>
                  <a:cubicBezTo>
                    <a:pt x="48" y="16"/>
                    <a:pt x="53" y="12"/>
                    <a:pt x="47" y="8"/>
                  </a:cubicBezTo>
                  <a:cubicBezTo>
                    <a:pt x="41" y="4"/>
                    <a:pt x="26" y="2"/>
                    <a:pt x="0" y="0"/>
                  </a:cubicBezTo>
                  <a:cubicBezTo>
                    <a:pt x="0" y="0"/>
                    <a:pt x="1" y="19"/>
                    <a:pt x="6" y="1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4159250" y="4595813"/>
              <a:ext cx="38100" cy="65088"/>
            </a:xfrm>
            <a:custGeom>
              <a:rect b="b" l="l" r="r" t="t"/>
              <a:pathLst>
                <a:path extrusionOk="0" h="66" w="37">
                  <a:moveTo>
                    <a:pt x="2" y="22"/>
                  </a:moveTo>
                  <a:cubicBezTo>
                    <a:pt x="0" y="29"/>
                    <a:pt x="16" y="26"/>
                    <a:pt x="17" y="38"/>
                  </a:cubicBezTo>
                  <a:cubicBezTo>
                    <a:pt x="19" y="51"/>
                    <a:pt x="23" y="66"/>
                    <a:pt x="26" y="53"/>
                  </a:cubicBezTo>
                  <a:cubicBezTo>
                    <a:pt x="29" y="39"/>
                    <a:pt x="37" y="41"/>
                    <a:pt x="27" y="29"/>
                  </a:cubicBezTo>
                  <a:cubicBezTo>
                    <a:pt x="17" y="17"/>
                    <a:pt x="13" y="12"/>
                    <a:pt x="21" y="0"/>
                  </a:cubicBezTo>
                  <a:cubicBezTo>
                    <a:pt x="21" y="0"/>
                    <a:pt x="4" y="15"/>
                    <a:pt x="2" y="2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4281488" y="4719638"/>
              <a:ext cx="31750" cy="36513"/>
            </a:xfrm>
            <a:custGeom>
              <a:rect b="b" l="l" r="r" t="t"/>
              <a:pathLst>
                <a:path extrusionOk="0" h="36" w="32">
                  <a:moveTo>
                    <a:pt x="18" y="0"/>
                  </a:moveTo>
                  <a:cubicBezTo>
                    <a:pt x="18" y="0"/>
                    <a:pt x="19" y="23"/>
                    <a:pt x="10" y="25"/>
                  </a:cubicBezTo>
                  <a:cubicBezTo>
                    <a:pt x="0" y="26"/>
                    <a:pt x="28" y="36"/>
                    <a:pt x="26" y="21"/>
                  </a:cubicBezTo>
                  <a:cubicBezTo>
                    <a:pt x="24" y="6"/>
                    <a:pt x="32" y="9"/>
                    <a:pt x="18" y="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4246563" y="4738688"/>
              <a:ext cx="26988" cy="31750"/>
            </a:xfrm>
            <a:custGeom>
              <a:rect b="b" l="l" r="r" t="t"/>
              <a:pathLst>
                <a:path extrusionOk="0" h="31" w="27">
                  <a:moveTo>
                    <a:pt x="9" y="20"/>
                  </a:moveTo>
                  <a:cubicBezTo>
                    <a:pt x="9" y="20"/>
                    <a:pt x="0" y="31"/>
                    <a:pt x="14" y="28"/>
                  </a:cubicBezTo>
                  <a:cubicBezTo>
                    <a:pt x="27" y="24"/>
                    <a:pt x="10" y="0"/>
                    <a:pt x="13" y="9"/>
                  </a:cubicBezTo>
                  <a:cubicBezTo>
                    <a:pt x="15" y="18"/>
                    <a:pt x="9" y="20"/>
                    <a:pt x="9" y="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4021138" y="4803776"/>
              <a:ext cx="687388" cy="560388"/>
            </a:xfrm>
            <a:custGeom>
              <a:rect b="b" l="l" r="r" t="t"/>
              <a:pathLst>
                <a:path extrusionOk="0" h="560" w="688">
                  <a:moveTo>
                    <a:pt x="673" y="318"/>
                  </a:moveTo>
                  <a:cubicBezTo>
                    <a:pt x="658" y="252"/>
                    <a:pt x="617" y="237"/>
                    <a:pt x="617" y="237"/>
                  </a:cubicBezTo>
                  <a:cubicBezTo>
                    <a:pt x="607" y="207"/>
                    <a:pt x="590" y="214"/>
                    <a:pt x="590" y="214"/>
                  </a:cubicBezTo>
                  <a:cubicBezTo>
                    <a:pt x="590" y="214"/>
                    <a:pt x="571" y="167"/>
                    <a:pt x="548" y="162"/>
                  </a:cubicBezTo>
                  <a:cubicBezTo>
                    <a:pt x="525" y="158"/>
                    <a:pt x="504" y="127"/>
                    <a:pt x="489" y="93"/>
                  </a:cubicBezTo>
                  <a:cubicBezTo>
                    <a:pt x="474" y="60"/>
                    <a:pt x="461" y="83"/>
                    <a:pt x="457" y="66"/>
                  </a:cubicBezTo>
                  <a:cubicBezTo>
                    <a:pt x="452" y="49"/>
                    <a:pt x="425" y="0"/>
                    <a:pt x="417" y="8"/>
                  </a:cubicBezTo>
                  <a:cubicBezTo>
                    <a:pt x="409" y="15"/>
                    <a:pt x="424" y="82"/>
                    <a:pt x="424" y="112"/>
                  </a:cubicBezTo>
                  <a:cubicBezTo>
                    <a:pt x="424" y="143"/>
                    <a:pt x="370" y="107"/>
                    <a:pt x="345" y="88"/>
                  </a:cubicBezTo>
                  <a:cubicBezTo>
                    <a:pt x="320" y="69"/>
                    <a:pt x="347" y="60"/>
                    <a:pt x="345" y="41"/>
                  </a:cubicBezTo>
                  <a:cubicBezTo>
                    <a:pt x="344" y="22"/>
                    <a:pt x="312" y="27"/>
                    <a:pt x="287" y="27"/>
                  </a:cubicBezTo>
                  <a:cubicBezTo>
                    <a:pt x="262" y="27"/>
                    <a:pt x="236" y="31"/>
                    <a:pt x="233" y="60"/>
                  </a:cubicBezTo>
                  <a:cubicBezTo>
                    <a:pt x="230" y="90"/>
                    <a:pt x="212" y="77"/>
                    <a:pt x="212" y="77"/>
                  </a:cubicBezTo>
                  <a:cubicBezTo>
                    <a:pt x="212" y="77"/>
                    <a:pt x="220" y="63"/>
                    <a:pt x="193" y="61"/>
                  </a:cubicBezTo>
                  <a:cubicBezTo>
                    <a:pt x="167" y="59"/>
                    <a:pt x="169" y="82"/>
                    <a:pt x="156" y="94"/>
                  </a:cubicBezTo>
                  <a:cubicBezTo>
                    <a:pt x="142" y="107"/>
                    <a:pt x="155" y="129"/>
                    <a:pt x="145" y="112"/>
                  </a:cubicBezTo>
                  <a:cubicBezTo>
                    <a:pt x="136" y="95"/>
                    <a:pt x="125" y="107"/>
                    <a:pt x="127" y="120"/>
                  </a:cubicBezTo>
                  <a:cubicBezTo>
                    <a:pt x="129" y="132"/>
                    <a:pt x="129" y="159"/>
                    <a:pt x="110" y="161"/>
                  </a:cubicBezTo>
                  <a:cubicBezTo>
                    <a:pt x="90" y="163"/>
                    <a:pt x="50" y="174"/>
                    <a:pt x="25" y="202"/>
                  </a:cubicBezTo>
                  <a:cubicBezTo>
                    <a:pt x="0" y="230"/>
                    <a:pt x="13" y="227"/>
                    <a:pt x="22" y="259"/>
                  </a:cubicBezTo>
                  <a:cubicBezTo>
                    <a:pt x="31" y="291"/>
                    <a:pt x="20" y="282"/>
                    <a:pt x="23" y="295"/>
                  </a:cubicBezTo>
                  <a:cubicBezTo>
                    <a:pt x="25" y="308"/>
                    <a:pt x="71" y="373"/>
                    <a:pt x="81" y="398"/>
                  </a:cubicBezTo>
                  <a:cubicBezTo>
                    <a:pt x="91" y="423"/>
                    <a:pt x="78" y="431"/>
                    <a:pt x="78" y="431"/>
                  </a:cubicBezTo>
                  <a:cubicBezTo>
                    <a:pt x="83" y="462"/>
                    <a:pt x="96" y="469"/>
                    <a:pt x="127" y="468"/>
                  </a:cubicBezTo>
                  <a:cubicBezTo>
                    <a:pt x="157" y="466"/>
                    <a:pt x="138" y="434"/>
                    <a:pt x="164" y="439"/>
                  </a:cubicBezTo>
                  <a:cubicBezTo>
                    <a:pt x="189" y="443"/>
                    <a:pt x="217" y="434"/>
                    <a:pt x="217" y="434"/>
                  </a:cubicBezTo>
                  <a:cubicBezTo>
                    <a:pt x="233" y="399"/>
                    <a:pt x="271" y="415"/>
                    <a:pt x="284" y="404"/>
                  </a:cubicBezTo>
                  <a:cubicBezTo>
                    <a:pt x="297" y="392"/>
                    <a:pt x="324" y="391"/>
                    <a:pt x="341" y="391"/>
                  </a:cubicBezTo>
                  <a:cubicBezTo>
                    <a:pt x="358" y="391"/>
                    <a:pt x="403" y="428"/>
                    <a:pt x="404" y="440"/>
                  </a:cubicBezTo>
                  <a:cubicBezTo>
                    <a:pt x="405" y="453"/>
                    <a:pt x="427" y="474"/>
                    <a:pt x="422" y="461"/>
                  </a:cubicBezTo>
                  <a:cubicBezTo>
                    <a:pt x="416" y="447"/>
                    <a:pt x="443" y="418"/>
                    <a:pt x="443" y="418"/>
                  </a:cubicBezTo>
                  <a:cubicBezTo>
                    <a:pt x="457" y="423"/>
                    <a:pt x="453" y="460"/>
                    <a:pt x="453" y="460"/>
                  </a:cubicBezTo>
                  <a:cubicBezTo>
                    <a:pt x="462" y="446"/>
                    <a:pt x="467" y="478"/>
                    <a:pt x="467" y="478"/>
                  </a:cubicBezTo>
                  <a:cubicBezTo>
                    <a:pt x="477" y="481"/>
                    <a:pt x="483" y="468"/>
                    <a:pt x="495" y="503"/>
                  </a:cubicBezTo>
                  <a:cubicBezTo>
                    <a:pt x="506" y="539"/>
                    <a:pt x="552" y="548"/>
                    <a:pt x="562" y="554"/>
                  </a:cubicBezTo>
                  <a:cubicBezTo>
                    <a:pt x="572" y="560"/>
                    <a:pt x="580" y="535"/>
                    <a:pt x="580" y="535"/>
                  </a:cubicBezTo>
                  <a:cubicBezTo>
                    <a:pt x="605" y="558"/>
                    <a:pt x="622" y="553"/>
                    <a:pt x="622" y="553"/>
                  </a:cubicBezTo>
                  <a:cubicBezTo>
                    <a:pt x="631" y="518"/>
                    <a:pt x="679" y="532"/>
                    <a:pt x="679" y="532"/>
                  </a:cubicBezTo>
                  <a:cubicBezTo>
                    <a:pt x="670" y="513"/>
                    <a:pt x="665" y="450"/>
                    <a:pt x="672" y="420"/>
                  </a:cubicBezTo>
                  <a:cubicBezTo>
                    <a:pt x="680" y="389"/>
                    <a:pt x="688" y="386"/>
                    <a:pt x="673" y="31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4619625" y="5403851"/>
              <a:ext cx="76200" cy="77788"/>
            </a:xfrm>
            <a:custGeom>
              <a:rect b="b" l="l" r="r" t="t"/>
              <a:pathLst>
                <a:path extrusionOk="0" h="77" w="76">
                  <a:moveTo>
                    <a:pt x="37" y="10"/>
                  </a:moveTo>
                  <a:cubicBezTo>
                    <a:pt x="19" y="10"/>
                    <a:pt x="0" y="0"/>
                    <a:pt x="0" y="0"/>
                  </a:cubicBezTo>
                  <a:cubicBezTo>
                    <a:pt x="3" y="21"/>
                    <a:pt x="22" y="31"/>
                    <a:pt x="22" y="31"/>
                  </a:cubicBezTo>
                  <a:cubicBezTo>
                    <a:pt x="28" y="57"/>
                    <a:pt x="36" y="67"/>
                    <a:pt x="49" y="72"/>
                  </a:cubicBezTo>
                  <a:cubicBezTo>
                    <a:pt x="63" y="77"/>
                    <a:pt x="63" y="61"/>
                    <a:pt x="69" y="46"/>
                  </a:cubicBezTo>
                  <a:cubicBezTo>
                    <a:pt x="76" y="30"/>
                    <a:pt x="59" y="5"/>
                    <a:pt x="59" y="5"/>
                  </a:cubicBezTo>
                  <a:cubicBezTo>
                    <a:pt x="59" y="5"/>
                    <a:pt x="55" y="10"/>
                    <a:pt x="37" y="1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4094163" y="4102101"/>
              <a:ext cx="49213" cy="57150"/>
            </a:xfrm>
            <a:custGeom>
              <a:rect b="b" l="l" r="r" t="t"/>
              <a:pathLst>
                <a:path extrusionOk="0" h="57" w="49">
                  <a:moveTo>
                    <a:pt x="0" y="20"/>
                  </a:moveTo>
                  <a:cubicBezTo>
                    <a:pt x="0" y="20"/>
                    <a:pt x="5" y="23"/>
                    <a:pt x="12" y="20"/>
                  </a:cubicBezTo>
                  <a:cubicBezTo>
                    <a:pt x="19" y="17"/>
                    <a:pt x="3" y="28"/>
                    <a:pt x="11" y="42"/>
                  </a:cubicBezTo>
                  <a:cubicBezTo>
                    <a:pt x="19" y="55"/>
                    <a:pt x="23" y="57"/>
                    <a:pt x="29" y="51"/>
                  </a:cubicBezTo>
                  <a:cubicBezTo>
                    <a:pt x="35" y="44"/>
                    <a:pt x="49" y="37"/>
                    <a:pt x="37" y="19"/>
                  </a:cubicBezTo>
                  <a:cubicBezTo>
                    <a:pt x="25" y="1"/>
                    <a:pt x="10" y="0"/>
                    <a:pt x="0" y="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4108450" y="3983038"/>
              <a:ext cx="149225" cy="142875"/>
            </a:xfrm>
            <a:custGeom>
              <a:rect b="b" l="l" r="r" t="t"/>
              <a:pathLst>
                <a:path extrusionOk="0" h="144" w="149">
                  <a:moveTo>
                    <a:pt x="23" y="100"/>
                  </a:moveTo>
                  <a:cubicBezTo>
                    <a:pt x="10" y="101"/>
                    <a:pt x="0" y="118"/>
                    <a:pt x="0" y="118"/>
                  </a:cubicBezTo>
                  <a:cubicBezTo>
                    <a:pt x="13" y="122"/>
                    <a:pt x="16" y="120"/>
                    <a:pt x="16" y="120"/>
                  </a:cubicBezTo>
                  <a:cubicBezTo>
                    <a:pt x="35" y="102"/>
                    <a:pt x="60" y="113"/>
                    <a:pt x="60" y="113"/>
                  </a:cubicBezTo>
                  <a:cubicBezTo>
                    <a:pt x="61" y="119"/>
                    <a:pt x="60" y="121"/>
                    <a:pt x="63" y="124"/>
                  </a:cubicBezTo>
                  <a:cubicBezTo>
                    <a:pt x="82" y="144"/>
                    <a:pt x="82" y="104"/>
                    <a:pt x="82" y="104"/>
                  </a:cubicBezTo>
                  <a:cubicBezTo>
                    <a:pt x="93" y="107"/>
                    <a:pt x="91" y="110"/>
                    <a:pt x="103" y="113"/>
                  </a:cubicBezTo>
                  <a:cubicBezTo>
                    <a:pt x="114" y="115"/>
                    <a:pt x="119" y="96"/>
                    <a:pt x="119" y="96"/>
                  </a:cubicBezTo>
                  <a:cubicBezTo>
                    <a:pt x="119" y="96"/>
                    <a:pt x="123" y="110"/>
                    <a:pt x="136" y="103"/>
                  </a:cubicBezTo>
                  <a:cubicBezTo>
                    <a:pt x="149" y="95"/>
                    <a:pt x="127" y="51"/>
                    <a:pt x="127" y="51"/>
                  </a:cubicBezTo>
                  <a:cubicBezTo>
                    <a:pt x="127" y="51"/>
                    <a:pt x="143" y="40"/>
                    <a:pt x="137" y="25"/>
                  </a:cubicBezTo>
                  <a:cubicBezTo>
                    <a:pt x="130" y="9"/>
                    <a:pt x="122" y="0"/>
                    <a:pt x="113" y="0"/>
                  </a:cubicBezTo>
                  <a:cubicBezTo>
                    <a:pt x="103" y="0"/>
                    <a:pt x="104" y="8"/>
                    <a:pt x="104" y="8"/>
                  </a:cubicBezTo>
                  <a:cubicBezTo>
                    <a:pt x="110" y="28"/>
                    <a:pt x="104" y="69"/>
                    <a:pt x="93" y="71"/>
                  </a:cubicBezTo>
                  <a:cubicBezTo>
                    <a:pt x="81" y="73"/>
                    <a:pt x="76" y="75"/>
                    <a:pt x="71" y="86"/>
                  </a:cubicBezTo>
                  <a:cubicBezTo>
                    <a:pt x="66" y="98"/>
                    <a:pt x="37" y="98"/>
                    <a:pt x="23" y="10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4197350" y="3900488"/>
              <a:ext cx="87313" cy="74613"/>
            </a:xfrm>
            <a:custGeom>
              <a:rect b="b" l="l" r="r" t="t"/>
              <a:pathLst>
                <a:path extrusionOk="0" h="74" w="87">
                  <a:moveTo>
                    <a:pt x="68" y="27"/>
                  </a:moveTo>
                  <a:cubicBezTo>
                    <a:pt x="49" y="21"/>
                    <a:pt x="32" y="16"/>
                    <a:pt x="23" y="0"/>
                  </a:cubicBezTo>
                  <a:cubicBezTo>
                    <a:pt x="23" y="0"/>
                    <a:pt x="12" y="2"/>
                    <a:pt x="22" y="34"/>
                  </a:cubicBezTo>
                  <a:cubicBezTo>
                    <a:pt x="22" y="34"/>
                    <a:pt x="24" y="44"/>
                    <a:pt x="13" y="45"/>
                  </a:cubicBezTo>
                  <a:cubicBezTo>
                    <a:pt x="1" y="46"/>
                    <a:pt x="0" y="61"/>
                    <a:pt x="26" y="67"/>
                  </a:cubicBezTo>
                  <a:cubicBezTo>
                    <a:pt x="26" y="67"/>
                    <a:pt x="5" y="56"/>
                    <a:pt x="23" y="56"/>
                  </a:cubicBezTo>
                  <a:cubicBezTo>
                    <a:pt x="41" y="56"/>
                    <a:pt x="43" y="74"/>
                    <a:pt x="57" y="67"/>
                  </a:cubicBezTo>
                  <a:cubicBezTo>
                    <a:pt x="70" y="59"/>
                    <a:pt x="49" y="48"/>
                    <a:pt x="81" y="49"/>
                  </a:cubicBezTo>
                  <a:cubicBezTo>
                    <a:pt x="81" y="49"/>
                    <a:pt x="87" y="34"/>
                    <a:pt x="68" y="27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4183063" y="3716338"/>
              <a:ext cx="63500" cy="174625"/>
            </a:xfrm>
            <a:custGeom>
              <a:rect b="b" l="l" r="r" t="t"/>
              <a:pathLst>
                <a:path extrusionOk="0" h="174" w="63">
                  <a:moveTo>
                    <a:pt x="63" y="120"/>
                  </a:moveTo>
                  <a:cubicBezTo>
                    <a:pt x="55" y="114"/>
                    <a:pt x="35" y="93"/>
                    <a:pt x="24" y="63"/>
                  </a:cubicBezTo>
                  <a:cubicBezTo>
                    <a:pt x="14" y="33"/>
                    <a:pt x="7" y="0"/>
                    <a:pt x="4" y="8"/>
                  </a:cubicBezTo>
                  <a:cubicBezTo>
                    <a:pt x="1" y="16"/>
                    <a:pt x="0" y="11"/>
                    <a:pt x="1" y="32"/>
                  </a:cubicBezTo>
                  <a:cubicBezTo>
                    <a:pt x="2" y="53"/>
                    <a:pt x="4" y="51"/>
                    <a:pt x="10" y="71"/>
                  </a:cubicBezTo>
                  <a:cubicBezTo>
                    <a:pt x="16" y="91"/>
                    <a:pt x="10" y="93"/>
                    <a:pt x="15" y="115"/>
                  </a:cubicBezTo>
                  <a:cubicBezTo>
                    <a:pt x="21" y="138"/>
                    <a:pt x="34" y="174"/>
                    <a:pt x="34" y="174"/>
                  </a:cubicBezTo>
                  <a:cubicBezTo>
                    <a:pt x="34" y="174"/>
                    <a:pt x="30" y="163"/>
                    <a:pt x="41" y="161"/>
                  </a:cubicBezTo>
                  <a:cubicBezTo>
                    <a:pt x="51" y="159"/>
                    <a:pt x="61" y="174"/>
                    <a:pt x="61" y="174"/>
                  </a:cubicBezTo>
                  <a:cubicBezTo>
                    <a:pt x="63" y="162"/>
                    <a:pt x="32" y="147"/>
                    <a:pt x="32" y="124"/>
                  </a:cubicBezTo>
                  <a:cubicBezTo>
                    <a:pt x="32" y="102"/>
                    <a:pt x="63" y="120"/>
                    <a:pt x="63" y="12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4319588" y="3883026"/>
              <a:ext cx="22225" cy="19050"/>
            </a:xfrm>
            <a:custGeom>
              <a:rect b="b" l="l" r="r" t="t"/>
              <a:pathLst>
                <a:path extrusionOk="0" h="19" w="22">
                  <a:moveTo>
                    <a:pt x="22" y="8"/>
                  </a:moveTo>
                  <a:cubicBezTo>
                    <a:pt x="7" y="0"/>
                    <a:pt x="0" y="19"/>
                    <a:pt x="5" y="18"/>
                  </a:cubicBezTo>
                  <a:cubicBezTo>
                    <a:pt x="10" y="17"/>
                    <a:pt x="22" y="8"/>
                    <a:pt x="22" y="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4291013" y="3892551"/>
              <a:ext cx="28575" cy="26988"/>
            </a:xfrm>
            <a:custGeom>
              <a:rect b="b" l="l" r="r" t="t"/>
              <a:pathLst>
                <a:path extrusionOk="0" h="28" w="28">
                  <a:moveTo>
                    <a:pt x="25" y="13"/>
                  </a:moveTo>
                  <a:cubicBezTo>
                    <a:pt x="28" y="0"/>
                    <a:pt x="0" y="16"/>
                    <a:pt x="2" y="28"/>
                  </a:cubicBezTo>
                  <a:cubicBezTo>
                    <a:pt x="2" y="28"/>
                    <a:pt x="21" y="26"/>
                    <a:pt x="25" y="13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4132263" y="4097338"/>
              <a:ext cx="34925" cy="39688"/>
            </a:xfrm>
            <a:custGeom>
              <a:rect b="b" l="l" r="r" t="t"/>
              <a:pathLst>
                <a:path extrusionOk="0" h="39" w="35">
                  <a:moveTo>
                    <a:pt x="18" y="1"/>
                  </a:moveTo>
                  <a:cubicBezTo>
                    <a:pt x="14" y="0"/>
                    <a:pt x="0" y="5"/>
                    <a:pt x="1" y="15"/>
                  </a:cubicBezTo>
                  <a:cubicBezTo>
                    <a:pt x="1" y="15"/>
                    <a:pt x="10" y="29"/>
                    <a:pt x="11" y="34"/>
                  </a:cubicBezTo>
                  <a:cubicBezTo>
                    <a:pt x="12" y="39"/>
                    <a:pt x="14" y="25"/>
                    <a:pt x="14" y="18"/>
                  </a:cubicBezTo>
                  <a:cubicBezTo>
                    <a:pt x="13" y="11"/>
                    <a:pt x="27" y="17"/>
                    <a:pt x="31" y="17"/>
                  </a:cubicBezTo>
                  <a:cubicBezTo>
                    <a:pt x="34" y="17"/>
                    <a:pt x="35" y="5"/>
                    <a:pt x="18" y="1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3986213" y="4237038"/>
              <a:ext cx="31750" cy="60325"/>
            </a:xfrm>
            <a:custGeom>
              <a:rect b="b" l="l" r="r" t="t"/>
              <a:pathLst>
                <a:path extrusionOk="0" h="60" w="31">
                  <a:moveTo>
                    <a:pt x="0" y="30"/>
                  </a:moveTo>
                  <a:cubicBezTo>
                    <a:pt x="0" y="30"/>
                    <a:pt x="7" y="60"/>
                    <a:pt x="17" y="60"/>
                  </a:cubicBezTo>
                  <a:cubicBezTo>
                    <a:pt x="27" y="60"/>
                    <a:pt x="14" y="50"/>
                    <a:pt x="19" y="38"/>
                  </a:cubicBezTo>
                  <a:cubicBezTo>
                    <a:pt x="24" y="27"/>
                    <a:pt x="31" y="20"/>
                    <a:pt x="25" y="10"/>
                  </a:cubicBezTo>
                  <a:cubicBezTo>
                    <a:pt x="18" y="0"/>
                    <a:pt x="5" y="14"/>
                    <a:pt x="0" y="30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3833813" y="4316413"/>
              <a:ext cx="34925" cy="44450"/>
            </a:xfrm>
            <a:custGeom>
              <a:rect b="b" l="l" r="r" t="t"/>
              <a:pathLst>
                <a:path extrusionOk="0" h="45" w="36">
                  <a:moveTo>
                    <a:pt x="18" y="12"/>
                  </a:moveTo>
                  <a:cubicBezTo>
                    <a:pt x="18" y="12"/>
                    <a:pt x="2" y="18"/>
                    <a:pt x="1" y="29"/>
                  </a:cubicBezTo>
                  <a:cubicBezTo>
                    <a:pt x="0" y="40"/>
                    <a:pt x="13" y="45"/>
                    <a:pt x="24" y="42"/>
                  </a:cubicBezTo>
                  <a:cubicBezTo>
                    <a:pt x="34" y="39"/>
                    <a:pt x="35" y="25"/>
                    <a:pt x="36" y="12"/>
                  </a:cubicBezTo>
                  <a:cubicBezTo>
                    <a:pt x="36" y="0"/>
                    <a:pt x="33" y="15"/>
                    <a:pt x="18" y="1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4513263" y="4676776"/>
              <a:ext cx="77788" cy="69850"/>
            </a:xfrm>
            <a:custGeom>
              <a:rect b="b" l="l" r="r" t="t"/>
              <a:pathLst>
                <a:path extrusionOk="0" h="69" w="77">
                  <a:moveTo>
                    <a:pt x="40" y="36"/>
                  </a:moveTo>
                  <a:cubicBezTo>
                    <a:pt x="35" y="53"/>
                    <a:pt x="0" y="36"/>
                    <a:pt x="0" y="36"/>
                  </a:cubicBezTo>
                  <a:cubicBezTo>
                    <a:pt x="28" y="69"/>
                    <a:pt x="34" y="67"/>
                    <a:pt x="56" y="44"/>
                  </a:cubicBezTo>
                  <a:cubicBezTo>
                    <a:pt x="77" y="21"/>
                    <a:pt x="69" y="26"/>
                    <a:pt x="62" y="14"/>
                  </a:cubicBezTo>
                  <a:cubicBezTo>
                    <a:pt x="55" y="2"/>
                    <a:pt x="22" y="0"/>
                    <a:pt x="22" y="0"/>
                  </a:cubicBezTo>
                  <a:cubicBezTo>
                    <a:pt x="69" y="26"/>
                    <a:pt x="46" y="19"/>
                    <a:pt x="40" y="3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2903538" y="4829176"/>
              <a:ext cx="106363" cy="254000"/>
            </a:xfrm>
            <a:custGeom>
              <a:rect b="b" l="l" r="r" t="t"/>
              <a:pathLst>
                <a:path extrusionOk="0" h="253" w="106">
                  <a:moveTo>
                    <a:pt x="82" y="21"/>
                  </a:moveTo>
                  <a:cubicBezTo>
                    <a:pt x="78" y="42"/>
                    <a:pt x="66" y="65"/>
                    <a:pt x="34" y="68"/>
                  </a:cubicBezTo>
                  <a:cubicBezTo>
                    <a:pt x="3" y="71"/>
                    <a:pt x="6" y="80"/>
                    <a:pt x="12" y="104"/>
                  </a:cubicBezTo>
                  <a:cubicBezTo>
                    <a:pt x="17" y="129"/>
                    <a:pt x="24" y="135"/>
                    <a:pt x="12" y="159"/>
                  </a:cubicBezTo>
                  <a:cubicBezTo>
                    <a:pt x="0" y="183"/>
                    <a:pt x="4" y="169"/>
                    <a:pt x="9" y="199"/>
                  </a:cubicBezTo>
                  <a:cubicBezTo>
                    <a:pt x="15" y="230"/>
                    <a:pt x="32" y="245"/>
                    <a:pt x="32" y="245"/>
                  </a:cubicBezTo>
                  <a:cubicBezTo>
                    <a:pt x="77" y="253"/>
                    <a:pt x="80" y="188"/>
                    <a:pt x="89" y="141"/>
                  </a:cubicBezTo>
                  <a:cubicBezTo>
                    <a:pt x="98" y="94"/>
                    <a:pt x="106" y="66"/>
                    <a:pt x="103" y="34"/>
                  </a:cubicBezTo>
                  <a:cubicBezTo>
                    <a:pt x="100" y="1"/>
                    <a:pt x="85" y="0"/>
                    <a:pt x="82" y="21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2903538" y="3051176"/>
              <a:ext cx="215900" cy="244475"/>
            </a:xfrm>
            <a:custGeom>
              <a:rect b="b" l="l" r="r" t="t"/>
              <a:pathLst>
                <a:path extrusionOk="0" h="245" w="215">
                  <a:moveTo>
                    <a:pt x="21" y="212"/>
                  </a:moveTo>
                  <a:cubicBezTo>
                    <a:pt x="33" y="210"/>
                    <a:pt x="45" y="228"/>
                    <a:pt x="43" y="232"/>
                  </a:cubicBezTo>
                  <a:cubicBezTo>
                    <a:pt x="41" y="236"/>
                    <a:pt x="53" y="245"/>
                    <a:pt x="65" y="244"/>
                  </a:cubicBezTo>
                  <a:cubicBezTo>
                    <a:pt x="76" y="243"/>
                    <a:pt x="88" y="244"/>
                    <a:pt x="88" y="244"/>
                  </a:cubicBezTo>
                  <a:cubicBezTo>
                    <a:pt x="88" y="244"/>
                    <a:pt x="53" y="223"/>
                    <a:pt x="59" y="182"/>
                  </a:cubicBezTo>
                  <a:cubicBezTo>
                    <a:pt x="64" y="142"/>
                    <a:pt x="125" y="67"/>
                    <a:pt x="142" y="61"/>
                  </a:cubicBezTo>
                  <a:cubicBezTo>
                    <a:pt x="159" y="56"/>
                    <a:pt x="205" y="38"/>
                    <a:pt x="210" y="24"/>
                  </a:cubicBezTo>
                  <a:cubicBezTo>
                    <a:pt x="215" y="10"/>
                    <a:pt x="211" y="2"/>
                    <a:pt x="187" y="1"/>
                  </a:cubicBezTo>
                  <a:cubicBezTo>
                    <a:pt x="163" y="0"/>
                    <a:pt x="168" y="23"/>
                    <a:pt x="168" y="23"/>
                  </a:cubicBezTo>
                  <a:cubicBezTo>
                    <a:pt x="168" y="23"/>
                    <a:pt x="138" y="38"/>
                    <a:pt x="130" y="33"/>
                  </a:cubicBezTo>
                  <a:cubicBezTo>
                    <a:pt x="121" y="28"/>
                    <a:pt x="111" y="35"/>
                    <a:pt x="107" y="43"/>
                  </a:cubicBezTo>
                  <a:cubicBezTo>
                    <a:pt x="102" y="51"/>
                    <a:pt x="87" y="43"/>
                    <a:pt x="85" y="52"/>
                  </a:cubicBezTo>
                  <a:cubicBezTo>
                    <a:pt x="82" y="60"/>
                    <a:pt x="72" y="67"/>
                    <a:pt x="68" y="75"/>
                  </a:cubicBezTo>
                  <a:cubicBezTo>
                    <a:pt x="63" y="82"/>
                    <a:pt x="50" y="81"/>
                    <a:pt x="59" y="97"/>
                  </a:cubicBezTo>
                  <a:cubicBezTo>
                    <a:pt x="59" y="97"/>
                    <a:pt x="49" y="110"/>
                    <a:pt x="47" y="120"/>
                  </a:cubicBezTo>
                  <a:cubicBezTo>
                    <a:pt x="46" y="130"/>
                    <a:pt x="18" y="126"/>
                    <a:pt x="26" y="135"/>
                  </a:cubicBezTo>
                  <a:cubicBezTo>
                    <a:pt x="34" y="144"/>
                    <a:pt x="36" y="147"/>
                    <a:pt x="27" y="157"/>
                  </a:cubicBezTo>
                  <a:cubicBezTo>
                    <a:pt x="17" y="167"/>
                    <a:pt x="15" y="177"/>
                    <a:pt x="22" y="177"/>
                  </a:cubicBezTo>
                  <a:cubicBezTo>
                    <a:pt x="29" y="177"/>
                    <a:pt x="17" y="193"/>
                    <a:pt x="8" y="192"/>
                  </a:cubicBezTo>
                  <a:cubicBezTo>
                    <a:pt x="0" y="191"/>
                    <a:pt x="10" y="214"/>
                    <a:pt x="21" y="212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4065588" y="4494213"/>
              <a:ext cx="74613" cy="63500"/>
            </a:xfrm>
            <a:custGeom>
              <a:rect b="b" l="l" r="r" t="t"/>
              <a:pathLst>
                <a:path extrusionOk="0" h="63" w="74">
                  <a:moveTo>
                    <a:pt x="67" y="38"/>
                  </a:moveTo>
                  <a:cubicBezTo>
                    <a:pt x="74" y="48"/>
                    <a:pt x="65" y="0"/>
                    <a:pt x="55" y="0"/>
                  </a:cubicBezTo>
                  <a:cubicBezTo>
                    <a:pt x="45" y="0"/>
                    <a:pt x="44" y="13"/>
                    <a:pt x="30" y="10"/>
                  </a:cubicBezTo>
                  <a:cubicBezTo>
                    <a:pt x="16" y="8"/>
                    <a:pt x="0" y="7"/>
                    <a:pt x="4" y="35"/>
                  </a:cubicBezTo>
                  <a:cubicBezTo>
                    <a:pt x="9" y="63"/>
                    <a:pt x="3" y="30"/>
                    <a:pt x="13" y="26"/>
                  </a:cubicBezTo>
                  <a:cubicBezTo>
                    <a:pt x="23" y="22"/>
                    <a:pt x="36" y="20"/>
                    <a:pt x="35" y="27"/>
                  </a:cubicBezTo>
                  <a:cubicBezTo>
                    <a:pt x="35" y="27"/>
                    <a:pt x="30" y="45"/>
                    <a:pt x="51" y="51"/>
                  </a:cubicBezTo>
                  <a:cubicBezTo>
                    <a:pt x="72" y="57"/>
                    <a:pt x="47" y="41"/>
                    <a:pt x="52" y="30"/>
                  </a:cubicBezTo>
                  <a:cubicBezTo>
                    <a:pt x="57" y="19"/>
                    <a:pt x="60" y="29"/>
                    <a:pt x="67" y="38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24"/>
            <p:cNvSpPr/>
            <p:nvPr/>
          </p:nvSpPr>
          <p:spPr>
            <a:xfrm>
              <a:off x="4000500" y="4348163"/>
              <a:ext cx="47625" cy="87313"/>
            </a:xfrm>
            <a:custGeom>
              <a:rect b="b" l="l" r="r" t="t"/>
              <a:pathLst>
                <a:path extrusionOk="0" h="88" w="47">
                  <a:moveTo>
                    <a:pt x="37" y="39"/>
                  </a:moveTo>
                  <a:cubicBezTo>
                    <a:pt x="42" y="36"/>
                    <a:pt x="46" y="37"/>
                    <a:pt x="43" y="27"/>
                  </a:cubicBezTo>
                  <a:cubicBezTo>
                    <a:pt x="41" y="17"/>
                    <a:pt x="36" y="18"/>
                    <a:pt x="36" y="18"/>
                  </a:cubicBezTo>
                  <a:cubicBezTo>
                    <a:pt x="32" y="0"/>
                    <a:pt x="10" y="2"/>
                    <a:pt x="10" y="2"/>
                  </a:cubicBezTo>
                  <a:cubicBezTo>
                    <a:pt x="5" y="9"/>
                    <a:pt x="20" y="34"/>
                    <a:pt x="18" y="41"/>
                  </a:cubicBezTo>
                  <a:cubicBezTo>
                    <a:pt x="16" y="48"/>
                    <a:pt x="0" y="47"/>
                    <a:pt x="18" y="59"/>
                  </a:cubicBezTo>
                  <a:cubicBezTo>
                    <a:pt x="36" y="70"/>
                    <a:pt x="14" y="67"/>
                    <a:pt x="31" y="77"/>
                  </a:cubicBezTo>
                  <a:cubicBezTo>
                    <a:pt x="47" y="88"/>
                    <a:pt x="44" y="66"/>
                    <a:pt x="37" y="65"/>
                  </a:cubicBezTo>
                  <a:cubicBezTo>
                    <a:pt x="29" y="64"/>
                    <a:pt x="32" y="42"/>
                    <a:pt x="37" y="39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24"/>
            <p:cNvSpPr/>
            <p:nvPr/>
          </p:nvSpPr>
          <p:spPr>
            <a:xfrm>
              <a:off x="4048125" y="4421188"/>
              <a:ext cx="69850" cy="84138"/>
            </a:xfrm>
            <a:custGeom>
              <a:rect b="b" l="l" r="r" t="t"/>
              <a:pathLst>
                <a:path extrusionOk="0" h="83" w="70">
                  <a:moveTo>
                    <a:pt x="15" y="36"/>
                  </a:moveTo>
                  <a:cubicBezTo>
                    <a:pt x="0" y="33"/>
                    <a:pt x="1" y="34"/>
                    <a:pt x="8" y="51"/>
                  </a:cubicBezTo>
                  <a:cubicBezTo>
                    <a:pt x="16" y="68"/>
                    <a:pt x="16" y="60"/>
                    <a:pt x="12" y="72"/>
                  </a:cubicBezTo>
                  <a:cubicBezTo>
                    <a:pt x="8" y="83"/>
                    <a:pt x="20" y="73"/>
                    <a:pt x="30" y="68"/>
                  </a:cubicBezTo>
                  <a:cubicBezTo>
                    <a:pt x="39" y="64"/>
                    <a:pt x="36" y="57"/>
                    <a:pt x="53" y="54"/>
                  </a:cubicBezTo>
                  <a:cubicBezTo>
                    <a:pt x="70" y="51"/>
                    <a:pt x="62" y="28"/>
                    <a:pt x="53" y="24"/>
                  </a:cubicBezTo>
                  <a:cubicBezTo>
                    <a:pt x="44" y="20"/>
                    <a:pt x="31" y="18"/>
                    <a:pt x="30" y="11"/>
                  </a:cubicBezTo>
                  <a:cubicBezTo>
                    <a:pt x="29" y="4"/>
                    <a:pt x="10" y="0"/>
                    <a:pt x="5" y="3"/>
                  </a:cubicBezTo>
                  <a:cubicBezTo>
                    <a:pt x="5" y="3"/>
                    <a:pt x="21" y="11"/>
                    <a:pt x="26" y="23"/>
                  </a:cubicBezTo>
                  <a:cubicBezTo>
                    <a:pt x="31" y="35"/>
                    <a:pt x="31" y="30"/>
                    <a:pt x="37" y="28"/>
                  </a:cubicBezTo>
                  <a:cubicBezTo>
                    <a:pt x="44" y="26"/>
                    <a:pt x="44" y="32"/>
                    <a:pt x="34" y="43"/>
                  </a:cubicBezTo>
                  <a:cubicBezTo>
                    <a:pt x="25" y="53"/>
                    <a:pt x="30" y="39"/>
                    <a:pt x="15" y="3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4019550" y="4427538"/>
              <a:ext cx="25400" cy="31750"/>
            </a:xfrm>
            <a:custGeom>
              <a:rect b="b" l="l" r="r" t="t"/>
              <a:pathLst>
                <a:path extrusionOk="0" h="32" w="26">
                  <a:moveTo>
                    <a:pt x="17" y="6"/>
                  </a:moveTo>
                  <a:cubicBezTo>
                    <a:pt x="7" y="0"/>
                    <a:pt x="0" y="4"/>
                    <a:pt x="0" y="4"/>
                  </a:cubicBezTo>
                  <a:cubicBezTo>
                    <a:pt x="0" y="4"/>
                    <a:pt x="20" y="15"/>
                    <a:pt x="20" y="23"/>
                  </a:cubicBezTo>
                  <a:cubicBezTo>
                    <a:pt x="21" y="32"/>
                    <a:pt x="26" y="12"/>
                    <a:pt x="17" y="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3979863" y="4452938"/>
              <a:ext cx="39688" cy="55563"/>
            </a:xfrm>
            <a:custGeom>
              <a:rect b="b" l="l" r="r" t="t"/>
              <a:pathLst>
                <a:path extrusionOk="0" h="56" w="39">
                  <a:moveTo>
                    <a:pt x="7" y="54"/>
                  </a:moveTo>
                  <a:cubicBezTo>
                    <a:pt x="10" y="56"/>
                    <a:pt x="12" y="54"/>
                    <a:pt x="12" y="54"/>
                  </a:cubicBezTo>
                  <a:cubicBezTo>
                    <a:pt x="12" y="54"/>
                    <a:pt x="29" y="42"/>
                    <a:pt x="33" y="34"/>
                  </a:cubicBezTo>
                  <a:cubicBezTo>
                    <a:pt x="36" y="26"/>
                    <a:pt x="39" y="16"/>
                    <a:pt x="35" y="8"/>
                  </a:cubicBezTo>
                  <a:cubicBezTo>
                    <a:pt x="31" y="0"/>
                    <a:pt x="31" y="26"/>
                    <a:pt x="24" y="31"/>
                  </a:cubicBezTo>
                  <a:cubicBezTo>
                    <a:pt x="17" y="36"/>
                    <a:pt x="0" y="48"/>
                    <a:pt x="7" y="5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944563" y="4333876"/>
              <a:ext cx="1500" cy="1500"/>
            </a:xfrm>
            <a:prstGeom prst="rect">
              <a:avLst/>
            </a:pr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0" y="3252788"/>
              <a:ext cx="1682748" cy="2581274"/>
            </a:xfrm>
            <a:custGeom>
              <a:rect b="b" l="l" r="r" t="t"/>
              <a:pathLst>
                <a:path extrusionOk="0" h="2578" w="1681">
                  <a:moveTo>
                    <a:pt x="1651" y="1463"/>
                  </a:moveTo>
                  <a:cubicBezTo>
                    <a:pt x="1630" y="1455"/>
                    <a:pt x="1632" y="1431"/>
                    <a:pt x="1592" y="1422"/>
                  </a:cubicBezTo>
                  <a:cubicBezTo>
                    <a:pt x="1551" y="1413"/>
                    <a:pt x="1546" y="1421"/>
                    <a:pt x="1518" y="1397"/>
                  </a:cubicBezTo>
                  <a:cubicBezTo>
                    <a:pt x="1491" y="1373"/>
                    <a:pt x="1457" y="1396"/>
                    <a:pt x="1466" y="1356"/>
                  </a:cubicBezTo>
                  <a:cubicBezTo>
                    <a:pt x="1475" y="1315"/>
                    <a:pt x="1400" y="1289"/>
                    <a:pt x="1370" y="1291"/>
                  </a:cubicBezTo>
                  <a:cubicBezTo>
                    <a:pt x="1370" y="1291"/>
                    <a:pt x="1321" y="1245"/>
                    <a:pt x="1296" y="1227"/>
                  </a:cubicBezTo>
                  <a:cubicBezTo>
                    <a:pt x="1271" y="1210"/>
                    <a:pt x="1266" y="1232"/>
                    <a:pt x="1246" y="1227"/>
                  </a:cubicBezTo>
                  <a:cubicBezTo>
                    <a:pt x="1226" y="1223"/>
                    <a:pt x="1202" y="1207"/>
                    <a:pt x="1185" y="1192"/>
                  </a:cubicBezTo>
                  <a:cubicBezTo>
                    <a:pt x="1169" y="1177"/>
                    <a:pt x="1133" y="1222"/>
                    <a:pt x="1108" y="1213"/>
                  </a:cubicBezTo>
                  <a:cubicBezTo>
                    <a:pt x="1083" y="1204"/>
                    <a:pt x="1100" y="1232"/>
                    <a:pt x="1069" y="1253"/>
                  </a:cubicBezTo>
                  <a:cubicBezTo>
                    <a:pt x="1069" y="1253"/>
                    <a:pt x="1047" y="1212"/>
                    <a:pt x="1015" y="1239"/>
                  </a:cubicBezTo>
                  <a:cubicBezTo>
                    <a:pt x="983" y="1266"/>
                    <a:pt x="980" y="1218"/>
                    <a:pt x="980" y="1207"/>
                  </a:cubicBezTo>
                  <a:cubicBezTo>
                    <a:pt x="981" y="1196"/>
                    <a:pt x="1003" y="1149"/>
                    <a:pt x="990" y="1144"/>
                  </a:cubicBezTo>
                  <a:cubicBezTo>
                    <a:pt x="977" y="1139"/>
                    <a:pt x="917" y="1150"/>
                    <a:pt x="920" y="1137"/>
                  </a:cubicBezTo>
                  <a:cubicBezTo>
                    <a:pt x="924" y="1123"/>
                    <a:pt x="943" y="1100"/>
                    <a:pt x="943" y="1080"/>
                  </a:cubicBezTo>
                  <a:cubicBezTo>
                    <a:pt x="942" y="1080"/>
                    <a:pt x="942" y="1080"/>
                    <a:pt x="942" y="1081"/>
                  </a:cubicBezTo>
                  <a:cubicBezTo>
                    <a:pt x="948" y="1073"/>
                    <a:pt x="954" y="1066"/>
                    <a:pt x="956" y="1061"/>
                  </a:cubicBezTo>
                  <a:cubicBezTo>
                    <a:pt x="961" y="1051"/>
                    <a:pt x="936" y="1045"/>
                    <a:pt x="903" y="1055"/>
                  </a:cubicBezTo>
                  <a:cubicBezTo>
                    <a:pt x="903" y="1055"/>
                    <a:pt x="887" y="1099"/>
                    <a:pt x="872" y="1098"/>
                  </a:cubicBezTo>
                  <a:cubicBezTo>
                    <a:pt x="858" y="1097"/>
                    <a:pt x="816" y="1110"/>
                    <a:pt x="807" y="1061"/>
                  </a:cubicBezTo>
                  <a:cubicBezTo>
                    <a:pt x="799" y="1012"/>
                    <a:pt x="822" y="974"/>
                    <a:pt x="822" y="974"/>
                  </a:cubicBezTo>
                  <a:cubicBezTo>
                    <a:pt x="822" y="974"/>
                    <a:pt x="830" y="942"/>
                    <a:pt x="849" y="941"/>
                  </a:cubicBezTo>
                  <a:cubicBezTo>
                    <a:pt x="869" y="940"/>
                    <a:pt x="852" y="921"/>
                    <a:pt x="870" y="921"/>
                  </a:cubicBezTo>
                  <a:cubicBezTo>
                    <a:pt x="888" y="921"/>
                    <a:pt x="911" y="928"/>
                    <a:pt x="930" y="930"/>
                  </a:cubicBezTo>
                  <a:cubicBezTo>
                    <a:pt x="949" y="932"/>
                    <a:pt x="939" y="903"/>
                    <a:pt x="951" y="906"/>
                  </a:cubicBezTo>
                  <a:cubicBezTo>
                    <a:pt x="964" y="909"/>
                    <a:pt x="996" y="922"/>
                    <a:pt x="1024" y="914"/>
                  </a:cubicBezTo>
                  <a:cubicBezTo>
                    <a:pt x="1052" y="905"/>
                    <a:pt x="1034" y="951"/>
                    <a:pt x="1034" y="951"/>
                  </a:cubicBezTo>
                  <a:cubicBezTo>
                    <a:pt x="1034" y="951"/>
                    <a:pt x="1029" y="983"/>
                    <a:pt x="1051" y="995"/>
                  </a:cubicBezTo>
                  <a:cubicBezTo>
                    <a:pt x="1074" y="1007"/>
                    <a:pt x="1057" y="973"/>
                    <a:pt x="1059" y="945"/>
                  </a:cubicBezTo>
                  <a:cubicBezTo>
                    <a:pt x="1062" y="918"/>
                    <a:pt x="1066" y="888"/>
                    <a:pt x="1088" y="876"/>
                  </a:cubicBezTo>
                  <a:cubicBezTo>
                    <a:pt x="1110" y="864"/>
                    <a:pt x="1149" y="850"/>
                    <a:pt x="1160" y="811"/>
                  </a:cubicBezTo>
                  <a:cubicBezTo>
                    <a:pt x="1171" y="772"/>
                    <a:pt x="1180" y="775"/>
                    <a:pt x="1184" y="762"/>
                  </a:cubicBezTo>
                  <a:cubicBezTo>
                    <a:pt x="1188" y="750"/>
                    <a:pt x="1198" y="730"/>
                    <a:pt x="1221" y="729"/>
                  </a:cubicBezTo>
                  <a:cubicBezTo>
                    <a:pt x="1244" y="728"/>
                    <a:pt x="1251" y="717"/>
                    <a:pt x="1254" y="698"/>
                  </a:cubicBezTo>
                  <a:cubicBezTo>
                    <a:pt x="1257" y="679"/>
                    <a:pt x="1297" y="668"/>
                    <a:pt x="1302" y="667"/>
                  </a:cubicBezTo>
                  <a:cubicBezTo>
                    <a:pt x="1305" y="666"/>
                    <a:pt x="1308" y="661"/>
                    <a:pt x="1306" y="655"/>
                  </a:cubicBezTo>
                  <a:cubicBezTo>
                    <a:pt x="1306" y="655"/>
                    <a:pt x="1306" y="656"/>
                    <a:pt x="1306" y="656"/>
                  </a:cubicBezTo>
                  <a:cubicBezTo>
                    <a:pt x="1307" y="656"/>
                    <a:pt x="1307" y="656"/>
                    <a:pt x="1307" y="656"/>
                  </a:cubicBezTo>
                  <a:cubicBezTo>
                    <a:pt x="1343" y="640"/>
                    <a:pt x="1329" y="640"/>
                    <a:pt x="1321" y="664"/>
                  </a:cubicBezTo>
                  <a:cubicBezTo>
                    <a:pt x="1313" y="687"/>
                    <a:pt x="1316" y="682"/>
                    <a:pt x="1348" y="672"/>
                  </a:cubicBezTo>
                  <a:cubicBezTo>
                    <a:pt x="1380" y="662"/>
                    <a:pt x="1409" y="645"/>
                    <a:pt x="1404" y="633"/>
                  </a:cubicBezTo>
                  <a:cubicBezTo>
                    <a:pt x="1398" y="621"/>
                    <a:pt x="1397" y="624"/>
                    <a:pt x="1383" y="640"/>
                  </a:cubicBezTo>
                  <a:cubicBezTo>
                    <a:pt x="1369" y="657"/>
                    <a:pt x="1355" y="632"/>
                    <a:pt x="1341" y="630"/>
                  </a:cubicBezTo>
                  <a:cubicBezTo>
                    <a:pt x="1327" y="629"/>
                    <a:pt x="1343" y="608"/>
                    <a:pt x="1343" y="608"/>
                  </a:cubicBezTo>
                  <a:cubicBezTo>
                    <a:pt x="1343" y="608"/>
                    <a:pt x="1303" y="600"/>
                    <a:pt x="1331" y="596"/>
                  </a:cubicBezTo>
                  <a:cubicBezTo>
                    <a:pt x="1358" y="591"/>
                    <a:pt x="1361" y="574"/>
                    <a:pt x="1337" y="573"/>
                  </a:cubicBezTo>
                  <a:cubicBezTo>
                    <a:pt x="1313" y="572"/>
                    <a:pt x="1260" y="618"/>
                    <a:pt x="1260" y="618"/>
                  </a:cubicBezTo>
                  <a:cubicBezTo>
                    <a:pt x="1260" y="618"/>
                    <a:pt x="1304" y="572"/>
                    <a:pt x="1330" y="555"/>
                  </a:cubicBezTo>
                  <a:cubicBezTo>
                    <a:pt x="1355" y="537"/>
                    <a:pt x="1407" y="571"/>
                    <a:pt x="1424" y="549"/>
                  </a:cubicBezTo>
                  <a:cubicBezTo>
                    <a:pt x="1440" y="528"/>
                    <a:pt x="1457" y="538"/>
                    <a:pt x="1457" y="538"/>
                  </a:cubicBezTo>
                  <a:cubicBezTo>
                    <a:pt x="1416" y="610"/>
                    <a:pt x="1416" y="610"/>
                    <a:pt x="1416" y="610"/>
                  </a:cubicBezTo>
                  <a:cubicBezTo>
                    <a:pt x="1416" y="610"/>
                    <a:pt x="1437" y="608"/>
                    <a:pt x="1469" y="610"/>
                  </a:cubicBezTo>
                  <a:cubicBezTo>
                    <a:pt x="1501" y="612"/>
                    <a:pt x="1509" y="574"/>
                    <a:pt x="1495" y="572"/>
                  </a:cubicBezTo>
                  <a:cubicBezTo>
                    <a:pt x="1480" y="570"/>
                    <a:pt x="1445" y="589"/>
                    <a:pt x="1467" y="560"/>
                  </a:cubicBezTo>
                  <a:cubicBezTo>
                    <a:pt x="1489" y="531"/>
                    <a:pt x="1484" y="485"/>
                    <a:pt x="1471" y="483"/>
                  </a:cubicBezTo>
                  <a:cubicBezTo>
                    <a:pt x="1458" y="481"/>
                    <a:pt x="1465" y="461"/>
                    <a:pt x="1465" y="461"/>
                  </a:cubicBezTo>
                  <a:cubicBezTo>
                    <a:pt x="1426" y="459"/>
                    <a:pt x="1410" y="422"/>
                    <a:pt x="1410" y="422"/>
                  </a:cubicBezTo>
                  <a:cubicBezTo>
                    <a:pt x="1418" y="407"/>
                    <a:pt x="1386" y="345"/>
                    <a:pt x="1386" y="345"/>
                  </a:cubicBezTo>
                  <a:cubicBezTo>
                    <a:pt x="1386" y="345"/>
                    <a:pt x="1367" y="332"/>
                    <a:pt x="1367" y="356"/>
                  </a:cubicBezTo>
                  <a:cubicBezTo>
                    <a:pt x="1367" y="379"/>
                    <a:pt x="1332" y="388"/>
                    <a:pt x="1329" y="373"/>
                  </a:cubicBezTo>
                  <a:cubicBezTo>
                    <a:pt x="1327" y="359"/>
                    <a:pt x="1316" y="368"/>
                    <a:pt x="1316" y="368"/>
                  </a:cubicBezTo>
                  <a:cubicBezTo>
                    <a:pt x="1317" y="318"/>
                    <a:pt x="1317" y="318"/>
                    <a:pt x="1317" y="318"/>
                  </a:cubicBezTo>
                  <a:cubicBezTo>
                    <a:pt x="1312" y="317"/>
                    <a:pt x="1296" y="316"/>
                    <a:pt x="1283" y="299"/>
                  </a:cubicBezTo>
                  <a:cubicBezTo>
                    <a:pt x="1270" y="282"/>
                    <a:pt x="1267" y="287"/>
                    <a:pt x="1256" y="288"/>
                  </a:cubicBezTo>
                  <a:cubicBezTo>
                    <a:pt x="1245" y="289"/>
                    <a:pt x="1244" y="281"/>
                    <a:pt x="1222" y="281"/>
                  </a:cubicBezTo>
                  <a:cubicBezTo>
                    <a:pt x="1200" y="280"/>
                    <a:pt x="1212" y="305"/>
                    <a:pt x="1207" y="335"/>
                  </a:cubicBezTo>
                  <a:cubicBezTo>
                    <a:pt x="1203" y="364"/>
                    <a:pt x="1186" y="371"/>
                    <a:pt x="1186" y="371"/>
                  </a:cubicBezTo>
                  <a:cubicBezTo>
                    <a:pt x="1215" y="406"/>
                    <a:pt x="1204" y="439"/>
                    <a:pt x="1204" y="439"/>
                  </a:cubicBezTo>
                  <a:cubicBezTo>
                    <a:pt x="1150" y="461"/>
                    <a:pt x="1159" y="483"/>
                    <a:pt x="1159" y="483"/>
                  </a:cubicBezTo>
                  <a:cubicBezTo>
                    <a:pt x="1170" y="500"/>
                    <a:pt x="1173" y="515"/>
                    <a:pt x="1157" y="531"/>
                  </a:cubicBezTo>
                  <a:cubicBezTo>
                    <a:pt x="1141" y="547"/>
                    <a:pt x="1117" y="499"/>
                    <a:pt x="1117" y="499"/>
                  </a:cubicBezTo>
                  <a:cubicBezTo>
                    <a:pt x="1127" y="454"/>
                    <a:pt x="1127" y="454"/>
                    <a:pt x="1127" y="454"/>
                  </a:cubicBezTo>
                  <a:cubicBezTo>
                    <a:pt x="1127" y="454"/>
                    <a:pt x="1084" y="457"/>
                    <a:pt x="1082" y="448"/>
                  </a:cubicBezTo>
                  <a:cubicBezTo>
                    <a:pt x="1080" y="438"/>
                    <a:pt x="1068" y="438"/>
                    <a:pt x="1051" y="422"/>
                  </a:cubicBezTo>
                  <a:cubicBezTo>
                    <a:pt x="1033" y="405"/>
                    <a:pt x="999" y="411"/>
                    <a:pt x="999" y="411"/>
                  </a:cubicBezTo>
                  <a:cubicBezTo>
                    <a:pt x="1001" y="389"/>
                    <a:pt x="1024" y="365"/>
                    <a:pt x="989" y="372"/>
                  </a:cubicBezTo>
                  <a:cubicBezTo>
                    <a:pt x="953" y="379"/>
                    <a:pt x="976" y="314"/>
                    <a:pt x="991" y="314"/>
                  </a:cubicBezTo>
                  <a:cubicBezTo>
                    <a:pt x="1005" y="314"/>
                    <a:pt x="1018" y="276"/>
                    <a:pt x="1029" y="276"/>
                  </a:cubicBezTo>
                  <a:cubicBezTo>
                    <a:pt x="1040" y="276"/>
                    <a:pt x="1043" y="267"/>
                    <a:pt x="1049" y="254"/>
                  </a:cubicBezTo>
                  <a:cubicBezTo>
                    <a:pt x="1055" y="242"/>
                    <a:pt x="1091" y="242"/>
                    <a:pt x="1100" y="224"/>
                  </a:cubicBezTo>
                  <a:cubicBezTo>
                    <a:pt x="1108" y="206"/>
                    <a:pt x="1089" y="210"/>
                    <a:pt x="1082" y="210"/>
                  </a:cubicBezTo>
                  <a:cubicBezTo>
                    <a:pt x="1076" y="210"/>
                    <a:pt x="1070" y="188"/>
                    <a:pt x="1091" y="199"/>
                  </a:cubicBezTo>
                  <a:cubicBezTo>
                    <a:pt x="1112" y="211"/>
                    <a:pt x="1119" y="184"/>
                    <a:pt x="1145" y="178"/>
                  </a:cubicBezTo>
                  <a:cubicBezTo>
                    <a:pt x="1171" y="172"/>
                    <a:pt x="1188" y="158"/>
                    <a:pt x="1194" y="148"/>
                  </a:cubicBezTo>
                  <a:cubicBezTo>
                    <a:pt x="1199" y="138"/>
                    <a:pt x="1181" y="114"/>
                    <a:pt x="1181" y="114"/>
                  </a:cubicBezTo>
                  <a:cubicBezTo>
                    <a:pt x="1181" y="114"/>
                    <a:pt x="1192" y="114"/>
                    <a:pt x="1197" y="101"/>
                  </a:cubicBezTo>
                  <a:cubicBezTo>
                    <a:pt x="1201" y="87"/>
                    <a:pt x="1180" y="73"/>
                    <a:pt x="1168" y="72"/>
                  </a:cubicBezTo>
                  <a:cubicBezTo>
                    <a:pt x="1155" y="70"/>
                    <a:pt x="1147" y="78"/>
                    <a:pt x="1151" y="96"/>
                  </a:cubicBezTo>
                  <a:cubicBezTo>
                    <a:pt x="1155" y="114"/>
                    <a:pt x="1136" y="99"/>
                    <a:pt x="1132" y="124"/>
                  </a:cubicBezTo>
                  <a:cubicBezTo>
                    <a:pt x="1129" y="149"/>
                    <a:pt x="1089" y="167"/>
                    <a:pt x="1103" y="136"/>
                  </a:cubicBezTo>
                  <a:cubicBezTo>
                    <a:pt x="1118" y="105"/>
                    <a:pt x="1095" y="78"/>
                    <a:pt x="1099" y="92"/>
                  </a:cubicBezTo>
                  <a:cubicBezTo>
                    <a:pt x="1103" y="105"/>
                    <a:pt x="1080" y="114"/>
                    <a:pt x="1080" y="114"/>
                  </a:cubicBezTo>
                  <a:cubicBezTo>
                    <a:pt x="1080" y="114"/>
                    <a:pt x="1094" y="88"/>
                    <a:pt x="1074" y="82"/>
                  </a:cubicBezTo>
                  <a:cubicBezTo>
                    <a:pt x="1054" y="77"/>
                    <a:pt x="1066" y="65"/>
                    <a:pt x="1064" y="51"/>
                  </a:cubicBezTo>
                  <a:cubicBezTo>
                    <a:pt x="1062" y="36"/>
                    <a:pt x="1058" y="5"/>
                    <a:pt x="1053" y="3"/>
                  </a:cubicBezTo>
                  <a:cubicBezTo>
                    <a:pt x="1048" y="0"/>
                    <a:pt x="1034" y="11"/>
                    <a:pt x="1024" y="42"/>
                  </a:cubicBezTo>
                  <a:cubicBezTo>
                    <a:pt x="1014" y="72"/>
                    <a:pt x="1021" y="61"/>
                    <a:pt x="1034" y="75"/>
                  </a:cubicBezTo>
                  <a:cubicBezTo>
                    <a:pt x="1048" y="89"/>
                    <a:pt x="1045" y="102"/>
                    <a:pt x="1026" y="118"/>
                  </a:cubicBezTo>
                  <a:cubicBezTo>
                    <a:pt x="1007" y="134"/>
                    <a:pt x="1015" y="106"/>
                    <a:pt x="1014" y="94"/>
                  </a:cubicBezTo>
                  <a:cubicBezTo>
                    <a:pt x="1013" y="81"/>
                    <a:pt x="996" y="65"/>
                    <a:pt x="980" y="85"/>
                  </a:cubicBezTo>
                  <a:cubicBezTo>
                    <a:pt x="965" y="105"/>
                    <a:pt x="977" y="108"/>
                    <a:pt x="977" y="108"/>
                  </a:cubicBezTo>
                  <a:cubicBezTo>
                    <a:pt x="977" y="108"/>
                    <a:pt x="1000" y="128"/>
                    <a:pt x="950" y="137"/>
                  </a:cubicBezTo>
                  <a:cubicBezTo>
                    <a:pt x="901" y="145"/>
                    <a:pt x="884" y="102"/>
                    <a:pt x="879" y="102"/>
                  </a:cubicBezTo>
                  <a:cubicBezTo>
                    <a:pt x="875" y="102"/>
                    <a:pt x="884" y="119"/>
                    <a:pt x="848" y="129"/>
                  </a:cubicBezTo>
                  <a:cubicBezTo>
                    <a:pt x="811" y="139"/>
                    <a:pt x="759" y="132"/>
                    <a:pt x="759" y="132"/>
                  </a:cubicBezTo>
                  <a:cubicBezTo>
                    <a:pt x="759" y="132"/>
                    <a:pt x="794" y="101"/>
                    <a:pt x="756" y="101"/>
                  </a:cubicBezTo>
                  <a:cubicBezTo>
                    <a:pt x="719" y="101"/>
                    <a:pt x="691" y="70"/>
                    <a:pt x="671" y="72"/>
                  </a:cubicBezTo>
                  <a:cubicBezTo>
                    <a:pt x="650" y="75"/>
                    <a:pt x="630" y="114"/>
                    <a:pt x="626" y="88"/>
                  </a:cubicBezTo>
                  <a:cubicBezTo>
                    <a:pt x="623" y="63"/>
                    <a:pt x="603" y="57"/>
                    <a:pt x="593" y="60"/>
                  </a:cubicBezTo>
                  <a:cubicBezTo>
                    <a:pt x="564" y="68"/>
                    <a:pt x="564" y="57"/>
                    <a:pt x="540" y="76"/>
                  </a:cubicBezTo>
                  <a:cubicBezTo>
                    <a:pt x="515" y="96"/>
                    <a:pt x="485" y="125"/>
                    <a:pt x="468" y="98"/>
                  </a:cubicBezTo>
                  <a:cubicBezTo>
                    <a:pt x="451" y="71"/>
                    <a:pt x="439" y="77"/>
                    <a:pt x="439" y="77"/>
                  </a:cubicBezTo>
                  <a:cubicBezTo>
                    <a:pt x="421" y="68"/>
                    <a:pt x="401" y="59"/>
                    <a:pt x="378" y="62"/>
                  </a:cubicBezTo>
                  <a:cubicBezTo>
                    <a:pt x="355" y="64"/>
                    <a:pt x="356" y="49"/>
                    <a:pt x="332" y="52"/>
                  </a:cubicBezTo>
                  <a:cubicBezTo>
                    <a:pt x="309" y="56"/>
                    <a:pt x="303" y="38"/>
                    <a:pt x="287" y="38"/>
                  </a:cubicBezTo>
                  <a:cubicBezTo>
                    <a:pt x="271" y="38"/>
                    <a:pt x="273" y="17"/>
                    <a:pt x="254" y="19"/>
                  </a:cubicBezTo>
                  <a:cubicBezTo>
                    <a:pt x="235" y="21"/>
                    <a:pt x="206" y="53"/>
                    <a:pt x="179" y="54"/>
                  </a:cubicBezTo>
                  <a:cubicBezTo>
                    <a:pt x="152" y="55"/>
                    <a:pt x="153" y="95"/>
                    <a:pt x="126" y="97"/>
                  </a:cubicBezTo>
                  <a:cubicBezTo>
                    <a:pt x="100" y="98"/>
                    <a:pt x="66" y="119"/>
                    <a:pt x="91" y="119"/>
                  </a:cubicBezTo>
                  <a:cubicBezTo>
                    <a:pt x="116" y="119"/>
                    <a:pt x="120" y="157"/>
                    <a:pt x="137" y="160"/>
                  </a:cubicBezTo>
                  <a:cubicBezTo>
                    <a:pt x="153" y="163"/>
                    <a:pt x="149" y="185"/>
                    <a:pt x="125" y="188"/>
                  </a:cubicBezTo>
                  <a:cubicBezTo>
                    <a:pt x="101" y="191"/>
                    <a:pt x="116" y="167"/>
                    <a:pt x="106" y="171"/>
                  </a:cubicBezTo>
                  <a:cubicBezTo>
                    <a:pt x="96" y="175"/>
                    <a:pt x="53" y="182"/>
                    <a:pt x="51" y="204"/>
                  </a:cubicBezTo>
                  <a:cubicBezTo>
                    <a:pt x="49" y="227"/>
                    <a:pt x="81" y="240"/>
                    <a:pt x="108" y="227"/>
                  </a:cubicBezTo>
                  <a:cubicBezTo>
                    <a:pt x="135" y="214"/>
                    <a:pt x="149" y="255"/>
                    <a:pt x="121" y="254"/>
                  </a:cubicBezTo>
                  <a:cubicBezTo>
                    <a:pt x="94" y="253"/>
                    <a:pt x="90" y="271"/>
                    <a:pt x="75" y="273"/>
                  </a:cubicBezTo>
                  <a:cubicBezTo>
                    <a:pt x="60" y="275"/>
                    <a:pt x="33" y="297"/>
                    <a:pt x="41" y="310"/>
                  </a:cubicBezTo>
                  <a:cubicBezTo>
                    <a:pt x="49" y="324"/>
                    <a:pt x="37" y="322"/>
                    <a:pt x="51" y="344"/>
                  </a:cubicBezTo>
                  <a:cubicBezTo>
                    <a:pt x="60" y="358"/>
                    <a:pt x="70" y="349"/>
                    <a:pt x="76" y="340"/>
                  </a:cubicBezTo>
                  <a:cubicBezTo>
                    <a:pt x="73" y="349"/>
                    <a:pt x="71" y="361"/>
                    <a:pt x="80" y="367"/>
                  </a:cubicBezTo>
                  <a:cubicBezTo>
                    <a:pt x="93" y="376"/>
                    <a:pt x="82" y="374"/>
                    <a:pt x="112" y="373"/>
                  </a:cubicBezTo>
                  <a:cubicBezTo>
                    <a:pt x="141" y="372"/>
                    <a:pt x="129" y="384"/>
                    <a:pt x="104" y="409"/>
                  </a:cubicBezTo>
                  <a:cubicBezTo>
                    <a:pt x="79" y="434"/>
                    <a:pt x="0" y="469"/>
                    <a:pt x="0" y="469"/>
                  </a:cubicBezTo>
                  <a:cubicBezTo>
                    <a:pt x="126" y="435"/>
                    <a:pt x="119" y="411"/>
                    <a:pt x="152" y="396"/>
                  </a:cubicBezTo>
                  <a:cubicBezTo>
                    <a:pt x="185" y="380"/>
                    <a:pt x="177" y="378"/>
                    <a:pt x="179" y="366"/>
                  </a:cubicBezTo>
                  <a:cubicBezTo>
                    <a:pt x="181" y="358"/>
                    <a:pt x="207" y="342"/>
                    <a:pt x="225" y="332"/>
                  </a:cubicBezTo>
                  <a:cubicBezTo>
                    <a:pt x="209" y="345"/>
                    <a:pt x="208" y="364"/>
                    <a:pt x="212" y="370"/>
                  </a:cubicBezTo>
                  <a:cubicBezTo>
                    <a:pt x="216" y="377"/>
                    <a:pt x="250" y="345"/>
                    <a:pt x="268" y="340"/>
                  </a:cubicBezTo>
                  <a:cubicBezTo>
                    <a:pt x="286" y="335"/>
                    <a:pt x="259" y="292"/>
                    <a:pt x="286" y="319"/>
                  </a:cubicBezTo>
                  <a:cubicBezTo>
                    <a:pt x="313" y="347"/>
                    <a:pt x="367" y="339"/>
                    <a:pt x="367" y="339"/>
                  </a:cubicBezTo>
                  <a:cubicBezTo>
                    <a:pt x="441" y="390"/>
                    <a:pt x="444" y="435"/>
                    <a:pt x="472" y="463"/>
                  </a:cubicBezTo>
                  <a:cubicBezTo>
                    <a:pt x="501" y="491"/>
                    <a:pt x="460" y="544"/>
                    <a:pt x="501" y="547"/>
                  </a:cubicBezTo>
                  <a:cubicBezTo>
                    <a:pt x="541" y="550"/>
                    <a:pt x="546" y="583"/>
                    <a:pt x="546" y="583"/>
                  </a:cubicBezTo>
                  <a:cubicBezTo>
                    <a:pt x="546" y="583"/>
                    <a:pt x="562" y="598"/>
                    <a:pt x="533" y="599"/>
                  </a:cubicBezTo>
                  <a:cubicBezTo>
                    <a:pt x="505" y="600"/>
                    <a:pt x="515" y="600"/>
                    <a:pt x="518" y="623"/>
                  </a:cubicBezTo>
                  <a:cubicBezTo>
                    <a:pt x="522" y="646"/>
                    <a:pt x="511" y="677"/>
                    <a:pt x="499" y="698"/>
                  </a:cubicBezTo>
                  <a:cubicBezTo>
                    <a:pt x="486" y="719"/>
                    <a:pt x="480" y="762"/>
                    <a:pt x="490" y="769"/>
                  </a:cubicBezTo>
                  <a:cubicBezTo>
                    <a:pt x="499" y="776"/>
                    <a:pt x="495" y="803"/>
                    <a:pt x="515" y="828"/>
                  </a:cubicBezTo>
                  <a:cubicBezTo>
                    <a:pt x="535" y="854"/>
                    <a:pt x="553" y="853"/>
                    <a:pt x="556" y="869"/>
                  </a:cubicBezTo>
                  <a:cubicBezTo>
                    <a:pt x="557" y="874"/>
                    <a:pt x="559" y="876"/>
                    <a:pt x="562" y="876"/>
                  </a:cubicBezTo>
                  <a:cubicBezTo>
                    <a:pt x="562" y="877"/>
                    <a:pt x="562" y="912"/>
                    <a:pt x="573" y="924"/>
                  </a:cubicBezTo>
                  <a:cubicBezTo>
                    <a:pt x="584" y="935"/>
                    <a:pt x="590" y="950"/>
                    <a:pt x="566" y="953"/>
                  </a:cubicBezTo>
                  <a:cubicBezTo>
                    <a:pt x="566" y="953"/>
                    <a:pt x="583" y="965"/>
                    <a:pt x="597" y="973"/>
                  </a:cubicBezTo>
                  <a:cubicBezTo>
                    <a:pt x="611" y="981"/>
                    <a:pt x="595" y="997"/>
                    <a:pt x="603" y="1004"/>
                  </a:cubicBezTo>
                  <a:cubicBezTo>
                    <a:pt x="610" y="1010"/>
                    <a:pt x="622" y="1034"/>
                    <a:pt x="631" y="1028"/>
                  </a:cubicBezTo>
                  <a:cubicBezTo>
                    <a:pt x="639" y="1023"/>
                    <a:pt x="634" y="1018"/>
                    <a:pt x="624" y="1004"/>
                  </a:cubicBezTo>
                  <a:cubicBezTo>
                    <a:pt x="614" y="990"/>
                    <a:pt x="630" y="988"/>
                    <a:pt x="609" y="952"/>
                  </a:cubicBezTo>
                  <a:cubicBezTo>
                    <a:pt x="589" y="916"/>
                    <a:pt x="586" y="906"/>
                    <a:pt x="592" y="894"/>
                  </a:cubicBezTo>
                  <a:cubicBezTo>
                    <a:pt x="592" y="894"/>
                    <a:pt x="605" y="894"/>
                    <a:pt x="607" y="909"/>
                  </a:cubicBezTo>
                  <a:cubicBezTo>
                    <a:pt x="609" y="925"/>
                    <a:pt x="637" y="965"/>
                    <a:pt x="646" y="974"/>
                  </a:cubicBezTo>
                  <a:cubicBezTo>
                    <a:pt x="655" y="983"/>
                    <a:pt x="636" y="986"/>
                    <a:pt x="648" y="993"/>
                  </a:cubicBezTo>
                  <a:cubicBezTo>
                    <a:pt x="661" y="999"/>
                    <a:pt x="696" y="1043"/>
                    <a:pt x="685" y="1069"/>
                  </a:cubicBezTo>
                  <a:cubicBezTo>
                    <a:pt x="685" y="1069"/>
                    <a:pt x="676" y="1081"/>
                    <a:pt x="694" y="1089"/>
                  </a:cubicBezTo>
                  <a:cubicBezTo>
                    <a:pt x="713" y="1097"/>
                    <a:pt x="784" y="1143"/>
                    <a:pt x="805" y="1139"/>
                  </a:cubicBezTo>
                  <a:cubicBezTo>
                    <a:pt x="826" y="1135"/>
                    <a:pt x="844" y="1135"/>
                    <a:pt x="851" y="1150"/>
                  </a:cubicBezTo>
                  <a:cubicBezTo>
                    <a:pt x="853" y="1156"/>
                    <a:pt x="856" y="1157"/>
                    <a:pt x="858" y="1157"/>
                  </a:cubicBezTo>
                  <a:cubicBezTo>
                    <a:pt x="857" y="1157"/>
                    <a:pt x="857" y="1157"/>
                    <a:pt x="857" y="1157"/>
                  </a:cubicBezTo>
                  <a:cubicBezTo>
                    <a:pt x="857" y="1157"/>
                    <a:pt x="869" y="1174"/>
                    <a:pt x="892" y="1170"/>
                  </a:cubicBezTo>
                  <a:cubicBezTo>
                    <a:pt x="915" y="1167"/>
                    <a:pt x="894" y="1187"/>
                    <a:pt x="923" y="1179"/>
                  </a:cubicBezTo>
                  <a:cubicBezTo>
                    <a:pt x="923" y="1179"/>
                    <a:pt x="932" y="1211"/>
                    <a:pt x="945" y="1213"/>
                  </a:cubicBezTo>
                  <a:cubicBezTo>
                    <a:pt x="945" y="1213"/>
                    <a:pt x="939" y="1230"/>
                    <a:pt x="952" y="1230"/>
                  </a:cubicBezTo>
                  <a:cubicBezTo>
                    <a:pt x="966" y="1230"/>
                    <a:pt x="961" y="1258"/>
                    <a:pt x="983" y="1256"/>
                  </a:cubicBezTo>
                  <a:cubicBezTo>
                    <a:pt x="1005" y="1253"/>
                    <a:pt x="1000" y="1280"/>
                    <a:pt x="1014" y="1270"/>
                  </a:cubicBezTo>
                  <a:cubicBezTo>
                    <a:pt x="1027" y="1259"/>
                    <a:pt x="1052" y="1231"/>
                    <a:pt x="1051" y="1272"/>
                  </a:cubicBezTo>
                  <a:cubicBezTo>
                    <a:pt x="1051" y="1272"/>
                    <a:pt x="1064" y="1297"/>
                    <a:pt x="1042" y="1328"/>
                  </a:cubicBezTo>
                  <a:cubicBezTo>
                    <a:pt x="1020" y="1359"/>
                    <a:pt x="976" y="1398"/>
                    <a:pt x="982" y="1414"/>
                  </a:cubicBezTo>
                  <a:cubicBezTo>
                    <a:pt x="988" y="1430"/>
                    <a:pt x="992" y="1427"/>
                    <a:pt x="975" y="1448"/>
                  </a:cubicBezTo>
                  <a:cubicBezTo>
                    <a:pt x="957" y="1470"/>
                    <a:pt x="981" y="1486"/>
                    <a:pt x="987" y="1499"/>
                  </a:cubicBezTo>
                  <a:cubicBezTo>
                    <a:pt x="992" y="1512"/>
                    <a:pt x="1027" y="1606"/>
                    <a:pt x="1026" y="1620"/>
                  </a:cubicBezTo>
                  <a:cubicBezTo>
                    <a:pt x="1025" y="1634"/>
                    <a:pt x="1101" y="1659"/>
                    <a:pt x="1099" y="1693"/>
                  </a:cubicBezTo>
                  <a:cubicBezTo>
                    <a:pt x="1097" y="1727"/>
                    <a:pt x="1081" y="1814"/>
                    <a:pt x="1053" y="1900"/>
                  </a:cubicBezTo>
                  <a:cubicBezTo>
                    <a:pt x="1024" y="1987"/>
                    <a:pt x="1049" y="1983"/>
                    <a:pt x="1000" y="2057"/>
                  </a:cubicBezTo>
                  <a:cubicBezTo>
                    <a:pt x="1000" y="2057"/>
                    <a:pt x="985" y="2145"/>
                    <a:pt x="975" y="2166"/>
                  </a:cubicBezTo>
                  <a:cubicBezTo>
                    <a:pt x="964" y="2187"/>
                    <a:pt x="952" y="2217"/>
                    <a:pt x="964" y="2214"/>
                  </a:cubicBezTo>
                  <a:cubicBezTo>
                    <a:pt x="976" y="2210"/>
                    <a:pt x="983" y="2157"/>
                    <a:pt x="997" y="2164"/>
                  </a:cubicBezTo>
                  <a:cubicBezTo>
                    <a:pt x="997" y="2164"/>
                    <a:pt x="969" y="2277"/>
                    <a:pt x="954" y="2301"/>
                  </a:cubicBezTo>
                  <a:cubicBezTo>
                    <a:pt x="938" y="2326"/>
                    <a:pt x="916" y="2399"/>
                    <a:pt x="924" y="2432"/>
                  </a:cubicBezTo>
                  <a:cubicBezTo>
                    <a:pt x="933" y="2467"/>
                    <a:pt x="912" y="2506"/>
                    <a:pt x="938" y="2528"/>
                  </a:cubicBezTo>
                  <a:cubicBezTo>
                    <a:pt x="964" y="2550"/>
                    <a:pt x="958" y="2570"/>
                    <a:pt x="1001" y="2574"/>
                  </a:cubicBezTo>
                  <a:cubicBezTo>
                    <a:pt x="1044" y="2578"/>
                    <a:pt x="1051" y="2569"/>
                    <a:pt x="1070" y="2564"/>
                  </a:cubicBezTo>
                  <a:cubicBezTo>
                    <a:pt x="1090" y="2559"/>
                    <a:pt x="1018" y="2561"/>
                    <a:pt x="1015" y="2486"/>
                  </a:cubicBezTo>
                  <a:cubicBezTo>
                    <a:pt x="1012" y="2411"/>
                    <a:pt x="1014" y="2411"/>
                    <a:pt x="1034" y="2407"/>
                  </a:cubicBezTo>
                  <a:cubicBezTo>
                    <a:pt x="1054" y="2404"/>
                    <a:pt x="1038" y="2391"/>
                    <a:pt x="1050" y="2375"/>
                  </a:cubicBezTo>
                  <a:cubicBezTo>
                    <a:pt x="1062" y="2359"/>
                    <a:pt x="1089" y="2351"/>
                    <a:pt x="1092" y="2326"/>
                  </a:cubicBezTo>
                  <a:cubicBezTo>
                    <a:pt x="1094" y="2300"/>
                    <a:pt x="1059" y="2313"/>
                    <a:pt x="1066" y="2279"/>
                  </a:cubicBezTo>
                  <a:cubicBezTo>
                    <a:pt x="1073" y="2245"/>
                    <a:pt x="1107" y="2252"/>
                    <a:pt x="1107" y="2252"/>
                  </a:cubicBezTo>
                  <a:cubicBezTo>
                    <a:pt x="1109" y="2215"/>
                    <a:pt x="1109" y="2215"/>
                    <a:pt x="1109" y="2215"/>
                  </a:cubicBezTo>
                  <a:cubicBezTo>
                    <a:pt x="1109" y="2215"/>
                    <a:pt x="1139" y="2215"/>
                    <a:pt x="1143" y="2196"/>
                  </a:cubicBezTo>
                  <a:cubicBezTo>
                    <a:pt x="1146" y="2177"/>
                    <a:pt x="1123" y="2191"/>
                    <a:pt x="1121" y="2176"/>
                  </a:cubicBezTo>
                  <a:cubicBezTo>
                    <a:pt x="1119" y="2160"/>
                    <a:pt x="1123" y="2139"/>
                    <a:pt x="1143" y="2159"/>
                  </a:cubicBezTo>
                  <a:cubicBezTo>
                    <a:pt x="1164" y="2179"/>
                    <a:pt x="1174" y="2127"/>
                    <a:pt x="1174" y="2127"/>
                  </a:cubicBezTo>
                  <a:cubicBezTo>
                    <a:pt x="1174" y="2127"/>
                    <a:pt x="1175" y="2102"/>
                    <a:pt x="1214" y="2105"/>
                  </a:cubicBezTo>
                  <a:cubicBezTo>
                    <a:pt x="1254" y="2107"/>
                    <a:pt x="1274" y="2077"/>
                    <a:pt x="1280" y="2045"/>
                  </a:cubicBezTo>
                  <a:cubicBezTo>
                    <a:pt x="1286" y="2014"/>
                    <a:pt x="1261" y="2055"/>
                    <a:pt x="1265" y="2019"/>
                  </a:cubicBezTo>
                  <a:cubicBezTo>
                    <a:pt x="1268" y="1983"/>
                    <a:pt x="1280" y="2027"/>
                    <a:pt x="1308" y="2010"/>
                  </a:cubicBezTo>
                  <a:cubicBezTo>
                    <a:pt x="1336" y="1992"/>
                    <a:pt x="1368" y="1956"/>
                    <a:pt x="1372" y="1944"/>
                  </a:cubicBezTo>
                  <a:cubicBezTo>
                    <a:pt x="1375" y="1931"/>
                    <a:pt x="1414" y="1898"/>
                    <a:pt x="1426" y="1876"/>
                  </a:cubicBezTo>
                  <a:cubicBezTo>
                    <a:pt x="1439" y="1854"/>
                    <a:pt x="1425" y="1831"/>
                    <a:pt x="1446" y="1809"/>
                  </a:cubicBezTo>
                  <a:cubicBezTo>
                    <a:pt x="1466" y="1787"/>
                    <a:pt x="1516" y="1769"/>
                    <a:pt x="1533" y="1770"/>
                  </a:cubicBezTo>
                  <a:cubicBezTo>
                    <a:pt x="1550" y="1771"/>
                    <a:pt x="1584" y="1711"/>
                    <a:pt x="1589" y="1687"/>
                  </a:cubicBezTo>
                  <a:cubicBezTo>
                    <a:pt x="1594" y="1662"/>
                    <a:pt x="1604" y="1612"/>
                    <a:pt x="1621" y="1589"/>
                  </a:cubicBezTo>
                  <a:cubicBezTo>
                    <a:pt x="1638" y="1566"/>
                    <a:pt x="1681" y="1543"/>
                    <a:pt x="1681" y="1496"/>
                  </a:cubicBezTo>
                  <a:cubicBezTo>
                    <a:pt x="1681" y="1449"/>
                    <a:pt x="1671" y="1472"/>
                    <a:pt x="1651" y="1463"/>
                  </a:cubicBezTo>
                  <a:close/>
                  <a:moveTo>
                    <a:pt x="925" y="1098"/>
                  </a:moveTo>
                  <a:cubicBezTo>
                    <a:pt x="923" y="1099"/>
                    <a:pt x="922" y="1101"/>
                    <a:pt x="920" y="1102"/>
                  </a:cubicBezTo>
                  <a:cubicBezTo>
                    <a:pt x="922" y="1101"/>
                    <a:pt x="923" y="1099"/>
                    <a:pt x="925" y="1098"/>
                  </a:cubicBezTo>
                  <a:close/>
                  <a:moveTo>
                    <a:pt x="1301" y="647"/>
                  </a:moveTo>
                  <a:cubicBezTo>
                    <a:pt x="1300" y="646"/>
                    <a:pt x="1299" y="646"/>
                    <a:pt x="1297" y="645"/>
                  </a:cubicBezTo>
                  <a:cubicBezTo>
                    <a:pt x="1299" y="646"/>
                    <a:pt x="1300" y="646"/>
                    <a:pt x="1301" y="647"/>
                  </a:cubicBezTo>
                  <a:close/>
                  <a:moveTo>
                    <a:pt x="581" y="870"/>
                  </a:moveTo>
                  <a:cubicBezTo>
                    <a:pt x="584" y="870"/>
                    <a:pt x="586" y="869"/>
                    <a:pt x="588" y="869"/>
                  </a:cubicBezTo>
                  <a:cubicBezTo>
                    <a:pt x="586" y="869"/>
                    <a:pt x="584" y="870"/>
                    <a:pt x="581" y="870"/>
                  </a:cubicBezTo>
                  <a:close/>
                  <a:moveTo>
                    <a:pt x="917" y="1104"/>
                  </a:moveTo>
                  <a:cubicBezTo>
                    <a:pt x="918" y="1104"/>
                    <a:pt x="919" y="1103"/>
                    <a:pt x="920" y="1102"/>
                  </a:cubicBezTo>
                  <a:cubicBezTo>
                    <a:pt x="919" y="1103"/>
                    <a:pt x="918" y="1104"/>
                    <a:pt x="917" y="1104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1341438" y="2771776"/>
              <a:ext cx="746125" cy="828675"/>
            </a:xfrm>
            <a:custGeom>
              <a:rect b="b" l="l" r="r" t="t"/>
              <a:pathLst>
                <a:path extrusionOk="0" h="827" w="745">
                  <a:moveTo>
                    <a:pt x="623" y="547"/>
                  </a:moveTo>
                  <a:cubicBezTo>
                    <a:pt x="620" y="543"/>
                    <a:pt x="639" y="537"/>
                    <a:pt x="633" y="508"/>
                  </a:cubicBezTo>
                  <a:cubicBezTo>
                    <a:pt x="626" y="479"/>
                    <a:pt x="639" y="464"/>
                    <a:pt x="638" y="461"/>
                  </a:cubicBezTo>
                  <a:cubicBezTo>
                    <a:pt x="637" y="458"/>
                    <a:pt x="626" y="428"/>
                    <a:pt x="640" y="426"/>
                  </a:cubicBezTo>
                  <a:cubicBezTo>
                    <a:pt x="653" y="424"/>
                    <a:pt x="653" y="418"/>
                    <a:pt x="654" y="404"/>
                  </a:cubicBezTo>
                  <a:cubicBezTo>
                    <a:pt x="654" y="391"/>
                    <a:pt x="671" y="395"/>
                    <a:pt x="671" y="386"/>
                  </a:cubicBezTo>
                  <a:cubicBezTo>
                    <a:pt x="670" y="378"/>
                    <a:pt x="658" y="368"/>
                    <a:pt x="664" y="357"/>
                  </a:cubicBezTo>
                  <a:cubicBezTo>
                    <a:pt x="670" y="346"/>
                    <a:pt x="683" y="337"/>
                    <a:pt x="670" y="327"/>
                  </a:cubicBezTo>
                  <a:cubicBezTo>
                    <a:pt x="657" y="316"/>
                    <a:pt x="665" y="318"/>
                    <a:pt x="646" y="305"/>
                  </a:cubicBezTo>
                  <a:cubicBezTo>
                    <a:pt x="627" y="292"/>
                    <a:pt x="672" y="281"/>
                    <a:pt x="678" y="281"/>
                  </a:cubicBezTo>
                  <a:cubicBezTo>
                    <a:pt x="685" y="281"/>
                    <a:pt x="692" y="287"/>
                    <a:pt x="692" y="270"/>
                  </a:cubicBezTo>
                  <a:cubicBezTo>
                    <a:pt x="693" y="253"/>
                    <a:pt x="679" y="270"/>
                    <a:pt x="674" y="244"/>
                  </a:cubicBezTo>
                  <a:cubicBezTo>
                    <a:pt x="673" y="238"/>
                    <a:pt x="671" y="234"/>
                    <a:pt x="669" y="233"/>
                  </a:cubicBezTo>
                  <a:cubicBezTo>
                    <a:pt x="671" y="227"/>
                    <a:pt x="673" y="221"/>
                    <a:pt x="677" y="217"/>
                  </a:cubicBezTo>
                  <a:cubicBezTo>
                    <a:pt x="687" y="208"/>
                    <a:pt x="680" y="198"/>
                    <a:pt x="667" y="199"/>
                  </a:cubicBezTo>
                  <a:cubicBezTo>
                    <a:pt x="664" y="196"/>
                    <a:pt x="663" y="191"/>
                    <a:pt x="664" y="186"/>
                  </a:cubicBezTo>
                  <a:cubicBezTo>
                    <a:pt x="665" y="185"/>
                    <a:pt x="666" y="184"/>
                    <a:pt x="667" y="184"/>
                  </a:cubicBezTo>
                  <a:cubicBezTo>
                    <a:pt x="673" y="181"/>
                    <a:pt x="677" y="173"/>
                    <a:pt x="680" y="164"/>
                  </a:cubicBezTo>
                  <a:cubicBezTo>
                    <a:pt x="691" y="151"/>
                    <a:pt x="712" y="129"/>
                    <a:pt x="721" y="127"/>
                  </a:cubicBezTo>
                  <a:cubicBezTo>
                    <a:pt x="734" y="122"/>
                    <a:pt x="744" y="110"/>
                    <a:pt x="745" y="98"/>
                  </a:cubicBezTo>
                  <a:cubicBezTo>
                    <a:pt x="744" y="82"/>
                    <a:pt x="724" y="81"/>
                    <a:pt x="708" y="79"/>
                  </a:cubicBezTo>
                  <a:cubicBezTo>
                    <a:pt x="683" y="75"/>
                    <a:pt x="672" y="115"/>
                    <a:pt x="649" y="111"/>
                  </a:cubicBezTo>
                  <a:cubicBezTo>
                    <a:pt x="636" y="104"/>
                    <a:pt x="617" y="61"/>
                    <a:pt x="616" y="44"/>
                  </a:cubicBezTo>
                  <a:cubicBezTo>
                    <a:pt x="614" y="34"/>
                    <a:pt x="614" y="21"/>
                    <a:pt x="601" y="20"/>
                  </a:cubicBezTo>
                  <a:cubicBezTo>
                    <a:pt x="580" y="25"/>
                    <a:pt x="562" y="15"/>
                    <a:pt x="543" y="27"/>
                  </a:cubicBezTo>
                  <a:cubicBezTo>
                    <a:pt x="547" y="9"/>
                    <a:pt x="483" y="5"/>
                    <a:pt x="464" y="1"/>
                  </a:cubicBezTo>
                  <a:cubicBezTo>
                    <a:pt x="448" y="0"/>
                    <a:pt x="435" y="6"/>
                    <a:pt x="420" y="7"/>
                  </a:cubicBezTo>
                  <a:cubicBezTo>
                    <a:pt x="379" y="2"/>
                    <a:pt x="359" y="20"/>
                    <a:pt x="323" y="31"/>
                  </a:cubicBezTo>
                  <a:cubicBezTo>
                    <a:pt x="313" y="36"/>
                    <a:pt x="310" y="54"/>
                    <a:pt x="303" y="62"/>
                  </a:cubicBezTo>
                  <a:cubicBezTo>
                    <a:pt x="293" y="33"/>
                    <a:pt x="270" y="38"/>
                    <a:pt x="271" y="67"/>
                  </a:cubicBezTo>
                  <a:cubicBezTo>
                    <a:pt x="272" y="82"/>
                    <a:pt x="267" y="92"/>
                    <a:pt x="250" y="91"/>
                  </a:cubicBezTo>
                  <a:cubicBezTo>
                    <a:pt x="230" y="90"/>
                    <a:pt x="233" y="80"/>
                    <a:pt x="206" y="81"/>
                  </a:cubicBezTo>
                  <a:cubicBezTo>
                    <a:pt x="185" y="83"/>
                    <a:pt x="130" y="84"/>
                    <a:pt x="137" y="114"/>
                  </a:cubicBezTo>
                  <a:cubicBezTo>
                    <a:pt x="138" y="117"/>
                    <a:pt x="131" y="119"/>
                    <a:pt x="129" y="118"/>
                  </a:cubicBezTo>
                  <a:cubicBezTo>
                    <a:pt x="116" y="109"/>
                    <a:pt x="94" y="124"/>
                    <a:pt x="93" y="139"/>
                  </a:cubicBezTo>
                  <a:cubicBezTo>
                    <a:pt x="94" y="144"/>
                    <a:pt x="93" y="154"/>
                    <a:pt x="87" y="155"/>
                  </a:cubicBezTo>
                  <a:cubicBezTo>
                    <a:pt x="54" y="149"/>
                    <a:pt x="67" y="176"/>
                    <a:pt x="46" y="181"/>
                  </a:cubicBezTo>
                  <a:cubicBezTo>
                    <a:pt x="34" y="187"/>
                    <a:pt x="22" y="183"/>
                    <a:pt x="8" y="188"/>
                  </a:cubicBezTo>
                  <a:cubicBezTo>
                    <a:pt x="2" y="189"/>
                    <a:pt x="0" y="201"/>
                    <a:pt x="7" y="205"/>
                  </a:cubicBezTo>
                  <a:cubicBezTo>
                    <a:pt x="14" y="211"/>
                    <a:pt x="19" y="211"/>
                    <a:pt x="25" y="211"/>
                  </a:cubicBezTo>
                  <a:cubicBezTo>
                    <a:pt x="24" y="213"/>
                    <a:pt x="23" y="215"/>
                    <a:pt x="23" y="217"/>
                  </a:cubicBezTo>
                  <a:cubicBezTo>
                    <a:pt x="19" y="247"/>
                    <a:pt x="88" y="262"/>
                    <a:pt x="63" y="263"/>
                  </a:cubicBezTo>
                  <a:cubicBezTo>
                    <a:pt x="38" y="264"/>
                    <a:pt x="34" y="265"/>
                    <a:pt x="31" y="274"/>
                  </a:cubicBezTo>
                  <a:cubicBezTo>
                    <a:pt x="27" y="284"/>
                    <a:pt x="57" y="294"/>
                    <a:pt x="57" y="294"/>
                  </a:cubicBezTo>
                  <a:cubicBezTo>
                    <a:pt x="53" y="314"/>
                    <a:pt x="90" y="326"/>
                    <a:pt x="90" y="326"/>
                  </a:cubicBezTo>
                  <a:cubicBezTo>
                    <a:pt x="95" y="305"/>
                    <a:pt x="135" y="322"/>
                    <a:pt x="165" y="324"/>
                  </a:cubicBezTo>
                  <a:cubicBezTo>
                    <a:pt x="195" y="326"/>
                    <a:pt x="231" y="433"/>
                    <a:pt x="217" y="458"/>
                  </a:cubicBezTo>
                  <a:cubicBezTo>
                    <a:pt x="203" y="484"/>
                    <a:pt x="203" y="486"/>
                    <a:pt x="212" y="499"/>
                  </a:cubicBezTo>
                  <a:cubicBezTo>
                    <a:pt x="221" y="512"/>
                    <a:pt x="230" y="458"/>
                    <a:pt x="236" y="481"/>
                  </a:cubicBezTo>
                  <a:cubicBezTo>
                    <a:pt x="241" y="505"/>
                    <a:pt x="271" y="534"/>
                    <a:pt x="252" y="531"/>
                  </a:cubicBezTo>
                  <a:cubicBezTo>
                    <a:pt x="233" y="528"/>
                    <a:pt x="204" y="508"/>
                    <a:pt x="211" y="521"/>
                  </a:cubicBezTo>
                  <a:cubicBezTo>
                    <a:pt x="218" y="534"/>
                    <a:pt x="241" y="545"/>
                    <a:pt x="254" y="547"/>
                  </a:cubicBezTo>
                  <a:cubicBezTo>
                    <a:pt x="266" y="549"/>
                    <a:pt x="256" y="587"/>
                    <a:pt x="237" y="590"/>
                  </a:cubicBezTo>
                  <a:cubicBezTo>
                    <a:pt x="218" y="593"/>
                    <a:pt x="217" y="604"/>
                    <a:pt x="211" y="641"/>
                  </a:cubicBezTo>
                  <a:cubicBezTo>
                    <a:pt x="205" y="677"/>
                    <a:pt x="250" y="776"/>
                    <a:pt x="255" y="792"/>
                  </a:cubicBezTo>
                  <a:cubicBezTo>
                    <a:pt x="260" y="808"/>
                    <a:pt x="295" y="788"/>
                    <a:pt x="292" y="802"/>
                  </a:cubicBezTo>
                  <a:cubicBezTo>
                    <a:pt x="288" y="817"/>
                    <a:pt x="315" y="823"/>
                    <a:pt x="315" y="823"/>
                  </a:cubicBezTo>
                  <a:cubicBezTo>
                    <a:pt x="315" y="823"/>
                    <a:pt x="336" y="827"/>
                    <a:pt x="343" y="783"/>
                  </a:cubicBezTo>
                  <a:cubicBezTo>
                    <a:pt x="349" y="740"/>
                    <a:pt x="349" y="750"/>
                    <a:pt x="365" y="739"/>
                  </a:cubicBezTo>
                  <a:cubicBezTo>
                    <a:pt x="380" y="728"/>
                    <a:pt x="358" y="711"/>
                    <a:pt x="379" y="695"/>
                  </a:cubicBezTo>
                  <a:cubicBezTo>
                    <a:pt x="400" y="678"/>
                    <a:pt x="427" y="675"/>
                    <a:pt x="446" y="658"/>
                  </a:cubicBezTo>
                  <a:cubicBezTo>
                    <a:pt x="465" y="641"/>
                    <a:pt x="493" y="622"/>
                    <a:pt x="490" y="606"/>
                  </a:cubicBezTo>
                  <a:cubicBezTo>
                    <a:pt x="487" y="590"/>
                    <a:pt x="529" y="612"/>
                    <a:pt x="557" y="593"/>
                  </a:cubicBezTo>
                  <a:cubicBezTo>
                    <a:pt x="584" y="574"/>
                    <a:pt x="626" y="552"/>
                    <a:pt x="623" y="547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5035550" y="5357813"/>
              <a:ext cx="120650" cy="219075"/>
            </a:xfrm>
            <a:custGeom>
              <a:rect b="b" l="l" r="r" t="t"/>
              <a:pathLst>
                <a:path extrusionOk="0" h="219" w="120">
                  <a:moveTo>
                    <a:pt x="61" y="26"/>
                  </a:moveTo>
                  <a:cubicBezTo>
                    <a:pt x="36" y="0"/>
                    <a:pt x="85" y="83"/>
                    <a:pt x="34" y="118"/>
                  </a:cubicBezTo>
                  <a:cubicBezTo>
                    <a:pt x="34" y="118"/>
                    <a:pt x="0" y="123"/>
                    <a:pt x="2" y="155"/>
                  </a:cubicBezTo>
                  <a:cubicBezTo>
                    <a:pt x="4" y="188"/>
                    <a:pt x="21" y="200"/>
                    <a:pt x="36" y="199"/>
                  </a:cubicBezTo>
                  <a:cubicBezTo>
                    <a:pt x="51" y="197"/>
                    <a:pt x="55" y="219"/>
                    <a:pt x="77" y="188"/>
                  </a:cubicBezTo>
                  <a:cubicBezTo>
                    <a:pt x="99" y="157"/>
                    <a:pt x="67" y="129"/>
                    <a:pt x="85" y="118"/>
                  </a:cubicBezTo>
                  <a:cubicBezTo>
                    <a:pt x="102" y="107"/>
                    <a:pt x="120" y="63"/>
                    <a:pt x="109" y="48"/>
                  </a:cubicBezTo>
                  <a:cubicBezTo>
                    <a:pt x="97" y="33"/>
                    <a:pt x="87" y="52"/>
                    <a:pt x="61" y="26"/>
                  </a:cubicBezTo>
                  <a:close/>
                </a:path>
              </a:pathLst>
            </a:custGeom>
            <a:solidFill>
              <a:srgbClr val="FFFFFF">
                <a:alpha val="3799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5" name="Google Shape;1005;p24"/>
          <p:cNvGrpSpPr/>
          <p:nvPr/>
        </p:nvGrpSpPr>
        <p:grpSpPr>
          <a:xfrm>
            <a:off x="-428188" y="869512"/>
            <a:ext cx="9170830" cy="4903083"/>
            <a:chOff x="-428188" y="869512"/>
            <a:chExt cx="9170830" cy="4903083"/>
          </a:xfrm>
        </p:grpSpPr>
        <p:pic>
          <p:nvPicPr>
            <p:cNvPr id="1006" name="Google Shape;1006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28188" y="2080868"/>
              <a:ext cx="1023670" cy="808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7" name="Google Shape;100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721713">
              <a:off x="1368176" y="1304805"/>
              <a:ext cx="1249943" cy="808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8" name="Google Shape;1008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877775">
              <a:off x="248096" y="963751"/>
              <a:ext cx="545374" cy="6516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9" name="Google Shape;1009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9058537">
              <a:off x="7323147" y="4313408"/>
              <a:ext cx="1191417" cy="12485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Zen Dots"/>
              <a:buNone/>
              <a:defRPr b="1" sz="22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3.xml"/><Relationship Id="rId4" Type="http://schemas.openxmlformats.org/officeDocument/2006/relationships/image" Target="../media/image27.png"/><Relationship Id="rId9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2.png"/><Relationship Id="rId7" Type="http://schemas.openxmlformats.org/officeDocument/2006/relationships/image" Target="../media/image31.png"/><Relationship Id="rId8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4.xml"/><Relationship Id="rId4" Type="http://schemas.openxmlformats.org/officeDocument/2006/relationships/hyperlink" Target="https://www.kaggle.com/datasets/nelgiriyewithana/global-weather-repository" TargetMode="External"/><Relationship Id="rId5" Type="http://schemas.openxmlformats.org/officeDocument/2006/relationships/hyperlink" Target="https://github.com/ksalaz63/GlobalWeatherAnalysi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5.xml"/><Relationship Id="rId4" Type="http://schemas.openxmlformats.org/officeDocument/2006/relationships/hyperlink" Target="https://www.kaggle.com/datasets/nelgiriyewithana/global-weather-repository" TargetMode="External"/><Relationship Id="rId5" Type="http://schemas.openxmlformats.org/officeDocument/2006/relationships/hyperlink" Target="https://github.com/ksalaz63/GlobalWeatherAnalysi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6.xml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7.xml"/><Relationship Id="rId4" Type="http://schemas.openxmlformats.org/officeDocument/2006/relationships/image" Target="../media/image21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8.xml"/><Relationship Id="rId4" Type="http://schemas.openxmlformats.org/officeDocument/2006/relationships/image" Target="../media/image12.png"/><Relationship Id="rId5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37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9.xml"/><Relationship Id="rId4" Type="http://schemas.openxmlformats.org/officeDocument/2006/relationships/image" Target="../media/image24.png"/><Relationship Id="rId9" Type="http://schemas.openxmlformats.org/officeDocument/2006/relationships/image" Target="../media/image42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Relationship Id="rId7" Type="http://schemas.openxmlformats.org/officeDocument/2006/relationships/image" Target="../media/image38.png"/><Relationship Id="rId8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0.xml"/><Relationship Id="rId4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1.xml"/><Relationship Id="rId4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2.xml"/><Relationship Id="rId4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3.xml"/><Relationship Id="rId4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4.xml"/><Relationship Id="rId4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5.xml"/><Relationship Id="rId4" Type="http://schemas.openxmlformats.org/officeDocument/2006/relationships/image" Target="../media/image4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16.xml"/><Relationship Id="rId4" Type="http://schemas.openxmlformats.org/officeDocument/2006/relationships/image" Target="../media/image52.png"/><Relationship Id="rId5" Type="http://schemas.openxmlformats.org/officeDocument/2006/relationships/image" Target="../media/image6.png"/><Relationship Id="rId6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17.xml"/><Relationship Id="rId4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18.xml"/><Relationship Id="rId4" Type="http://schemas.openxmlformats.org/officeDocument/2006/relationships/image" Target="../media/image4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19.xml"/></Relationships>
</file>

<file path=ppt/slides/_rels/slide21.xml.rels><?xml version="1.0" encoding="UTF-8" standalone="yes"?><Relationships xmlns="http://schemas.openxmlformats.org/package/2006/relationships"><Relationship Id="rId10" Type="http://schemas.openxmlformats.org/officeDocument/2006/relationships/hyperlink" Target="https://github.com/ksalaz63/GlobalWeatherAnalysis" TargetMode="External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20.xml"/><Relationship Id="rId4" Type="http://schemas.openxmlformats.org/officeDocument/2006/relationships/image" Target="../media/image56.png"/><Relationship Id="rId9" Type="http://schemas.openxmlformats.org/officeDocument/2006/relationships/image" Target="../media/image48.png"/><Relationship Id="rId5" Type="http://schemas.openxmlformats.org/officeDocument/2006/relationships/image" Target="../media/image57.png"/><Relationship Id="rId6" Type="http://schemas.openxmlformats.org/officeDocument/2006/relationships/image" Target="../media/image53.png"/><Relationship Id="rId7" Type="http://schemas.openxmlformats.org/officeDocument/2006/relationships/image" Target="../media/image55.png"/><Relationship Id="rId8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p25"/>
          <p:cNvPicPr preferRelativeResize="0"/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>
            <a:off x="0" y="-5234028"/>
            <a:ext cx="9144003" cy="271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25"/>
          <p:cNvSpPr txBox="1"/>
          <p:nvPr>
            <p:ph type="ctrTitle"/>
          </p:nvPr>
        </p:nvSpPr>
        <p:spPr>
          <a:xfrm>
            <a:off x="603800" y="1424575"/>
            <a:ext cx="6080100" cy="16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Weather Analysis using ES and Kibana</a:t>
            </a:r>
            <a:endParaRPr/>
          </a:p>
        </p:txBody>
      </p:sp>
      <p:sp>
        <p:nvSpPr>
          <p:cNvPr id="1016" name="Google Shape;1016;p25"/>
          <p:cNvSpPr txBox="1"/>
          <p:nvPr>
            <p:ph idx="1" type="subTitle"/>
          </p:nvPr>
        </p:nvSpPr>
        <p:spPr>
          <a:xfrm>
            <a:off x="841475" y="3025074"/>
            <a:ext cx="5303700" cy="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</a:t>
            </a:r>
            <a:r>
              <a:rPr lang="en"/>
              <a:t>Andrea</a:t>
            </a:r>
            <a:r>
              <a:rPr lang="en"/>
              <a:t> Garcia-Tellez, Felix Garcia, Karla Salazar, Kyle Giang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5"/>
          <p:cNvSpPr/>
          <p:nvPr/>
        </p:nvSpPr>
        <p:spPr>
          <a:xfrm rot="569381">
            <a:off x="4271068" y="5136778"/>
            <a:ext cx="467544" cy="380234"/>
          </a:xfrm>
          <a:custGeom>
            <a:rect b="b" l="l" r="r" t="t"/>
            <a:pathLst>
              <a:path extrusionOk="0" h="213" w="263">
                <a:moveTo>
                  <a:pt x="128" y="211"/>
                </a:moveTo>
                <a:cubicBezTo>
                  <a:pt x="125" y="211"/>
                  <a:pt x="122" y="210"/>
                  <a:pt x="119" y="210"/>
                </a:cubicBezTo>
                <a:cubicBezTo>
                  <a:pt x="82" y="203"/>
                  <a:pt x="20" y="190"/>
                  <a:pt x="10" y="130"/>
                </a:cubicBezTo>
                <a:cubicBezTo>
                  <a:pt x="0" y="68"/>
                  <a:pt x="71" y="30"/>
                  <a:pt x="114" y="13"/>
                </a:cubicBezTo>
                <a:cubicBezTo>
                  <a:pt x="114" y="13"/>
                  <a:pt x="114" y="13"/>
                  <a:pt x="114" y="13"/>
                </a:cubicBezTo>
                <a:cubicBezTo>
                  <a:pt x="147" y="0"/>
                  <a:pt x="201" y="25"/>
                  <a:pt x="233" y="57"/>
                </a:cubicBezTo>
                <a:cubicBezTo>
                  <a:pt x="254" y="79"/>
                  <a:pt x="263" y="101"/>
                  <a:pt x="256" y="118"/>
                </a:cubicBezTo>
                <a:cubicBezTo>
                  <a:pt x="238" y="162"/>
                  <a:pt x="169" y="211"/>
                  <a:pt x="128" y="211"/>
                </a:cubicBezTo>
                <a:close/>
                <a:moveTo>
                  <a:pt x="134" y="14"/>
                </a:moveTo>
                <a:cubicBezTo>
                  <a:pt x="127" y="14"/>
                  <a:pt x="121" y="15"/>
                  <a:pt x="116" y="17"/>
                </a:cubicBezTo>
                <a:cubicBezTo>
                  <a:pt x="116" y="17"/>
                  <a:pt x="116" y="17"/>
                  <a:pt x="116" y="17"/>
                </a:cubicBezTo>
                <a:cubicBezTo>
                  <a:pt x="74" y="34"/>
                  <a:pt x="4" y="71"/>
                  <a:pt x="14" y="130"/>
                </a:cubicBezTo>
                <a:cubicBezTo>
                  <a:pt x="23" y="187"/>
                  <a:pt x="84" y="199"/>
                  <a:pt x="120" y="206"/>
                </a:cubicBezTo>
                <a:cubicBezTo>
                  <a:pt x="159" y="213"/>
                  <a:pt x="234" y="163"/>
                  <a:pt x="252" y="117"/>
                </a:cubicBezTo>
                <a:cubicBezTo>
                  <a:pt x="259" y="101"/>
                  <a:pt x="250" y="80"/>
                  <a:pt x="230" y="60"/>
                </a:cubicBezTo>
                <a:cubicBezTo>
                  <a:pt x="205" y="35"/>
                  <a:pt x="165" y="14"/>
                  <a:pt x="134" y="1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8" name="Google Shape;101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7142726" y="994430"/>
            <a:ext cx="966074" cy="9139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9" name="Google Shape;1019;p25"/>
          <p:cNvGrpSpPr/>
          <p:nvPr/>
        </p:nvGrpSpPr>
        <p:grpSpPr>
          <a:xfrm rot="3679696">
            <a:off x="-652300" y="-984452"/>
            <a:ext cx="3195458" cy="3087456"/>
            <a:chOff x="5065775" y="1516606"/>
            <a:chExt cx="3195396" cy="3087397"/>
          </a:xfrm>
        </p:grpSpPr>
        <p:sp>
          <p:nvSpPr>
            <p:cNvPr id="1020" name="Google Shape;1020;p25"/>
            <p:cNvSpPr/>
            <p:nvPr/>
          </p:nvSpPr>
          <p:spPr>
            <a:xfrm>
              <a:off x="6100124" y="1856888"/>
              <a:ext cx="1317800" cy="770784"/>
            </a:xfrm>
            <a:custGeom>
              <a:rect b="b" l="l" r="r" t="t"/>
              <a:pathLst>
                <a:path extrusionOk="0" h="824" w="1408">
                  <a:moveTo>
                    <a:pt x="1102" y="809"/>
                  </a:moveTo>
                  <a:cubicBezTo>
                    <a:pt x="1057" y="809"/>
                    <a:pt x="1011" y="799"/>
                    <a:pt x="979" y="773"/>
                  </a:cubicBezTo>
                  <a:cubicBezTo>
                    <a:pt x="919" y="723"/>
                    <a:pt x="846" y="740"/>
                    <a:pt x="782" y="754"/>
                  </a:cubicBezTo>
                  <a:cubicBezTo>
                    <a:pt x="776" y="755"/>
                    <a:pt x="770" y="757"/>
                    <a:pt x="764" y="758"/>
                  </a:cubicBezTo>
                  <a:cubicBezTo>
                    <a:pt x="753" y="761"/>
                    <a:pt x="753" y="761"/>
                    <a:pt x="753" y="761"/>
                  </a:cubicBezTo>
                  <a:cubicBezTo>
                    <a:pt x="689" y="775"/>
                    <a:pt x="609" y="792"/>
                    <a:pt x="521" y="762"/>
                  </a:cubicBezTo>
                  <a:cubicBezTo>
                    <a:pt x="494" y="752"/>
                    <a:pt x="466" y="735"/>
                    <a:pt x="437" y="718"/>
                  </a:cubicBezTo>
                  <a:cubicBezTo>
                    <a:pt x="381" y="683"/>
                    <a:pt x="323" y="647"/>
                    <a:pt x="262" y="669"/>
                  </a:cubicBezTo>
                  <a:cubicBezTo>
                    <a:pt x="231" y="680"/>
                    <a:pt x="200" y="676"/>
                    <a:pt x="170" y="658"/>
                  </a:cubicBezTo>
                  <a:cubicBezTo>
                    <a:pt x="122" y="628"/>
                    <a:pt x="91" y="566"/>
                    <a:pt x="87" y="523"/>
                  </a:cubicBezTo>
                  <a:cubicBezTo>
                    <a:pt x="83" y="489"/>
                    <a:pt x="69" y="451"/>
                    <a:pt x="55" y="411"/>
                  </a:cubicBezTo>
                  <a:cubicBezTo>
                    <a:pt x="39" y="368"/>
                    <a:pt x="22" y="319"/>
                    <a:pt x="14" y="269"/>
                  </a:cubicBezTo>
                  <a:cubicBezTo>
                    <a:pt x="0" y="172"/>
                    <a:pt x="114" y="46"/>
                    <a:pt x="115" y="45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68" y="1"/>
                    <a:pt x="392" y="0"/>
                    <a:pt x="585" y="15"/>
                  </a:cubicBezTo>
                  <a:cubicBezTo>
                    <a:pt x="782" y="30"/>
                    <a:pt x="1021" y="66"/>
                    <a:pt x="1112" y="115"/>
                  </a:cubicBezTo>
                  <a:cubicBezTo>
                    <a:pt x="1164" y="143"/>
                    <a:pt x="1208" y="161"/>
                    <a:pt x="1243" y="176"/>
                  </a:cubicBezTo>
                  <a:cubicBezTo>
                    <a:pt x="1326" y="210"/>
                    <a:pt x="1371" y="229"/>
                    <a:pt x="1397" y="316"/>
                  </a:cubicBezTo>
                  <a:cubicBezTo>
                    <a:pt x="1408" y="353"/>
                    <a:pt x="1376" y="442"/>
                    <a:pt x="1348" y="520"/>
                  </a:cubicBezTo>
                  <a:cubicBezTo>
                    <a:pt x="1337" y="551"/>
                    <a:pt x="1326" y="580"/>
                    <a:pt x="1321" y="601"/>
                  </a:cubicBezTo>
                  <a:cubicBezTo>
                    <a:pt x="1318" y="611"/>
                    <a:pt x="1315" y="620"/>
                    <a:pt x="1313" y="629"/>
                  </a:cubicBezTo>
                  <a:cubicBezTo>
                    <a:pt x="1294" y="701"/>
                    <a:pt x="1281" y="748"/>
                    <a:pt x="1232" y="778"/>
                  </a:cubicBezTo>
                  <a:cubicBezTo>
                    <a:pt x="1202" y="796"/>
                    <a:pt x="1152" y="809"/>
                    <a:pt x="1102" y="809"/>
                  </a:cubicBezTo>
                  <a:close/>
                  <a:moveTo>
                    <a:pt x="880" y="736"/>
                  </a:moveTo>
                  <a:cubicBezTo>
                    <a:pt x="915" y="736"/>
                    <a:pt x="950" y="744"/>
                    <a:pt x="981" y="770"/>
                  </a:cubicBezTo>
                  <a:cubicBezTo>
                    <a:pt x="1047" y="824"/>
                    <a:pt x="1175" y="809"/>
                    <a:pt x="1230" y="775"/>
                  </a:cubicBezTo>
                  <a:cubicBezTo>
                    <a:pt x="1278" y="745"/>
                    <a:pt x="1290" y="699"/>
                    <a:pt x="1309" y="628"/>
                  </a:cubicBezTo>
                  <a:cubicBezTo>
                    <a:pt x="1311" y="619"/>
                    <a:pt x="1314" y="610"/>
                    <a:pt x="1317" y="600"/>
                  </a:cubicBezTo>
                  <a:cubicBezTo>
                    <a:pt x="1323" y="579"/>
                    <a:pt x="1333" y="550"/>
                    <a:pt x="1344" y="519"/>
                  </a:cubicBezTo>
                  <a:cubicBezTo>
                    <a:pt x="1370" y="445"/>
                    <a:pt x="1403" y="353"/>
                    <a:pt x="1393" y="317"/>
                  </a:cubicBezTo>
                  <a:cubicBezTo>
                    <a:pt x="1368" y="232"/>
                    <a:pt x="1323" y="213"/>
                    <a:pt x="1242" y="179"/>
                  </a:cubicBezTo>
                  <a:cubicBezTo>
                    <a:pt x="1206" y="165"/>
                    <a:pt x="1162" y="146"/>
                    <a:pt x="1110" y="118"/>
                  </a:cubicBezTo>
                  <a:cubicBezTo>
                    <a:pt x="1019" y="70"/>
                    <a:pt x="781" y="34"/>
                    <a:pt x="585" y="19"/>
                  </a:cubicBezTo>
                  <a:cubicBezTo>
                    <a:pt x="344" y="1"/>
                    <a:pt x="160" y="12"/>
                    <a:pt x="118" y="48"/>
                  </a:cubicBezTo>
                  <a:cubicBezTo>
                    <a:pt x="114" y="52"/>
                    <a:pt x="4" y="175"/>
                    <a:pt x="18" y="268"/>
                  </a:cubicBezTo>
                  <a:cubicBezTo>
                    <a:pt x="26" y="318"/>
                    <a:pt x="42" y="364"/>
                    <a:pt x="59" y="409"/>
                  </a:cubicBezTo>
                  <a:cubicBezTo>
                    <a:pt x="73" y="450"/>
                    <a:pt x="87" y="488"/>
                    <a:pt x="91" y="522"/>
                  </a:cubicBezTo>
                  <a:cubicBezTo>
                    <a:pt x="95" y="564"/>
                    <a:pt x="125" y="625"/>
                    <a:pt x="172" y="654"/>
                  </a:cubicBezTo>
                  <a:cubicBezTo>
                    <a:pt x="201" y="672"/>
                    <a:pt x="231" y="675"/>
                    <a:pt x="261" y="665"/>
                  </a:cubicBezTo>
                  <a:cubicBezTo>
                    <a:pt x="323" y="642"/>
                    <a:pt x="382" y="679"/>
                    <a:pt x="439" y="714"/>
                  </a:cubicBezTo>
                  <a:cubicBezTo>
                    <a:pt x="468" y="732"/>
                    <a:pt x="495" y="749"/>
                    <a:pt x="523" y="758"/>
                  </a:cubicBezTo>
                  <a:cubicBezTo>
                    <a:pt x="610" y="788"/>
                    <a:pt x="689" y="771"/>
                    <a:pt x="752" y="757"/>
                  </a:cubicBezTo>
                  <a:cubicBezTo>
                    <a:pt x="763" y="754"/>
                    <a:pt x="763" y="754"/>
                    <a:pt x="763" y="754"/>
                  </a:cubicBezTo>
                  <a:cubicBezTo>
                    <a:pt x="769" y="753"/>
                    <a:pt x="775" y="752"/>
                    <a:pt x="781" y="750"/>
                  </a:cubicBezTo>
                  <a:cubicBezTo>
                    <a:pt x="812" y="743"/>
                    <a:pt x="846" y="736"/>
                    <a:pt x="880" y="736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25"/>
            <p:cNvSpPr/>
            <p:nvPr/>
          </p:nvSpPr>
          <p:spPr>
            <a:xfrm>
              <a:off x="5646176" y="1516606"/>
              <a:ext cx="2614995" cy="1501785"/>
            </a:xfrm>
            <a:custGeom>
              <a:rect b="b" l="l" r="r" t="t"/>
              <a:pathLst>
                <a:path extrusionOk="0" h="1604" w="2794">
                  <a:moveTo>
                    <a:pt x="1338" y="1603"/>
                  </a:moveTo>
                  <a:cubicBezTo>
                    <a:pt x="1300" y="1603"/>
                    <a:pt x="1263" y="1603"/>
                    <a:pt x="1233" y="1602"/>
                  </a:cubicBezTo>
                  <a:cubicBezTo>
                    <a:pt x="1210" y="1602"/>
                    <a:pt x="1191" y="1602"/>
                    <a:pt x="1176" y="1602"/>
                  </a:cubicBezTo>
                  <a:cubicBezTo>
                    <a:pt x="1068" y="1602"/>
                    <a:pt x="988" y="1546"/>
                    <a:pt x="894" y="1457"/>
                  </a:cubicBezTo>
                  <a:cubicBezTo>
                    <a:pt x="846" y="1411"/>
                    <a:pt x="729" y="1406"/>
                    <a:pt x="616" y="1402"/>
                  </a:cubicBezTo>
                  <a:cubicBezTo>
                    <a:pt x="524" y="1398"/>
                    <a:pt x="438" y="1394"/>
                    <a:pt x="395" y="1369"/>
                  </a:cubicBezTo>
                  <a:cubicBezTo>
                    <a:pt x="307" y="1318"/>
                    <a:pt x="286" y="1244"/>
                    <a:pt x="258" y="1150"/>
                  </a:cubicBezTo>
                  <a:cubicBezTo>
                    <a:pt x="256" y="1140"/>
                    <a:pt x="253" y="1130"/>
                    <a:pt x="250" y="1120"/>
                  </a:cubicBezTo>
                  <a:cubicBezTo>
                    <a:pt x="217" y="1010"/>
                    <a:pt x="172" y="937"/>
                    <a:pt x="82" y="817"/>
                  </a:cubicBezTo>
                  <a:cubicBezTo>
                    <a:pt x="0" y="705"/>
                    <a:pt x="39" y="618"/>
                    <a:pt x="85" y="518"/>
                  </a:cubicBezTo>
                  <a:cubicBezTo>
                    <a:pt x="90" y="505"/>
                    <a:pt x="96" y="492"/>
                    <a:pt x="102" y="479"/>
                  </a:cubicBezTo>
                  <a:cubicBezTo>
                    <a:pt x="158" y="349"/>
                    <a:pt x="302" y="121"/>
                    <a:pt x="447" y="62"/>
                  </a:cubicBezTo>
                  <a:cubicBezTo>
                    <a:pt x="517" y="33"/>
                    <a:pt x="685" y="11"/>
                    <a:pt x="866" y="6"/>
                  </a:cubicBezTo>
                  <a:cubicBezTo>
                    <a:pt x="1061" y="0"/>
                    <a:pt x="1215" y="15"/>
                    <a:pt x="1277" y="46"/>
                  </a:cubicBezTo>
                  <a:cubicBezTo>
                    <a:pt x="1378" y="96"/>
                    <a:pt x="1619" y="113"/>
                    <a:pt x="1794" y="126"/>
                  </a:cubicBezTo>
                  <a:cubicBezTo>
                    <a:pt x="1852" y="130"/>
                    <a:pt x="1903" y="134"/>
                    <a:pt x="1936" y="138"/>
                  </a:cubicBezTo>
                  <a:cubicBezTo>
                    <a:pt x="2068" y="154"/>
                    <a:pt x="2485" y="293"/>
                    <a:pt x="2565" y="410"/>
                  </a:cubicBezTo>
                  <a:cubicBezTo>
                    <a:pt x="2643" y="523"/>
                    <a:pt x="2777" y="733"/>
                    <a:pt x="2786" y="803"/>
                  </a:cubicBezTo>
                  <a:cubicBezTo>
                    <a:pt x="2794" y="872"/>
                    <a:pt x="2706" y="1081"/>
                    <a:pt x="2612" y="1117"/>
                  </a:cubicBezTo>
                  <a:cubicBezTo>
                    <a:pt x="2571" y="1134"/>
                    <a:pt x="2530" y="1162"/>
                    <a:pt x="2487" y="1192"/>
                  </a:cubicBezTo>
                  <a:cubicBezTo>
                    <a:pt x="2434" y="1229"/>
                    <a:pt x="2380" y="1267"/>
                    <a:pt x="2316" y="1289"/>
                  </a:cubicBezTo>
                  <a:cubicBezTo>
                    <a:pt x="2240" y="1316"/>
                    <a:pt x="2153" y="1306"/>
                    <a:pt x="2076" y="1297"/>
                  </a:cubicBezTo>
                  <a:cubicBezTo>
                    <a:pt x="2037" y="1292"/>
                    <a:pt x="1999" y="1288"/>
                    <a:pt x="1968" y="1290"/>
                  </a:cubicBezTo>
                  <a:cubicBezTo>
                    <a:pt x="1897" y="1293"/>
                    <a:pt x="1810" y="1406"/>
                    <a:pt x="1745" y="1489"/>
                  </a:cubicBezTo>
                  <a:cubicBezTo>
                    <a:pt x="1727" y="1513"/>
                    <a:pt x="1711" y="1534"/>
                    <a:pt x="1697" y="1549"/>
                  </a:cubicBezTo>
                  <a:cubicBezTo>
                    <a:pt x="1656" y="1596"/>
                    <a:pt x="1481" y="1603"/>
                    <a:pt x="1338" y="1603"/>
                  </a:cubicBezTo>
                  <a:close/>
                  <a:moveTo>
                    <a:pt x="946" y="8"/>
                  </a:moveTo>
                  <a:cubicBezTo>
                    <a:pt x="920" y="8"/>
                    <a:pt x="894" y="9"/>
                    <a:pt x="866" y="10"/>
                  </a:cubicBezTo>
                  <a:cubicBezTo>
                    <a:pt x="686" y="15"/>
                    <a:pt x="518" y="37"/>
                    <a:pt x="448" y="65"/>
                  </a:cubicBezTo>
                  <a:cubicBezTo>
                    <a:pt x="304" y="124"/>
                    <a:pt x="162" y="351"/>
                    <a:pt x="106" y="480"/>
                  </a:cubicBezTo>
                  <a:cubicBezTo>
                    <a:pt x="100" y="494"/>
                    <a:pt x="94" y="507"/>
                    <a:pt x="88" y="519"/>
                  </a:cubicBezTo>
                  <a:cubicBezTo>
                    <a:pt x="41" y="623"/>
                    <a:pt x="4" y="705"/>
                    <a:pt x="85" y="814"/>
                  </a:cubicBezTo>
                  <a:cubicBezTo>
                    <a:pt x="175" y="935"/>
                    <a:pt x="221" y="1008"/>
                    <a:pt x="254" y="1119"/>
                  </a:cubicBezTo>
                  <a:cubicBezTo>
                    <a:pt x="257" y="1129"/>
                    <a:pt x="259" y="1139"/>
                    <a:pt x="262" y="1149"/>
                  </a:cubicBezTo>
                  <a:cubicBezTo>
                    <a:pt x="289" y="1242"/>
                    <a:pt x="310" y="1315"/>
                    <a:pt x="397" y="1366"/>
                  </a:cubicBezTo>
                  <a:cubicBezTo>
                    <a:pt x="439" y="1391"/>
                    <a:pt x="525" y="1394"/>
                    <a:pt x="616" y="1398"/>
                  </a:cubicBezTo>
                  <a:cubicBezTo>
                    <a:pt x="730" y="1402"/>
                    <a:pt x="848" y="1407"/>
                    <a:pt x="897" y="1454"/>
                  </a:cubicBezTo>
                  <a:cubicBezTo>
                    <a:pt x="990" y="1543"/>
                    <a:pt x="1069" y="1598"/>
                    <a:pt x="1176" y="1598"/>
                  </a:cubicBezTo>
                  <a:cubicBezTo>
                    <a:pt x="1191" y="1598"/>
                    <a:pt x="1210" y="1598"/>
                    <a:pt x="1233" y="1598"/>
                  </a:cubicBezTo>
                  <a:cubicBezTo>
                    <a:pt x="1376" y="1600"/>
                    <a:pt x="1643" y="1604"/>
                    <a:pt x="1694" y="1546"/>
                  </a:cubicBezTo>
                  <a:cubicBezTo>
                    <a:pt x="1708" y="1531"/>
                    <a:pt x="1724" y="1510"/>
                    <a:pt x="1742" y="1486"/>
                  </a:cubicBezTo>
                  <a:cubicBezTo>
                    <a:pt x="1807" y="1403"/>
                    <a:pt x="1895" y="1289"/>
                    <a:pt x="1968" y="1286"/>
                  </a:cubicBezTo>
                  <a:cubicBezTo>
                    <a:pt x="1999" y="1284"/>
                    <a:pt x="2037" y="1288"/>
                    <a:pt x="2077" y="1293"/>
                  </a:cubicBezTo>
                  <a:cubicBezTo>
                    <a:pt x="2153" y="1302"/>
                    <a:pt x="2239" y="1312"/>
                    <a:pt x="2315" y="1286"/>
                  </a:cubicBezTo>
                  <a:cubicBezTo>
                    <a:pt x="2378" y="1264"/>
                    <a:pt x="2432" y="1226"/>
                    <a:pt x="2485" y="1189"/>
                  </a:cubicBezTo>
                  <a:cubicBezTo>
                    <a:pt x="2528" y="1159"/>
                    <a:pt x="2569" y="1130"/>
                    <a:pt x="2611" y="1114"/>
                  </a:cubicBezTo>
                  <a:cubicBezTo>
                    <a:pt x="2703" y="1078"/>
                    <a:pt x="2790" y="871"/>
                    <a:pt x="2782" y="804"/>
                  </a:cubicBezTo>
                  <a:cubicBezTo>
                    <a:pt x="2774" y="735"/>
                    <a:pt x="2634" y="518"/>
                    <a:pt x="2562" y="413"/>
                  </a:cubicBezTo>
                  <a:cubicBezTo>
                    <a:pt x="2482" y="296"/>
                    <a:pt x="2067" y="157"/>
                    <a:pt x="1935" y="142"/>
                  </a:cubicBezTo>
                  <a:cubicBezTo>
                    <a:pt x="1902" y="137"/>
                    <a:pt x="1852" y="134"/>
                    <a:pt x="1794" y="130"/>
                  </a:cubicBezTo>
                  <a:cubicBezTo>
                    <a:pt x="1618" y="117"/>
                    <a:pt x="1377" y="100"/>
                    <a:pt x="1275" y="49"/>
                  </a:cubicBezTo>
                  <a:cubicBezTo>
                    <a:pt x="1222" y="23"/>
                    <a:pt x="1102" y="8"/>
                    <a:pt x="946" y="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25"/>
            <p:cNvSpPr/>
            <p:nvPr/>
          </p:nvSpPr>
          <p:spPr>
            <a:xfrm>
              <a:off x="5196489" y="1854046"/>
              <a:ext cx="1387419" cy="2715155"/>
            </a:xfrm>
            <a:custGeom>
              <a:rect b="b" l="l" r="r" t="t"/>
              <a:pathLst>
                <a:path extrusionOk="0" h="2901" w="1482">
                  <a:moveTo>
                    <a:pt x="1102" y="2867"/>
                  </a:moveTo>
                  <a:cubicBezTo>
                    <a:pt x="927" y="2867"/>
                    <a:pt x="566" y="2757"/>
                    <a:pt x="337" y="2688"/>
                  </a:cubicBezTo>
                  <a:cubicBezTo>
                    <a:pt x="267" y="2667"/>
                    <a:pt x="212" y="2650"/>
                    <a:pt x="179" y="2641"/>
                  </a:cubicBezTo>
                  <a:cubicBezTo>
                    <a:pt x="93" y="2619"/>
                    <a:pt x="50" y="2439"/>
                    <a:pt x="29" y="2292"/>
                  </a:cubicBezTo>
                  <a:cubicBezTo>
                    <a:pt x="2" y="2107"/>
                    <a:pt x="0" y="1918"/>
                    <a:pt x="6" y="1835"/>
                  </a:cubicBezTo>
                  <a:cubicBezTo>
                    <a:pt x="9" y="1786"/>
                    <a:pt x="23" y="1692"/>
                    <a:pt x="40" y="1574"/>
                  </a:cubicBezTo>
                  <a:cubicBezTo>
                    <a:pt x="88" y="1256"/>
                    <a:pt x="159" y="775"/>
                    <a:pt x="110" y="556"/>
                  </a:cubicBezTo>
                  <a:cubicBezTo>
                    <a:pt x="75" y="402"/>
                    <a:pt x="52" y="203"/>
                    <a:pt x="94" y="103"/>
                  </a:cubicBezTo>
                  <a:cubicBezTo>
                    <a:pt x="120" y="39"/>
                    <a:pt x="169" y="0"/>
                    <a:pt x="223" y="0"/>
                  </a:cubicBezTo>
                  <a:cubicBezTo>
                    <a:pt x="223" y="0"/>
                    <a:pt x="223" y="0"/>
                    <a:pt x="223" y="0"/>
                  </a:cubicBezTo>
                  <a:cubicBezTo>
                    <a:pt x="278" y="0"/>
                    <a:pt x="326" y="38"/>
                    <a:pt x="354" y="103"/>
                  </a:cubicBezTo>
                  <a:cubicBezTo>
                    <a:pt x="354" y="103"/>
                    <a:pt x="354" y="103"/>
                    <a:pt x="354" y="103"/>
                  </a:cubicBezTo>
                  <a:cubicBezTo>
                    <a:pt x="354" y="105"/>
                    <a:pt x="402" y="260"/>
                    <a:pt x="414" y="347"/>
                  </a:cubicBezTo>
                  <a:cubicBezTo>
                    <a:pt x="426" y="434"/>
                    <a:pt x="422" y="470"/>
                    <a:pt x="410" y="544"/>
                  </a:cubicBezTo>
                  <a:cubicBezTo>
                    <a:pt x="408" y="553"/>
                    <a:pt x="408" y="553"/>
                    <a:pt x="408" y="553"/>
                  </a:cubicBezTo>
                  <a:cubicBezTo>
                    <a:pt x="396" y="623"/>
                    <a:pt x="383" y="702"/>
                    <a:pt x="413" y="759"/>
                  </a:cubicBezTo>
                  <a:cubicBezTo>
                    <a:pt x="426" y="782"/>
                    <a:pt x="448" y="806"/>
                    <a:pt x="475" y="833"/>
                  </a:cubicBezTo>
                  <a:cubicBezTo>
                    <a:pt x="517" y="878"/>
                    <a:pt x="565" y="928"/>
                    <a:pt x="590" y="995"/>
                  </a:cubicBezTo>
                  <a:cubicBezTo>
                    <a:pt x="602" y="1027"/>
                    <a:pt x="611" y="1063"/>
                    <a:pt x="620" y="1097"/>
                  </a:cubicBezTo>
                  <a:cubicBezTo>
                    <a:pt x="642" y="1177"/>
                    <a:pt x="662" y="1252"/>
                    <a:pt x="709" y="1274"/>
                  </a:cubicBezTo>
                  <a:cubicBezTo>
                    <a:pt x="745" y="1291"/>
                    <a:pt x="792" y="1300"/>
                    <a:pt x="838" y="1309"/>
                  </a:cubicBezTo>
                  <a:cubicBezTo>
                    <a:pt x="875" y="1316"/>
                    <a:pt x="911" y="1323"/>
                    <a:pt x="937" y="1334"/>
                  </a:cubicBezTo>
                  <a:cubicBezTo>
                    <a:pt x="952" y="1340"/>
                    <a:pt x="963" y="1354"/>
                    <a:pt x="971" y="1375"/>
                  </a:cubicBezTo>
                  <a:cubicBezTo>
                    <a:pt x="988" y="1424"/>
                    <a:pt x="975" y="1499"/>
                    <a:pt x="953" y="1540"/>
                  </a:cubicBezTo>
                  <a:cubicBezTo>
                    <a:pt x="946" y="1555"/>
                    <a:pt x="934" y="1573"/>
                    <a:pt x="920" y="1594"/>
                  </a:cubicBezTo>
                  <a:cubicBezTo>
                    <a:pt x="880" y="1656"/>
                    <a:pt x="825" y="1741"/>
                    <a:pt x="834" y="1803"/>
                  </a:cubicBezTo>
                  <a:cubicBezTo>
                    <a:pt x="845" y="1884"/>
                    <a:pt x="946" y="2069"/>
                    <a:pt x="1021" y="2102"/>
                  </a:cubicBezTo>
                  <a:cubicBezTo>
                    <a:pt x="1039" y="2110"/>
                    <a:pt x="1063" y="2119"/>
                    <a:pt x="1089" y="2129"/>
                  </a:cubicBezTo>
                  <a:cubicBezTo>
                    <a:pt x="1169" y="2160"/>
                    <a:pt x="1268" y="2199"/>
                    <a:pt x="1313" y="2238"/>
                  </a:cubicBezTo>
                  <a:cubicBezTo>
                    <a:pt x="1390" y="2305"/>
                    <a:pt x="1438" y="2381"/>
                    <a:pt x="1458" y="2471"/>
                  </a:cubicBezTo>
                  <a:cubicBezTo>
                    <a:pt x="1482" y="2582"/>
                    <a:pt x="1322" y="2798"/>
                    <a:pt x="1172" y="2857"/>
                  </a:cubicBezTo>
                  <a:cubicBezTo>
                    <a:pt x="1155" y="2864"/>
                    <a:pt x="1131" y="2867"/>
                    <a:pt x="1102" y="2867"/>
                  </a:cubicBezTo>
                  <a:close/>
                  <a:moveTo>
                    <a:pt x="223" y="4"/>
                  </a:moveTo>
                  <a:cubicBezTo>
                    <a:pt x="223" y="4"/>
                    <a:pt x="223" y="4"/>
                    <a:pt x="223" y="4"/>
                  </a:cubicBezTo>
                  <a:cubicBezTo>
                    <a:pt x="170" y="4"/>
                    <a:pt x="123" y="42"/>
                    <a:pt x="98" y="104"/>
                  </a:cubicBezTo>
                  <a:cubicBezTo>
                    <a:pt x="57" y="203"/>
                    <a:pt x="79" y="402"/>
                    <a:pt x="114" y="555"/>
                  </a:cubicBezTo>
                  <a:cubicBezTo>
                    <a:pt x="163" y="775"/>
                    <a:pt x="92" y="1256"/>
                    <a:pt x="44" y="1575"/>
                  </a:cubicBezTo>
                  <a:cubicBezTo>
                    <a:pt x="27" y="1693"/>
                    <a:pt x="13" y="1786"/>
                    <a:pt x="10" y="1836"/>
                  </a:cubicBezTo>
                  <a:cubicBezTo>
                    <a:pt x="4" y="1918"/>
                    <a:pt x="6" y="2107"/>
                    <a:pt x="33" y="2291"/>
                  </a:cubicBezTo>
                  <a:cubicBezTo>
                    <a:pt x="54" y="2437"/>
                    <a:pt x="97" y="2616"/>
                    <a:pt x="180" y="2638"/>
                  </a:cubicBezTo>
                  <a:cubicBezTo>
                    <a:pt x="213" y="2646"/>
                    <a:pt x="268" y="2663"/>
                    <a:pt x="338" y="2684"/>
                  </a:cubicBezTo>
                  <a:cubicBezTo>
                    <a:pt x="605" y="2765"/>
                    <a:pt x="1051" y="2901"/>
                    <a:pt x="1171" y="2854"/>
                  </a:cubicBezTo>
                  <a:cubicBezTo>
                    <a:pt x="1319" y="2795"/>
                    <a:pt x="1478" y="2581"/>
                    <a:pt x="1454" y="2472"/>
                  </a:cubicBezTo>
                  <a:cubicBezTo>
                    <a:pt x="1434" y="2383"/>
                    <a:pt x="1387" y="2308"/>
                    <a:pt x="1310" y="2241"/>
                  </a:cubicBezTo>
                  <a:cubicBezTo>
                    <a:pt x="1266" y="2202"/>
                    <a:pt x="1167" y="2164"/>
                    <a:pt x="1087" y="2133"/>
                  </a:cubicBezTo>
                  <a:cubicBezTo>
                    <a:pt x="1062" y="2123"/>
                    <a:pt x="1037" y="2113"/>
                    <a:pt x="1019" y="2105"/>
                  </a:cubicBezTo>
                  <a:cubicBezTo>
                    <a:pt x="943" y="2073"/>
                    <a:pt x="841" y="1886"/>
                    <a:pt x="830" y="1804"/>
                  </a:cubicBezTo>
                  <a:cubicBezTo>
                    <a:pt x="821" y="1740"/>
                    <a:pt x="876" y="1654"/>
                    <a:pt x="917" y="1592"/>
                  </a:cubicBezTo>
                  <a:cubicBezTo>
                    <a:pt x="930" y="1571"/>
                    <a:pt x="942" y="1553"/>
                    <a:pt x="950" y="1539"/>
                  </a:cubicBezTo>
                  <a:cubicBezTo>
                    <a:pt x="971" y="1498"/>
                    <a:pt x="984" y="1425"/>
                    <a:pt x="967" y="1376"/>
                  </a:cubicBezTo>
                  <a:cubicBezTo>
                    <a:pt x="960" y="1356"/>
                    <a:pt x="949" y="1344"/>
                    <a:pt x="935" y="1337"/>
                  </a:cubicBezTo>
                  <a:cubicBezTo>
                    <a:pt x="910" y="1327"/>
                    <a:pt x="874" y="1320"/>
                    <a:pt x="837" y="1313"/>
                  </a:cubicBezTo>
                  <a:cubicBezTo>
                    <a:pt x="791" y="1304"/>
                    <a:pt x="744" y="1295"/>
                    <a:pt x="707" y="1277"/>
                  </a:cubicBezTo>
                  <a:cubicBezTo>
                    <a:pt x="658" y="1255"/>
                    <a:pt x="638" y="1179"/>
                    <a:pt x="617" y="1098"/>
                  </a:cubicBezTo>
                  <a:cubicBezTo>
                    <a:pt x="607" y="1064"/>
                    <a:pt x="598" y="1029"/>
                    <a:pt x="586" y="996"/>
                  </a:cubicBezTo>
                  <a:cubicBezTo>
                    <a:pt x="561" y="930"/>
                    <a:pt x="514" y="880"/>
                    <a:pt x="472" y="836"/>
                  </a:cubicBezTo>
                  <a:cubicBezTo>
                    <a:pt x="445" y="808"/>
                    <a:pt x="422" y="784"/>
                    <a:pt x="410" y="760"/>
                  </a:cubicBezTo>
                  <a:cubicBezTo>
                    <a:pt x="379" y="702"/>
                    <a:pt x="392" y="623"/>
                    <a:pt x="404" y="553"/>
                  </a:cubicBezTo>
                  <a:cubicBezTo>
                    <a:pt x="406" y="543"/>
                    <a:pt x="406" y="543"/>
                    <a:pt x="406" y="543"/>
                  </a:cubicBezTo>
                  <a:cubicBezTo>
                    <a:pt x="418" y="470"/>
                    <a:pt x="421" y="434"/>
                    <a:pt x="410" y="348"/>
                  </a:cubicBezTo>
                  <a:cubicBezTo>
                    <a:pt x="398" y="262"/>
                    <a:pt x="351" y="109"/>
                    <a:pt x="350" y="104"/>
                  </a:cubicBezTo>
                  <a:cubicBezTo>
                    <a:pt x="323" y="42"/>
                    <a:pt x="276" y="4"/>
                    <a:pt x="223" y="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25"/>
            <p:cNvSpPr/>
            <p:nvPr/>
          </p:nvSpPr>
          <p:spPr>
            <a:xfrm>
              <a:off x="6269200" y="3164025"/>
              <a:ext cx="1121729" cy="936307"/>
            </a:xfrm>
            <a:custGeom>
              <a:rect b="b" l="l" r="r" t="t"/>
              <a:pathLst>
                <a:path extrusionOk="0" h="1000" w="1198">
                  <a:moveTo>
                    <a:pt x="495" y="994"/>
                  </a:moveTo>
                  <a:cubicBezTo>
                    <a:pt x="471" y="994"/>
                    <a:pt x="451" y="989"/>
                    <a:pt x="435" y="984"/>
                  </a:cubicBezTo>
                  <a:cubicBezTo>
                    <a:pt x="402" y="971"/>
                    <a:pt x="376" y="947"/>
                    <a:pt x="366" y="920"/>
                  </a:cubicBezTo>
                  <a:cubicBezTo>
                    <a:pt x="361" y="906"/>
                    <a:pt x="354" y="882"/>
                    <a:pt x="345" y="852"/>
                  </a:cubicBezTo>
                  <a:cubicBezTo>
                    <a:pt x="319" y="759"/>
                    <a:pt x="279" y="618"/>
                    <a:pt x="230" y="567"/>
                  </a:cubicBezTo>
                  <a:cubicBezTo>
                    <a:pt x="228" y="565"/>
                    <a:pt x="168" y="511"/>
                    <a:pt x="103" y="474"/>
                  </a:cubicBezTo>
                  <a:cubicBezTo>
                    <a:pt x="50" y="445"/>
                    <a:pt x="0" y="375"/>
                    <a:pt x="5" y="285"/>
                  </a:cubicBezTo>
                  <a:cubicBezTo>
                    <a:pt x="10" y="198"/>
                    <a:pt x="150" y="61"/>
                    <a:pt x="214" y="63"/>
                  </a:cubicBezTo>
                  <a:cubicBezTo>
                    <a:pt x="232" y="64"/>
                    <a:pt x="261" y="69"/>
                    <a:pt x="295" y="75"/>
                  </a:cubicBezTo>
                  <a:cubicBezTo>
                    <a:pt x="386" y="92"/>
                    <a:pt x="511" y="114"/>
                    <a:pt x="589" y="84"/>
                  </a:cubicBezTo>
                  <a:cubicBezTo>
                    <a:pt x="655" y="58"/>
                    <a:pt x="817" y="0"/>
                    <a:pt x="875" y="12"/>
                  </a:cubicBezTo>
                  <a:cubicBezTo>
                    <a:pt x="926" y="22"/>
                    <a:pt x="972" y="52"/>
                    <a:pt x="987" y="85"/>
                  </a:cubicBezTo>
                  <a:cubicBezTo>
                    <a:pt x="993" y="98"/>
                    <a:pt x="988" y="119"/>
                    <a:pt x="984" y="143"/>
                  </a:cubicBezTo>
                  <a:cubicBezTo>
                    <a:pt x="977" y="179"/>
                    <a:pt x="968" y="223"/>
                    <a:pt x="987" y="263"/>
                  </a:cubicBezTo>
                  <a:cubicBezTo>
                    <a:pt x="1009" y="309"/>
                    <a:pt x="1056" y="401"/>
                    <a:pt x="1077" y="424"/>
                  </a:cubicBezTo>
                  <a:cubicBezTo>
                    <a:pt x="1106" y="455"/>
                    <a:pt x="1170" y="567"/>
                    <a:pt x="1176" y="624"/>
                  </a:cubicBezTo>
                  <a:cubicBezTo>
                    <a:pt x="1176" y="628"/>
                    <a:pt x="1176" y="628"/>
                    <a:pt x="1176" y="628"/>
                  </a:cubicBezTo>
                  <a:cubicBezTo>
                    <a:pt x="1183" y="686"/>
                    <a:pt x="1198" y="821"/>
                    <a:pt x="1060" y="889"/>
                  </a:cubicBezTo>
                  <a:cubicBezTo>
                    <a:pt x="995" y="921"/>
                    <a:pt x="936" y="916"/>
                    <a:pt x="874" y="912"/>
                  </a:cubicBezTo>
                  <a:cubicBezTo>
                    <a:pt x="804" y="906"/>
                    <a:pt x="732" y="901"/>
                    <a:pt x="646" y="948"/>
                  </a:cubicBezTo>
                  <a:cubicBezTo>
                    <a:pt x="584" y="983"/>
                    <a:pt x="533" y="994"/>
                    <a:pt x="495" y="994"/>
                  </a:cubicBezTo>
                  <a:close/>
                  <a:moveTo>
                    <a:pt x="212" y="67"/>
                  </a:moveTo>
                  <a:cubicBezTo>
                    <a:pt x="149" y="67"/>
                    <a:pt x="14" y="200"/>
                    <a:pt x="9" y="285"/>
                  </a:cubicBezTo>
                  <a:cubicBezTo>
                    <a:pt x="4" y="373"/>
                    <a:pt x="53" y="442"/>
                    <a:pt x="105" y="471"/>
                  </a:cubicBezTo>
                  <a:cubicBezTo>
                    <a:pt x="172" y="508"/>
                    <a:pt x="232" y="563"/>
                    <a:pt x="232" y="564"/>
                  </a:cubicBezTo>
                  <a:cubicBezTo>
                    <a:pt x="232" y="564"/>
                    <a:pt x="232" y="564"/>
                    <a:pt x="232" y="564"/>
                  </a:cubicBezTo>
                  <a:cubicBezTo>
                    <a:pt x="282" y="616"/>
                    <a:pt x="323" y="758"/>
                    <a:pt x="349" y="851"/>
                  </a:cubicBezTo>
                  <a:cubicBezTo>
                    <a:pt x="358" y="881"/>
                    <a:pt x="364" y="905"/>
                    <a:pt x="370" y="918"/>
                  </a:cubicBezTo>
                  <a:cubicBezTo>
                    <a:pt x="379" y="945"/>
                    <a:pt x="405" y="968"/>
                    <a:pt x="437" y="980"/>
                  </a:cubicBezTo>
                  <a:cubicBezTo>
                    <a:pt x="476" y="994"/>
                    <a:pt x="544" y="1000"/>
                    <a:pt x="644" y="945"/>
                  </a:cubicBezTo>
                  <a:cubicBezTo>
                    <a:pt x="731" y="897"/>
                    <a:pt x="804" y="902"/>
                    <a:pt x="874" y="908"/>
                  </a:cubicBezTo>
                  <a:cubicBezTo>
                    <a:pt x="936" y="912"/>
                    <a:pt x="994" y="917"/>
                    <a:pt x="1059" y="885"/>
                  </a:cubicBezTo>
                  <a:cubicBezTo>
                    <a:pt x="1193" y="819"/>
                    <a:pt x="1179" y="685"/>
                    <a:pt x="1172" y="628"/>
                  </a:cubicBezTo>
                  <a:cubicBezTo>
                    <a:pt x="1172" y="624"/>
                    <a:pt x="1172" y="624"/>
                    <a:pt x="1172" y="624"/>
                  </a:cubicBezTo>
                  <a:cubicBezTo>
                    <a:pt x="1166" y="568"/>
                    <a:pt x="1103" y="457"/>
                    <a:pt x="1074" y="427"/>
                  </a:cubicBezTo>
                  <a:cubicBezTo>
                    <a:pt x="1053" y="404"/>
                    <a:pt x="1006" y="311"/>
                    <a:pt x="984" y="265"/>
                  </a:cubicBezTo>
                  <a:cubicBezTo>
                    <a:pt x="964" y="223"/>
                    <a:pt x="973" y="178"/>
                    <a:pt x="980" y="142"/>
                  </a:cubicBezTo>
                  <a:cubicBezTo>
                    <a:pt x="984" y="119"/>
                    <a:pt x="988" y="99"/>
                    <a:pt x="983" y="86"/>
                  </a:cubicBezTo>
                  <a:cubicBezTo>
                    <a:pt x="969" y="55"/>
                    <a:pt x="923" y="26"/>
                    <a:pt x="874" y="16"/>
                  </a:cubicBezTo>
                  <a:cubicBezTo>
                    <a:pt x="817" y="4"/>
                    <a:pt x="657" y="62"/>
                    <a:pt x="590" y="88"/>
                  </a:cubicBezTo>
                  <a:cubicBezTo>
                    <a:pt x="511" y="118"/>
                    <a:pt x="386" y="96"/>
                    <a:pt x="294" y="79"/>
                  </a:cubicBezTo>
                  <a:cubicBezTo>
                    <a:pt x="261" y="73"/>
                    <a:pt x="232" y="68"/>
                    <a:pt x="214" y="67"/>
                  </a:cubicBezTo>
                  <a:cubicBezTo>
                    <a:pt x="213" y="67"/>
                    <a:pt x="213" y="67"/>
                    <a:pt x="212" y="6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25"/>
            <p:cNvSpPr/>
            <p:nvPr/>
          </p:nvSpPr>
          <p:spPr>
            <a:xfrm>
              <a:off x="6255703" y="1937873"/>
              <a:ext cx="929919" cy="467443"/>
            </a:xfrm>
            <a:custGeom>
              <a:rect b="b" l="l" r="r" t="t"/>
              <a:pathLst>
                <a:path extrusionOk="0" h="499" w="994">
                  <a:moveTo>
                    <a:pt x="546" y="494"/>
                  </a:moveTo>
                  <a:cubicBezTo>
                    <a:pt x="532" y="494"/>
                    <a:pt x="518" y="492"/>
                    <a:pt x="504" y="487"/>
                  </a:cubicBezTo>
                  <a:cubicBezTo>
                    <a:pt x="434" y="464"/>
                    <a:pt x="259" y="447"/>
                    <a:pt x="169" y="456"/>
                  </a:cubicBezTo>
                  <a:cubicBezTo>
                    <a:pt x="108" y="461"/>
                    <a:pt x="96" y="422"/>
                    <a:pt x="79" y="372"/>
                  </a:cubicBezTo>
                  <a:cubicBezTo>
                    <a:pt x="72" y="348"/>
                    <a:pt x="63" y="321"/>
                    <a:pt x="47" y="295"/>
                  </a:cubicBezTo>
                  <a:cubicBezTo>
                    <a:pt x="0" y="216"/>
                    <a:pt x="35" y="113"/>
                    <a:pt x="43" y="93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78" y="0"/>
                    <a:pt x="159" y="25"/>
                    <a:pt x="230" y="48"/>
                  </a:cubicBezTo>
                  <a:cubicBezTo>
                    <a:pt x="250" y="54"/>
                    <a:pt x="268" y="60"/>
                    <a:pt x="285" y="64"/>
                  </a:cubicBezTo>
                  <a:cubicBezTo>
                    <a:pt x="338" y="74"/>
                    <a:pt x="437" y="74"/>
                    <a:pt x="524" y="74"/>
                  </a:cubicBezTo>
                  <a:cubicBezTo>
                    <a:pt x="567" y="74"/>
                    <a:pt x="607" y="74"/>
                    <a:pt x="637" y="76"/>
                  </a:cubicBezTo>
                  <a:cubicBezTo>
                    <a:pt x="756" y="81"/>
                    <a:pt x="848" y="105"/>
                    <a:pt x="910" y="148"/>
                  </a:cubicBezTo>
                  <a:cubicBezTo>
                    <a:pt x="987" y="200"/>
                    <a:pt x="994" y="347"/>
                    <a:pt x="958" y="414"/>
                  </a:cubicBezTo>
                  <a:cubicBezTo>
                    <a:pt x="935" y="458"/>
                    <a:pt x="888" y="454"/>
                    <a:pt x="834" y="448"/>
                  </a:cubicBezTo>
                  <a:cubicBezTo>
                    <a:pt x="802" y="445"/>
                    <a:pt x="767" y="442"/>
                    <a:pt x="733" y="448"/>
                  </a:cubicBezTo>
                  <a:cubicBezTo>
                    <a:pt x="700" y="453"/>
                    <a:pt x="672" y="463"/>
                    <a:pt x="644" y="472"/>
                  </a:cubicBezTo>
                  <a:cubicBezTo>
                    <a:pt x="609" y="484"/>
                    <a:pt x="578" y="494"/>
                    <a:pt x="546" y="494"/>
                  </a:cubicBezTo>
                  <a:close/>
                  <a:moveTo>
                    <a:pt x="223" y="449"/>
                  </a:moveTo>
                  <a:cubicBezTo>
                    <a:pt x="317" y="449"/>
                    <a:pt x="447" y="464"/>
                    <a:pt x="505" y="484"/>
                  </a:cubicBezTo>
                  <a:cubicBezTo>
                    <a:pt x="551" y="499"/>
                    <a:pt x="594" y="485"/>
                    <a:pt x="643" y="468"/>
                  </a:cubicBezTo>
                  <a:cubicBezTo>
                    <a:pt x="671" y="459"/>
                    <a:pt x="699" y="449"/>
                    <a:pt x="732" y="444"/>
                  </a:cubicBezTo>
                  <a:cubicBezTo>
                    <a:pt x="767" y="438"/>
                    <a:pt x="803" y="441"/>
                    <a:pt x="834" y="444"/>
                  </a:cubicBezTo>
                  <a:cubicBezTo>
                    <a:pt x="887" y="450"/>
                    <a:pt x="933" y="454"/>
                    <a:pt x="955" y="413"/>
                  </a:cubicBezTo>
                  <a:cubicBezTo>
                    <a:pt x="990" y="346"/>
                    <a:pt x="983" y="203"/>
                    <a:pt x="908" y="151"/>
                  </a:cubicBezTo>
                  <a:cubicBezTo>
                    <a:pt x="846" y="109"/>
                    <a:pt x="755" y="85"/>
                    <a:pt x="637" y="80"/>
                  </a:cubicBezTo>
                  <a:cubicBezTo>
                    <a:pt x="607" y="78"/>
                    <a:pt x="567" y="78"/>
                    <a:pt x="524" y="78"/>
                  </a:cubicBezTo>
                  <a:cubicBezTo>
                    <a:pt x="437" y="78"/>
                    <a:pt x="338" y="78"/>
                    <a:pt x="284" y="67"/>
                  </a:cubicBezTo>
                  <a:cubicBezTo>
                    <a:pt x="267" y="64"/>
                    <a:pt x="249" y="58"/>
                    <a:pt x="229" y="52"/>
                  </a:cubicBezTo>
                  <a:cubicBezTo>
                    <a:pt x="160" y="30"/>
                    <a:pt x="81" y="5"/>
                    <a:pt x="47" y="94"/>
                  </a:cubicBezTo>
                  <a:cubicBezTo>
                    <a:pt x="47" y="94"/>
                    <a:pt x="47" y="94"/>
                    <a:pt x="47" y="94"/>
                  </a:cubicBezTo>
                  <a:cubicBezTo>
                    <a:pt x="39" y="114"/>
                    <a:pt x="4" y="216"/>
                    <a:pt x="50" y="293"/>
                  </a:cubicBezTo>
                  <a:cubicBezTo>
                    <a:pt x="66" y="319"/>
                    <a:pt x="75" y="347"/>
                    <a:pt x="83" y="371"/>
                  </a:cubicBezTo>
                  <a:cubicBezTo>
                    <a:pt x="99" y="421"/>
                    <a:pt x="111" y="457"/>
                    <a:pt x="169" y="452"/>
                  </a:cubicBezTo>
                  <a:cubicBezTo>
                    <a:pt x="184" y="450"/>
                    <a:pt x="203" y="449"/>
                    <a:pt x="223" y="449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25"/>
            <p:cNvSpPr/>
            <p:nvPr/>
          </p:nvSpPr>
          <p:spPr>
            <a:xfrm>
              <a:off x="6537733" y="3354412"/>
              <a:ext cx="636523" cy="552691"/>
            </a:xfrm>
            <a:custGeom>
              <a:rect b="b" l="l" r="r" t="t"/>
              <a:pathLst>
                <a:path extrusionOk="0" h="591" w="680">
                  <a:moveTo>
                    <a:pt x="334" y="589"/>
                  </a:moveTo>
                  <a:cubicBezTo>
                    <a:pt x="315" y="589"/>
                    <a:pt x="296" y="586"/>
                    <a:pt x="278" y="580"/>
                  </a:cubicBezTo>
                  <a:cubicBezTo>
                    <a:pt x="246" y="570"/>
                    <a:pt x="223" y="553"/>
                    <a:pt x="213" y="533"/>
                  </a:cubicBezTo>
                  <a:cubicBezTo>
                    <a:pt x="187" y="482"/>
                    <a:pt x="165" y="398"/>
                    <a:pt x="161" y="341"/>
                  </a:cubicBezTo>
                  <a:cubicBezTo>
                    <a:pt x="158" y="305"/>
                    <a:pt x="122" y="273"/>
                    <a:pt x="84" y="239"/>
                  </a:cubicBezTo>
                  <a:cubicBezTo>
                    <a:pt x="59" y="217"/>
                    <a:pt x="33" y="194"/>
                    <a:pt x="17" y="170"/>
                  </a:cubicBezTo>
                  <a:cubicBezTo>
                    <a:pt x="3" y="148"/>
                    <a:pt x="0" y="123"/>
                    <a:pt x="9" y="99"/>
                  </a:cubicBezTo>
                  <a:cubicBezTo>
                    <a:pt x="22" y="64"/>
                    <a:pt x="56" y="38"/>
                    <a:pt x="82" y="31"/>
                  </a:cubicBezTo>
                  <a:cubicBezTo>
                    <a:pt x="102" y="25"/>
                    <a:pt x="136" y="32"/>
                    <a:pt x="176" y="40"/>
                  </a:cubicBezTo>
                  <a:cubicBezTo>
                    <a:pt x="223" y="49"/>
                    <a:pt x="277" y="59"/>
                    <a:pt x="318" y="51"/>
                  </a:cubicBezTo>
                  <a:cubicBezTo>
                    <a:pt x="355" y="43"/>
                    <a:pt x="387" y="32"/>
                    <a:pt x="415" y="23"/>
                  </a:cubicBezTo>
                  <a:cubicBezTo>
                    <a:pt x="445" y="13"/>
                    <a:pt x="471" y="5"/>
                    <a:pt x="495" y="3"/>
                  </a:cubicBezTo>
                  <a:cubicBezTo>
                    <a:pt x="524" y="0"/>
                    <a:pt x="549" y="46"/>
                    <a:pt x="578" y="100"/>
                  </a:cubicBezTo>
                  <a:cubicBezTo>
                    <a:pt x="595" y="132"/>
                    <a:pt x="612" y="164"/>
                    <a:pt x="632" y="191"/>
                  </a:cubicBezTo>
                  <a:cubicBezTo>
                    <a:pt x="665" y="236"/>
                    <a:pt x="680" y="293"/>
                    <a:pt x="670" y="339"/>
                  </a:cubicBezTo>
                  <a:cubicBezTo>
                    <a:pt x="664" y="368"/>
                    <a:pt x="649" y="390"/>
                    <a:pt x="628" y="402"/>
                  </a:cubicBezTo>
                  <a:cubicBezTo>
                    <a:pt x="603" y="417"/>
                    <a:pt x="575" y="442"/>
                    <a:pt x="546" y="470"/>
                  </a:cubicBezTo>
                  <a:cubicBezTo>
                    <a:pt x="509" y="504"/>
                    <a:pt x="468" y="542"/>
                    <a:pt x="424" y="566"/>
                  </a:cubicBezTo>
                  <a:cubicBezTo>
                    <a:pt x="397" y="581"/>
                    <a:pt x="366" y="589"/>
                    <a:pt x="334" y="589"/>
                  </a:cubicBezTo>
                  <a:close/>
                  <a:moveTo>
                    <a:pt x="100" y="33"/>
                  </a:moveTo>
                  <a:cubicBezTo>
                    <a:pt x="94" y="33"/>
                    <a:pt x="88" y="33"/>
                    <a:pt x="83" y="34"/>
                  </a:cubicBezTo>
                  <a:cubicBezTo>
                    <a:pt x="58" y="41"/>
                    <a:pt x="25" y="67"/>
                    <a:pt x="13" y="100"/>
                  </a:cubicBezTo>
                  <a:cubicBezTo>
                    <a:pt x="4" y="124"/>
                    <a:pt x="7" y="147"/>
                    <a:pt x="20" y="167"/>
                  </a:cubicBezTo>
                  <a:cubicBezTo>
                    <a:pt x="36" y="191"/>
                    <a:pt x="62" y="214"/>
                    <a:pt x="86" y="236"/>
                  </a:cubicBezTo>
                  <a:cubicBezTo>
                    <a:pt x="125" y="270"/>
                    <a:pt x="162" y="303"/>
                    <a:pt x="165" y="340"/>
                  </a:cubicBezTo>
                  <a:cubicBezTo>
                    <a:pt x="168" y="397"/>
                    <a:pt x="191" y="481"/>
                    <a:pt x="217" y="532"/>
                  </a:cubicBezTo>
                  <a:cubicBezTo>
                    <a:pt x="226" y="551"/>
                    <a:pt x="249" y="567"/>
                    <a:pt x="279" y="576"/>
                  </a:cubicBezTo>
                  <a:cubicBezTo>
                    <a:pt x="326" y="591"/>
                    <a:pt x="380" y="586"/>
                    <a:pt x="422" y="563"/>
                  </a:cubicBezTo>
                  <a:cubicBezTo>
                    <a:pt x="466" y="539"/>
                    <a:pt x="507" y="501"/>
                    <a:pt x="543" y="467"/>
                  </a:cubicBezTo>
                  <a:cubicBezTo>
                    <a:pt x="572" y="439"/>
                    <a:pt x="600" y="413"/>
                    <a:pt x="626" y="399"/>
                  </a:cubicBezTo>
                  <a:cubicBezTo>
                    <a:pt x="646" y="387"/>
                    <a:pt x="660" y="366"/>
                    <a:pt x="666" y="338"/>
                  </a:cubicBezTo>
                  <a:cubicBezTo>
                    <a:pt x="675" y="293"/>
                    <a:pt x="661" y="237"/>
                    <a:pt x="629" y="194"/>
                  </a:cubicBezTo>
                  <a:cubicBezTo>
                    <a:pt x="609" y="166"/>
                    <a:pt x="591" y="134"/>
                    <a:pt x="574" y="102"/>
                  </a:cubicBezTo>
                  <a:cubicBezTo>
                    <a:pt x="546" y="50"/>
                    <a:pt x="522" y="4"/>
                    <a:pt x="495" y="7"/>
                  </a:cubicBezTo>
                  <a:cubicBezTo>
                    <a:pt x="472" y="9"/>
                    <a:pt x="446" y="17"/>
                    <a:pt x="416" y="27"/>
                  </a:cubicBezTo>
                  <a:cubicBezTo>
                    <a:pt x="388" y="36"/>
                    <a:pt x="356" y="47"/>
                    <a:pt x="319" y="54"/>
                  </a:cubicBezTo>
                  <a:cubicBezTo>
                    <a:pt x="277" y="63"/>
                    <a:pt x="223" y="53"/>
                    <a:pt x="175" y="43"/>
                  </a:cubicBezTo>
                  <a:cubicBezTo>
                    <a:pt x="146" y="38"/>
                    <a:pt x="120" y="33"/>
                    <a:pt x="100" y="3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25"/>
            <p:cNvSpPr/>
            <p:nvPr/>
          </p:nvSpPr>
          <p:spPr>
            <a:xfrm>
              <a:off x="6792768" y="3523487"/>
              <a:ext cx="220936" cy="225907"/>
            </a:xfrm>
            <a:custGeom>
              <a:rect b="b" l="l" r="r" t="t"/>
              <a:pathLst>
                <a:path extrusionOk="0" h="241" w="236">
                  <a:moveTo>
                    <a:pt x="78" y="239"/>
                  </a:moveTo>
                  <a:cubicBezTo>
                    <a:pt x="66" y="239"/>
                    <a:pt x="54" y="238"/>
                    <a:pt x="43" y="238"/>
                  </a:cubicBezTo>
                  <a:cubicBezTo>
                    <a:pt x="6" y="235"/>
                    <a:pt x="7" y="198"/>
                    <a:pt x="8" y="159"/>
                  </a:cubicBezTo>
                  <a:cubicBezTo>
                    <a:pt x="8" y="139"/>
                    <a:pt x="9" y="119"/>
                    <a:pt x="5" y="100"/>
                  </a:cubicBezTo>
                  <a:cubicBezTo>
                    <a:pt x="0" y="76"/>
                    <a:pt x="4" y="55"/>
                    <a:pt x="16" y="38"/>
                  </a:cubicBezTo>
                  <a:cubicBezTo>
                    <a:pt x="29" y="20"/>
                    <a:pt x="52" y="8"/>
                    <a:pt x="79" y="6"/>
                  </a:cubicBezTo>
                  <a:cubicBezTo>
                    <a:pt x="143" y="0"/>
                    <a:pt x="186" y="8"/>
                    <a:pt x="208" y="30"/>
                  </a:cubicBezTo>
                  <a:cubicBezTo>
                    <a:pt x="236" y="58"/>
                    <a:pt x="231" y="97"/>
                    <a:pt x="188" y="173"/>
                  </a:cubicBezTo>
                  <a:cubicBezTo>
                    <a:pt x="157" y="229"/>
                    <a:pt x="118" y="239"/>
                    <a:pt x="78" y="239"/>
                  </a:cubicBezTo>
                  <a:close/>
                  <a:moveTo>
                    <a:pt x="117" y="8"/>
                  </a:moveTo>
                  <a:cubicBezTo>
                    <a:pt x="105" y="8"/>
                    <a:pt x="92" y="8"/>
                    <a:pt x="79" y="10"/>
                  </a:cubicBezTo>
                  <a:cubicBezTo>
                    <a:pt x="54" y="12"/>
                    <a:pt x="32" y="23"/>
                    <a:pt x="19" y="40"/>
                  </a:cubicBezTo>
                  <a:cubicBezTo>
                    <a:pt x="7" y="56"/>
                    <a:pt x="4" y="77"/>
                    <a:pt x="9" y="99"/>
                  </a:cubicBezTo>
                  <a:cubicBezTo>
                    <a:pt x="13" y="118"/>
                    <a:pt x="12" y="139"/>
                    <a:pt x="12" y="159"/>
                  </a:cubicBezTo>
                  <a:cubicBezTo>
                    <a:pt x="11" y="198"/>
                    <a:pt x="10" y="231"/>
                    <a:pt x="43" y="234"/>
                  </a:cubicBezTo>
                  <a:cubicBezTo>
                    <a:pt x="96" y="238"/>
                    <a:pt x="146" y="241"/>
                    <a:pt x="185" y="171"/>
                  </a:cubicBezTo>
                  <a:cubicBezTo>
                    <a:pt x="226" y="97"/>
                    <a:pt x="232" y="59"/>
                    <a:pt x="205" y="33"/>
                  </a:cubicBezTo>
                  <a:cubicBezTo>
                    <a:pt x="188" y="16"/>
                    <a:pt x="159" y="8"/>
                    <a:pt x="117" y="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25"/>
            <p:cNvSpPr/>
            <p:nvPr/>
          </p:nvSpPr>
          <p:spPr>
            <a:xfrm>
              <a:off x="7558584" y="1983339"/>
              <a:ext cx="553405" cy="613075"/>
            </a:xfrm>
            <a:custGeom>
              <a:rect b="b" l="l" r="r" t="t"/>
              <a:pathLst>
                <a:path extrusionOk="0" h="655" w="592">
                  <a:moveTo>
                    <a:pt x="168" y="655"/>
                  </a:moveTo>
                  <a:cubicBezTo>
                    <a:pt x="159" y="655"/>
                    <a:pt x="151" y="654"/>
                    <a:pt x="144" y="651"/>
                  </a:cubicBezTo>
                  <a:cubicBezTo>
                    <a:pt x="56" y="622"/>
                    <a:pt x="55" y="571"/>
                    <a:pt x="63" y="501"/>
                  </a:cubicBezTo>
                  <a:cubicBezTo>
                    <a:pt x="66" y="472"/>
                    <a:pt x="63" y="417"/>
                    <a:pt x="60" y="352"/>
                  </a:cubicBezTo>
                  <a:cubicBezTo>
                    <a:pt x="59" y="335"/>
                    <a:pt x="58" y="316"/>
                    <a:pt x="57" y="298"/>
                  </a:cubicBezTo>
                  <a:cubicBezTo>
                    <a:pt x="55" y="256"/>
                    <a:pt x="41" y="221"/>
                    <a:pt x="27" y="187"/>
                  </a:cubicBezTo>
                  <a:cubicBezTo>
                    <a:pt x="18" y="164"/>
                    <a:pt x="9" y="142"/>
                    <a:pt x="5" y="120"/>
                  </a:cubicBezTo>
                  <a:cubicBezTo>
                    <a:pt x="0" y="91"/>
                    <a:pt x="7" y="68"/>
                    <a:pt x="26" y="49"/>
                  </a:cubicBezTo>
                  <a:cubicBezTo>
                    <a:pt x="76" y="0"/>
                    <a:pt x="196" y="2"/>
                    <a:pt x="259" y="16"/>
                  </a:cubicBezTo>
                  <a:cubicBezTo>
                    <a:pt x="358" y="36"/>
                    <a:pt x="551" y="186"/>
                    <a:pt x="571" y="273"/>
                  </a:cubicBezTo>
                  <a:cubicBezTo>
                    <a:pt x="592" y="366"/>
                    <a:pt x="561" y="452"/>
                    <a:pt x="494" y="487"/>
                  </a:cubicBezTo>
                  <a:cubicBezTo>
                    <a:pt x="477" y="496"/>
                    <a:pt x="453" y="512"/>
                    <a:pt x="424" y="531"/>
                  </a:cubicBezTo>
                  <a:cubicBezTo>
                    <a:pt x="343" y="584"/>
                    <a:pt x="236" y="655"/>
                    <a:pt x="168" y="655"/>
                  </a:cubicBezTo>
                  <a:close/>
                  <a:moveTo>
                    <a:pt x="173" y="11"/>
                  </a:moveTo>
                  <a:cubicBezTo>
                    <a:pt x="119" y="11"/>
                    <a:pt x="60" y="21"/>
                    <a:pt x="29" y="52"/>
                  </a:cubicBezTo>
                  <a:cubicBezTo>
                    <a:pt x="11" y="69"/>
                    <a:pt x="4" y="92"/>
                    <a:pt x="9" y="119"/>
                  </a:cubicBezTo>
                  <a:cubicBezTo>
                    <a:pt x="13" y="141"/>
                    <a:pt x="21" y="163"/>
                    <a:pt x="31" y="186"/>
                  </a:cubicBezTo>
                  <a:cubicBezTo>
                    <a:pt x="44" y="220"/>
                    <a:pt x="59" y="255"/>
                    <a:pt x="61" y="297"/>
                  </a:cubicBezTo>
                  <a:cubicBezTo>
                    <a:pt x="62" y="316"/>
                    <a:pt x="63" y="334"/>
                    <a:pt x="64" y="352"/>
                  </a:cubicBezTo>
                  <a:cubicBezTo>
                    <a:pt x="67" y="417"/>
                    <a:pt x="70" y="472"/>
                    <a:pt x="67" y="502"/>
                  </a:cubicBezTo>
                  <a:cubicBezTo>
                    <a:pt x="59" y="569"/>
                    <a:pt x="60" y="619"/>
                    <a:pt x="145" y="648"/>
                  </a:cubicBezTo>
                  <a:cubicBezTo>
                    <a:pt x="152" y="650"/>
                    <a:pt x="159" y="651"/>
                    <a:pt x="167" y="651"/>
                  </a:cubicBezTo>
                  <a:cubicBezTo>
                    <a:pt x="235" y="651"/>
                    <a:pt x="346" y="578"/>
                    <a:pt x="422" y="527"/>
                  </a:cubicBezTo>
                  <a:cubicBezTo>
                    <a:pt x="451" y="509"/>
                    <a:pt x="475" y="493"/>
                    <a:pt x="492" y="484"/>
                  </a:cubicBezTo>
                  <a:cubicBezTo>
                    <a:pt x="557" y="449"/>
                    <a:pt x="587" y="365"/>
                    <a:pt x="567" y="274"/>
                  </a:cubicBezTo>
                  <a:cubicBezTo>
                    <a:pt x="547" y="188"/>
                    <a:pt x="356" y="40"/>
                    <a:pt x="258" y="19"/>
                  </a:cubicBezTo>
                  <a:cubicBezTo>
                    <a:pt x="235" y="15"/>
                    <a:pt x="205" y="11"/>
                    <a:pt x="173" y="1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25"/>
            <p:cNvSpPr/>
            <p:nvPr/>
          </p:nvSpPr>
          <p:spPr>
            <a:xfrm>
              <a:off x="5381195" y="2729970"/>
              <a:ext cx="664228" cy="1338394"/>
            </a:xfrm>
            <a:custGeom>
              <a:rect b="b" l="l" r="r" t="t"/>
              <a:pathLst>
                <a:path extrusionOk="0" h="1430" w="710">
                  <a:moveTo>
                    <a:pt x="304" y="1427"/>
                  </a:moveTo>
                  <a:cubicBezTo>
                    <a:pt x="141" y="1427"/>
                    <a:pt x="62" y="1380"/>
                    <a:pt x="33" y="1272"/>
                  </a:cubicBezTo>
                  <a:cubicBezTo>
                    <a:pt x="13" y="1199"/>
                    <a:pt x="19" y="998"/>
                    <a:pt x="24" y="820"/>
                  </a:cubicBezTo>
                  <a:cubicBezTo>
                    <a:pt x="27" y="704"/>
                    <a:pt x="29" y="604"/>
                    <a:pt x="25" y="560"/>
                  </a:cubicBezTo>
                  <a:cubicBezTo>
                    <a:pt x="14" y="461"/>
                    <a:pt x="0" y="87"/>
                    <a:pt x="76" y="14"/>
                  </a:cubicBezTo>
                  <a:cubicBezTo>
                    <a:pt x="86" y="4"/>
                    <a:pt x="98" y="0"/>
                    <a:pt x="111" y="2"/>
                  </a:cubicBezTo>
                  <a:cubicBezTo>
                    <a:pt x="116" y="2"/>
                    <a:pt x="277" y="13"/>
                    <a:pt x="297" y="151"/>
                  </a:cubicBezTo>
                  <a:cubicBezTo>
                    <a:pt x="300" y="171"/>
                    <a:pt x="302" y="191"/>
                    <a:pt x="305" y="211"/>
                  </a:cubicBezTo>
                  <a:cubicBezTo>
                    <a:pt x="320" y="333"/>
                    <a:pt x="335" y="448"/>
                    <a:pt x="399" y="462"/>
                  </a:cubicBezTo>
                  <a:cubicBezTo>
                    <a:pt x="451" y="473"/>
                    <a:pt x="512" y="518"/>
                    <a:pt x="540" y="568"/>
                  </a:cubicBezTo>
                  <a:cubicBezTo>
                    <a:pt x="559" y="602"/>
                    <a:pt x="564" y="637"/>
                    <a:pt x="553" y="668"/>
                  </a:cubicBezTo>
                  <a:cubicBezTo>
                    <a:pt x="522" y="756"/>
                    <a:pt x="536" y="948"/>
                    <a:pt x="581" y="1063"/>
                  </a:cubicBezTo>
                  <a:cubicBezTo>
                    <a:pt x="598" y="1108"/>
                    <a:pt x="625" y="1150"/>
                    <a:pt x="648" y="1186"/>
                  </a:cubicBezTo>
                  <a:cubicBezTo>
                    <a:pt x="681" y="1239"/>
                    <a:pt x="710" y="1285"/>
                    <a:pt x="701" y="1324"/>
                  </a:cubicBezTo>
                  <a:cubicBezTo>
                    <a:pt x="683" y="1396"/>
                    <a:pt x="498" y="1419"/>
                    <a:pt x="347" y="1426"/>
                  </a:cubicBezTo>
                  <a:cubicBezTo>
                    <a:pt x="332" y="1426"/>
                    <a:pt x="318" y="1427"/>
                    <a:pt x="304" y="1427"/>
                  </a:cubicBezTo>
                  <a:close/>
                  <a:moveTo>
                    <a:pt x="105" y="5"/>
                  </a:moveTo>
                  <a:cubicBezTo>
                    <a:pt x="96" y="5"/>
                    <a:pt x="87" y="9"/>
                    <a:pt x="79" y="17"/>
                  </a:cubicBezTo>
                  <a:cubicBezTo>
                    <a:pt x="4" y="89"/>
                    <a:pt x="18" y="461"/>
                    <a:pt x="29" y="559"/>
                  </a:cubicBezTo>
                  <a:cubicBezTo>
                    <a:pt x="33" y="604"/>
                    <a:pt x="31" y="704"/>
                    <a:pt x="28" y="820"/>
                  </a:cubicBezTo>
                  <a:cubicBezTo>
                    <a:pt x="23" y="997"/>
                    <a:pt x="17" y="1199"/>
                    <a:pt x="37" y="1271"/>
                  </a:cubicBezTo>
                  <a:cubicBezTo>
                    <a:pt x="67" y="1386"/>
                    <a:pt x="157" y="1430"/>
                    <a:pt x="347" y="1422"/>
                  </a:cubicBezTo>
                  <a:cubicBezTo>
                    <a:pt x="562" y="1412"/>
                    <a:pt x="683" y="1378"/>
                    <a:pt x="697" y="1323"/>
                  </a:cubicBezTo>
                  <a:cubicBezTo>
                    <a:pt x="706" y="1286"/>
                    <a:pt x="677" y="1241"/>
                    <a:pt x="644" y="1188"/>
                  </a:cubicBezTo>
                  <a:cubicBezTo>
                    <a:pt x="621" y="1152"/>
                    <a:pt x="595" y="1110"/>
                    <a:pt x="577" y="1064"/>
                  </a:cubicBezTo>
                  <a:cubicBezTo>
                    <a:pt x="532" y="949"/>
                    <a:pt x="518" y="756"/>
                    <a:pt x="549" y="667"/>
                  </a:cubicBezTo>
                  <a:cubicBezTo>
                    <a:pt x="559" y="637"/>
                    <a:pt x="555" y="603"/>
                    <a:pt x="536" y="570"/>
                  </a:cubicBezTo>
                  <a:cubicBezTo>
                    <a:pt x="509" y="521"/>
                    <a:pt x="449" y="476"/>
                    <a:pt x="398" y="465"/>
                  </a:cubicBezTo>
                  <a:cubicBezTo>
                    <a:pt x="332" y="451"/>
                    <a:pt x="317" y="335"/>
                    <a:pt x="301" y="211"/>
                  </a:cubicBezTo>
                  <a:cubicBezTo>
                    <a:pt x="298" y="192"/>
                    <a:pt x="296" y="171"/>
                    <a:pt x="293" y="152"/>
                  </a:cubicBezTo>
                  <a:cubicBezTo>
                    <a:pt x="273" y="15"/>
                    <a:pt x="112" y="6"/>
                    <a:pt x="111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09" y="5"/>
                    <a:pt x="107" y="5"/>
                    <a:pt x="105" y="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25"/>
            <p:cNvSpPr/>
            <p:nvPr/>
          </p:nvSpPr>
          <p:spPr>
            <a:xfrm>
              <a:off x="5464312" y="3187468"/>
              <a:ext cx="319682" cy="681275"/>
            </a:xfrm>
            <a:custGeom>
              <a:rect b="b" l="l" r="r" t="t"/>
              <a:pathLst>
                <a:path extrusionOk="0" h="728" w="341">
                  <a:moveTo>
                    <a:pt x="209" y="725"/>
                  </a:moveTo>
                  <a:cubicBezTo>
                    <a:pt x="204" y="725"/>
                    <a:pt x="199" y="725"/>
                    <a:pt x="194" y="725"/>
                  </a:cubicBezTo>
                  <a:cubicBezTo>
                    <a:pt x="120" y="717"/>
                    <a:pt x="41" y="698"/>
                    <a:pt x="20" y="603"/>
                  </a:cubicBezTo>
                  <a:cubicBezTo>
                    <a:pt x="0" y="514"/>
                    <a:pt x="14" y="139"/>
                    <a:pt x="24" y="70"/>
                  </a:cubicBezTo>
                  <a:cubicBezTo>
                    <a:pt x="29" y="33"/>
                    <a:pt x="48" y="17"/>
                    <a:pt x="64" y="10"/>
                  </a:cubicBezTo>
                  <a:cubicBezTo>
                    <a:pt x="85" y="0"/>
                    <a:pt x="112" y="1"/>
                    <a:pt x="131" y="13"/>
                  </a:cubicBezTo>
                  <a:cubicBezTo>
                    <a:pt x="165" y="34"/>
                    <a:pt x="300" y="149"/>
                    <a:pt x="308" y="242"/>
                  </a:cubicBezTo>
                  <a:cubicBezTo>
                    <a:pt x="311" y="282"/>
                    <a:pt x="299" y="328"/>
                    <a:pt x="289" y="368"/>
                  </a:cubicBezTo>
                  <a:cubicBezTo>
                    <a:pt x="280" y="404"/>
                    <a:pt x="272" y="434"/>
                    <a:pt x="276" y="454"/>
                  </a:cubicBezTo>
                  <a:cubicBezTo>
                    <a:pt x="280" y="477"/>
                    <a:pt x="298" y="501"/>
                    <a:pt x="315" y="523"/>
                  </a:cubicBezTo>
                  <a:cubicBezTo>
                    <a:pt x="329" y="541"/>
                    <a:pt x="341" y="556"/>
                    <a:pt x="340" y="567"/>
                  </a:cubicBezTo>
                  <a:cubicBezTo>
                    <a:pt x="328" y="671"/>
                    <a:pt x="283" y="725"/>
                    <a:pt x="209" y="725"/>
                  </a:cubicBezTo>
                  <a:close/>
                  <a:moveTo>
                    <a:pt x="95" y="7"/>
                  </a:moveTo>
                  <a:cubicBezTo>
                    <a:pt x="85" y="7"/>
                    <a:pt x="75" y="9"/>
                    <a:pt x="66" y="13"/>
                  </a:cubicBezTo>
                  <a:cubicBezTo>
                    <a:pt x="51" y="20"/>
                    <a:pt x="33" y="36"/>
                    <a:pt x="28" y="71"/>
                  </a:cubicBezTo>
                  <a:cubicBezTo>
                    <a:pt x="18" y="139"/>
                    <a:pt x="4" y="514"/>
                    <a:pt x="24" y="602"/>
                  </a:cubicBezTo>
                  <a:cubicBezTo>
                    <a:pt x="45" y="694"/>
                    <a:pt x="118" y="713"/>
                    <a:pt x="194" y="721"/>
                  </a:cubicBezTo>
                  <a:cubicBezTo>
                    <a:pt x="275" y="728"/>
                    <a:pt x="324" y="675"/>
                    <a:pt x="336" y="566"/>
                  </a:cubicBezTo>
                  <a:cubicBezTo>
                    <a:pt x="337" y="557"/>
                    <a:pt x="325" y="542"/>
                    <a:pt x="312" y="525"/>
                  </a:cubicBezTo>
                  <a:cubicBezTo>
                    <a:pt x="295" y="504"/>
                    <a:pt x="276" y="479"/>
                    <a:pt x="272" y="455"/>
                  </a:cubicBezTo>
                  <a:cubicBezTo>
                    <a:pt x="268" y="434"/>
                    <a:pt x="276" y="403"/>
                    <a:pt x="285" y="367"/>
                  </a:cubicBezTo>
                  <a:cubicBezTo>
                    <a:pt x="295" y="327"/>
                    <a:pt x="307" y="282"/>
                    <a:pt x="304" y="243"/>
                  </a:cubicBezTo>
                  <a:cubicBezTo>
                    <a:pt x="296" y="151"/>
                    <a:pt x="158" y="34"/>
                    <a:pt x="129" y="16"/>
                  </a:cubicBezTo>
                  <a:cubicBezTo>
                    <a:pt x="119" y="10"/>
                    <a:pt x="107" y="7"/>
                    <a:pt x="95" y="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25"/>
            <p:cNvSpPr/>
            <p:nvPr/>
          </p:nvSpPr>
          <p:spPr>
            <a:xfrm>
              <a:off x="5543877" y="3414796"/>
              <a:ext cx="120059" cy="314708"/>
            </a:xfrm>
            <a:custGeom>
              <a:rect b="b" l="l" r="r" t="t"/>
              <a:pathLst>
                <a:path extrusionOk="0" h="336" w="128">
                  <a:moveTo>
                    <a:pt x="57" y="336"/>
                  </a:moveTo>
                  <a:cubicBezTo>
                    <a:pt x="53" y="336"/>
                    <a:pt x="48" y="335"/>
                    <a:pt x="44" y="333"/>
                  </a:cubicBezTo>
                  <a:cubicBezTo>
                    <a:pt x="0" y="319"/>
                    <a:pt x="8" y="260"/>
                    <a:pt x="15" y="208"/>
                  </a:cubicBezTo>
                  <a:cubicBezTo>
                    <a:pt x="17" y="187"/>
                    <a:pt x="20" y="167"/>
                    <a:pt x="19" y="152"/>
                  </a:cubicBezTo>
                  <a:cubicBezTo>
                    <a:pt x="15" y="97"/>
                    <a:pt x="15" y="6"/>
                    <a:pt x="65" y="2"/>
                  </a:cubicBezTo>
                  <a:cubicBezTo>
                    <a:pt x="77" y="0"/>
                    <a:pt x="88" y="5"/>
                    <a:pt x="98" y="15"/>
                  </a:cubicBezTo>
                  <a:cubicBezTo>
                    <a:pt x="120" y="39"/>
                    <a:pt x="128" y="94"/>
                    <a:pt x="119" y="152"/>
                  </a:cubicBezTo>
                  <a:cubicBezTo>
                    <a:pt x="116" y="166"/>
                    <a:pt x="115" y="182"/>
                    <a:pt x="113" y="198"/>
                  </a:cubicBezTo>
                  <a:cubicBezTo>
                    <a:pt x="106" y="253"/>
                    <a:pt x="99" y="314"/>
                    <a:pt x="72" y="331"/>
                  </a:cubicBezTo>
                  <a:cubicBezTo>
                    <a:pt x="68" y="334"/>
                    <a:pt x="62" y="336"/>
                    <a:pt x="57" y="336"/>
                  </a:cubicBezTo>
                  <a:close/>
                  <a:moveTo>
                    <a:pt x="68" y="5"/>
                  </a:moveTo>
                  <a:cubicBezTo>
                    <a:pt x="67" y="5"/>
                    <a:pt x="66" y="5"/>
                    <a:pt x="65" y="6"/>
                  </a:cubicBezTo>
                  <a:cubicBezTo>
                    <a:pt x="17" y="10"/>
                    <a:pt x="19" y="109"/>
                    <a:pt x="23" y="151"/>
                  </a:cubicBezTo>
                  <a:cubicBezTo>
                    <a:pt x="24" y="167"/>
                    <a:pt x="21" y="187"/>
                    <a:pt x="18" y="208"/>
                  </a:cubicBezTo>
                  <a:cubicBezTo>
                    <a:pt x="12" y="259"/>
                    <a:pt x="4" y="316"/>
                    <a:pt x="45" y="330"/>
                  </a:cubicBezTo>
                  <a:cubicBezTo>
                    <a:pt x="55" y="333"/>
                    <a:pt x="63" y="332"/>
                    <a:pt x="70" y="328"/>
                  </a:cubicBezTo>
                  <a:cubicBezTo>
                    <a:pt x="95" y="312"/>
                    <a:pt x="102" y="251"/>
                    <a:pt x="109" y="198"/>
                  </a:cubicBezTo>
                  <a:cubicBezTo>
                    <a:pt x="111" y="181"/>
                    <a:pt x="112" y="165"/>
                    <a:pt x="115" y="151"/>
                  </a:cubicBezTo>
                  <a:cubicBezTo>
                    <a:pt x="124" y="95"/>
                    <a:pt x="116" y="41"/>
                    <a:pt x="95" y="18"/>
                  </a:cubicBezTo>
                  <a:cubicBezTo>
                    <a:pt x="87" y="10"/>
                    <a:pt x="78" y="5"/>
                    <a:pt x="68" y="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25"/>
            <p:cNvSpPr/>
            <p:nvPr/>
          </p:nvSpPr>
          <p:spPr>
            <a:xfrm>
              <a:off x="6444670" y="2063615"/>
              <a:ext cx="489469" cy="195360"/>
            </a:xfrm>
            <a:custGeom>
              <a:rect b="b" l="l" r="r" t="t"/>
              <a:pathLst>
                <a:path extrusionOk="0" h="209" w="523">
                  <a:moveTo>
                    <a:pt x="283" y="206"/>
                  </a:moveTo>
                  <a:cubicBezTo>
                    <a:pt x="207" y="206"/>
                    <a:pt x="116" y="192"/>
                    <a:pt x="62" y="169"/>
                  </a:cubicBezTo>
                  <a:cubicBezTo>
                    <a:pt x="0" y="144"/>
                    <a:pt x="6" y="104"/>
                    <a:pt x="14" y="59"/>
                  </a:cubicBezTo>
                  <a:cubicBezTo>
                    <a:pt x="15" y="54"/>
                    <a:pt x="16" y="49"/>
                    <a:pt x="17" y="43"/>
                  </a:cubicBezTo>
                  <a:cubicBezTo>
                    <a:pt x="18" y="35"/>
                    <a:pt x="22" y="28"/>
                    <a:pt x="29" y="23"/>
                  </a:cubicBezTo>
                  <a:cubicBezTo>
                    <a:pt x="51" y="7"/>
                    <a:pt x="102" y="15"/>
                    <a:pt x="147" y="22"/>
                  </a:cubicBezTo>
                  <a:cubicBezTo>
                    <a:pt x="166" y="26"/>
                    <a:pt x="184" y="29"/>
                    <a:pt x="199" y="30"/>
                  </a:cubicBezTo>
                  <a:cubicBezTo>
                    <a:pt x="229" y="32"/>
                    <a:pt x="270" y="23"/>
                    <a:pt x="308" y="15"/>
                  </a:cubicBezTo>
                  <a:cubicBezTo>
                    <a:pt x="346" y="7"/>
                    <a:pt x="381" y="0"/>
                    <a:pt x="407" y="2"/>
                  </a:cubicBezTo>
                  <a:cubicBezTo>
                    <a:pt x="437" y="4"/>
                    <a:pt x="476" y="31"/>
                    <a:pt x="499" y="65"/>
                  </a:cubicBezTo>
                  <a:cubicBezTo>
                    <a:pt x="517" y="91"/>
                    <a:pt x="523" y="116"/>
                    <a:pt x="517" y="136"/>
                  </a:cubicBezTo>
                  <a:cubicBezTo>
                    <a:pt x="503" y="182"/>
                    <a:pt x="450" y="188"/>
                    <a:pt x="383" y="197"/>
                  </a:cubicBezTo>
                  <a:cubicBezTo>
                    <a:pt x="371" y="198"/>
                    <a:pt x="359" y="200"/>
                    <a:pt x="347" y="202"/>
                  </a:cubicBezTo>
                  <a:cubicBezTo>
                    <a:pt x="328" y="204"/>
                    <a:pt x="306" y="206"/>
                    <a:pt x="283" y="206"/>
                  </a:cubicBezTo>
                  <a:close/>
                  <a:moveTo>
                    <a:pt x="70" y="18"/>
                  </a:moveTo>
                  <a:cubicBezTo>
                    <a:pt x="54" y="18"/>
                    <a:pt x="40" y="20"/>
                    <a:pt x="31" y="27"/>
                  </a:cubicBezTo>
                  <a:cubicBezTo>
                    <a:pt x="25" y="31"/>
                    <a:pt x="22" y="36"/>
                    <a:pt x="21" y="44"/>
                  </a:cubicBezTo>
                  <a:cubicBezTo>
                    <a:pt x="20" y="49"/>
                    <a:pt x="19" y="55"/>
                    <a:pt x="18" y="60"/>
                  </a:cubicBezTo>
                  <a:cubicBezTo>
                    <a:pt x="10" y="105"/>
                    <a:pt x="4" y="141"/>
                    <a:pt x="63" y="166"/>
                  </a:cubicBezTo>
                  <a:cubicBezTo>
                    <a:pt x="133" y="194"/>
                    <a:pt x="265" y="209"/>
                    <a:pt x="346" y="198"/>
                  </a:cubicBezTo>
                  <a:cubicBezTo>
                    <a:pt x="359" y="196"/>
                    <a:pt x="371" y="194"/>
                    <a:pt x="382" y="193"/>
                  </a:cubicBezTo>
                  <a:cubicBezTo>
                    <a:pt x="448" y="185"/>
                    <a:pt x="500" y="178"/>
                    <a:pt x="513" y="135"/>
                  </a:cubicBezTo>
                  <a:cubicBezTo>
                    <a:pt x="519" y="116"/>
                    <a:pt x="513" y="92"/>
                    <a:pt x="496" y="68"/>
                  </a:cubicBezTo>
                  <a:cubicBezTo>
                    <a:pt x="473" y="34"/>
                    <a:pt x="435" y="8"/>
                    <a:pt x="407" y="6"/>
                  </a:cubicBezTo>
                  <a:cubicBezTo>
                    <a:pt x="382" y="4"/>
                    <a:pt x="346" y="11"/>
                    <a:pt x="309" y="19"/>
                  </a:cubicBezTo>
                  <a:cubicBezTo>
                    <a:pt x="270" y="27"/>
                    <a:pt x="230" y="36"/>
                    <a:pt x="199" y="34"/>
                  </a:cubicBezTo>
                  <a:cubicBezTo>
                    <a:pt x="184" y="33"/>
                    <a:pt x="166" y="30"/>
                    <a:pt x="146" y="26"/>
                  </a:cubicBezTo>
                  <a:cubicBezTo>
                    <a:pt x="121" y="22"/>
                    <a:pt x="93" y="18"/>
                    <a:pt x="70" y="1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25"/>
            <p:cNvSpPr/>
            <p:nvPr/>
          </p:nvSpPr>
          <p:spPr>
            <a:xfrm>
              <a:off x="7694271" y="2246898"/>
              <a:ext cx="274216" cy="206016"/>
            </a:xfrm>
            <a:custGeom>
              <a:rect b="b" l="l" r="r" t="t"/>
              <a:pathLst>
                <a:path extrusionOk="0" h="220" w="293">
                  <a:moveTo>
                    <a:pt x="87" y="218"/>
                  </a:moveTo>
                  <a:cubicBezTo>
                    <a:pt x="81" y="218"/>
                    <a:pt x="76" y="218"/>
                    <a:pt x="71" y="217"/>
                  </a:cubicBezTo>
                  <a:cubicBezTo>
                    <a:pt x="57" y="213"/>
                    <a:pt x="47" y="206"/>
                    <a:pt x="43" y="194"/>
                  </a:cubicBezTo>
                  <a:cubicBezTo>
                    <a:pt x="40" y="188"/>
                    <a:pt x="38" y="182"/>
                    <a:pt x="35" y="175"/>
                  </a:cubicBezTo>
                  <a:cubicBezTo>
                    <a:pt x="19" y="137"/>
                    <a:pt x="0" y="88"/>
                    <a:pt x="43" y="54"/>
                  </a:cubicBezTo>
                  <a:cubicBezTo>
                    <a:pt x="94" y="15"/>
                    <a:pt x="150" y="8"/>
                    <a:pt x="197" y="4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7" y="4"/>
                    <a:pt x="197" y="4"/>
                    <a:pt x="197" y="4"/>
                  </a:cubicBezTo>
                  <a:cubicBezTo>
                    <a:pt x="247" y="0"/>
                    <a:pt x="270" y="36"/>
                    <a:pt x="284" y="63"/>
                  </a:cubicBezTo>
                  <a:cubicBezTo>
                    <a:pt x="293" y="82"/>
                    <a:pt x="256" y="116"/>
                    <a:pt x="221" y="148"/>
                  </a:cubicBezTo>
                  <a:cubicBezTo>
                    <a:pt x="210" y="158"/>
                    <a:pt x="200" y="167"/>
                    <a:pt x="191" y="176"/>
                  </a:cubicBezTo>
                  <a:cubicBezTo>
                    <a:pt x="167" y="201"/>
                    <a:pt x="121" y="218"/>
                    <a:pt x="87" y="218"/>
                  </a:cubicBezTo>
                  <a:close/>
                  <a:moveTo>
                    <a:pt x="204" y="8"/>
                  </a:moveTo>
                  <a:cubicBezTo>
                    <a:pt x="202" y="8"/>
                    <a:pt x="200" y="8"/>
                    <a:pt x="198" y="8"/>
                  </a:cubicBezTo>
                  <a:cubicBezTo>
                    <a:pt x="151" y="12"/>
                    <a:pt x="96" y="19"/>
                    <a:pt x="46" y="58"/>
                  </a:cubicBezTo>
                  <a:cubicBezTo>
                    <a:pt x="4" y="89"/>
                    <a:pt x="23" y="134"/>
                    <a:pt x="39" y="174"/>
                  </a:cubicBezTo>
                  <a:cubicBezTo>
                    <a:pt x="42" y="181"/>
                    <a:pt x="44" y="187"/>
                    <a:pt x="46" y="193"/>
                  </a:cubicBezTo>
                  <a:cubicBezTo>
                    <a:pt x="50" y="203"/>
                    <a:pt x="59" y="210"/>
                    <a:pt x="72" y="213"/>
                  </a:cubicBezTo>
                  <a:cubicBezTo>
                    <a:pt x="105" y="220"/>
                    <a:pt x="161" y="201"/>
                    <a:pt x="189" y="173"/>
                  </a:cubicBezTo>
                  <a:cubicBezTo>
                    <a:pt x="197" y="164"/>
                    <a:pt x="208" y="155"/>
                    <a:pt x="218" y="145"/>
                  </a:cubicBezTo>
                  <a:cubicBezTo>
                    <a:pt x="251" y="115"/>
                    <a:pt x="288" y="81"/>
                    <a:pt x="280" y="65"/>
                  </a:cubicBezTo>
                  <a:cubicBezTo>
                    <a:pt x="268" y="40"/>
                    <a:pt x="247" y="8"/>
                    <a:pt x="204" y="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25"/>
            <p:cNvSpPr/>
            <p:nvPr/>
          </p:nvSpPr>
          <p:spPr>
            <a:xfrm>
              <a:off x="7653068" y="2122578"/>
              <a:ext cx="378646" cy="436186"/>
            </a:xfrm>
            <a:custGeom>
              <a:rect b="b" l="l" r="r" t="t"/>
              <a:pathLst>
                <a:path extrusionOk="0" h="466" w="405">
                  <a:moveTo>
                    <a:pt x="89" y="455"/>
                  </a:moveTo>
                  <a:cubicBezTo>
                    <a:pt x="80" y="455"/>
                    <a:pt x="72" y="454"/>
                    <a:pt x="65" y="450"/>
                  </a:cubicBezTo>
                  <a:cubicBezTo>
                    <a:pt x="22" y="430"/>
                    <a:pt x="7" y="361"/>
                    <a:pt x="18" y="308"/>
                  </a:cubicBezTo>
                  <a:cubicBezTo>
                    <a:pt x="24" y="276"/>
                    <a:pt x="17" y="223"/>
                    <a:pt x="10" y="172"/>
                  </a:cubicBezTo>
                  <a:cubicBezTo>
                    <a:pt x="7" y="144"/>
                    <a:pt x="3" y="119"/>
                    <a:pt x="2" y="97"/>
                  </a:cubicBezTo>
                  <a:cubicBezTo>
                    <a:pt x="0" y="63"/>
                    <a:pt x="14" y="41"/>
                    <a:pt x="27" y="29"/>
                  </a:cubicBezTo>
                  <a:cubicBezTo>
                    <a:pt x="46" y="10"/>
                    <a:pt x="75" y="0"/>
                    <a:pt x="100" y="3"/>
                  </a:cubicBezTo>
                  <a:cubicBezTo>
                    <a:pt x="139" y="6"/>
                    <a:pt x="174" y="24"/>
                    <a:pt x="222" y="49"/>
                  </a:cubicBezTo>
                  <a:cubicBezTo>
                    <a:pt x="233" y="55"/>
                    <a:pt x="233" y="55"/>
                    <a:pt x="233" y="55"/>
                  </a:cubicBezTo>
                  <a:cubicBezTo>
                    <a:pt x="251" y="64"/>
                    <a:pt x="270" y="71"/>
                    <a:pt x="289" y="77"/>
                  </a:cubicBezTo>
                  <a:cubicBezTo>
                    <a:pt x="324" y="89"/>
                    <a:pt x="357" y="100"/>
                    <a:pt x="383" y="131"/>
                  </a:cubicBezTo>
                  <a:cubicBezTo>
                    <a:pt x="398" y="149"/>
                    <a:pt x="405" y="170"/>
                    <a:pt x="402" y="192"/>
                  </a:cubicBezTo>
                  <a:cubicBezTo>
                    <a:pt x="399" y="221"/>
                    <a:pt x="381" y="251"/>
                    <a:pt x="355" y="272"/>
                  </a:cubicBezTo>
                  <a:cubicBezTo>
                    <a:pt x="351" y="275"/>
                    <a:pt x="346" y="279"/>
                    <a:pt x="342" y="283"/>
                  </a:cubicBezTo>
                  <a:cubicBezTo>
                    <a:pt x="305" y="311"/>
                    <a:pt x="260" y="346"/>
                    <a:pt x="237" y="380"/>
                  </a:cubicBezTo>
                  <a:cubicBezTo>
                    <a:pt x="215" y="413"/>
                    <a:pt x="138" y="455"/>
                    <a:pt x="89" y="455"/>
                  </a:cubicBezTo>
                  <a:close/>
                  <a:moveTo>
                    <a:pt x="93" y="6"/>
                  </a:moveTo>
                  <a:cubicBezTo>
                    <a:pt x="70" y="6"/>
                    <a:pt x="46" y="16"/>
                    <a:pt x="30" y="32"/>
                  </a:cubicBezTo>
                  <a:cubicBezTo>
                    <a:pt x="18" y="44"/>
                    <a:pt x="4" y="64"/>
                    <a:pt x="6" y="96"/>
                  </a:cubicBezTo>
                  <a:cubicBezTo>
                    <a:pt x="7" y="118"/>
                    <a:pt x="11" y="144"/>
                    <a:pt x="14" y="171"/>
                  </a:cubicBezTo>
                  <a:cubicBezTo>
                    <a:pt x="21" y="223"/>
                    <a:pt x="28" y="276"/>
                    <a:pt x="22" y="309"/>
                  </a:cubicBezTo>
                  <a:cubicBezTo>
                    <a:pt x="11" y="360"/>
                    <a:pt x="27" y="428"/>
                    <a:pt x="67" y="447"/>
                  </a:cubicBezTo>
                  <a:cubicBezTo>
                    <a:pt x="107" y="466"/>
                    <a:pt x="209" y="415"/>
                    <a:pt x="234" y="377"/>
                  </a:cubicBezTo>
                  <a:cubicBezTo>
                    <a:pt x="257" y="343"/>
                    <a:pt x="303" y="308"/>
                    <a:pt x="339" y="279"/>
                  </a:cubicBezTo>
                  <a:cubicBezTo>
                    <a:pt x="344" y="276"/>
                    <a:pt x="348" y="272"/>
                    <a:pt x="352" y="269"/>
                  </a:cubicBezTo>
                  <a:cubicBezTo>
                    <a:pt x="372" y="253"/>
                    <a:pt x="395" y="225"/>
                    <a:pt x="398" y="192"/>
                  </a:cubicBezTo>
                  <a:cubicBezTo>
                    <a:pt x="400" y="170"/>
                    <a:pt x="394" y="151"/>
                    <a:pt x="380" y="134"/>
                  </a:cubicBezTo>
                  <a:cubicBezTo>
                    <a:pt x="355" y="103"/>
                    <a:pt x="322" y="92"/>
                    <a:pt x="288" y="81"/>
                  </a:cubicBezTo>
                  <a:cubicBezTo>
                    <a:pt x="269" y="75"/>
                    <a:pt x="250" y="68"/>
                    <a:pt x="231" y="58"/>
                  </a:cubicBezTo>
                  <a:cubicBezTo>
                    <a:pt x="220" y="53"/>
                    <a:pt x="220" y="53"/>
                    <a:pt x="220" y="53"/>
                  </a:cubicBezTo>
                  <a:cubicBezTo>
                    <a:pt x="173" y="28"/>
                    <a:pt x="138" y="10"/>
                    <a:pt x="100" y="7"/>
                  </a:cubicBezTo>
                  <a:cubicBezTo>
                    <a:pt x="97" y="6"/>
                    <a:pt x="95" y="6"/>
                    <a:pt x="93" y="6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25"/>
            <p:cNvSpPr/>
            <p:nvPr/>
          </p:nvSpPr>
          <p:spPr>
            <a:xfrm>
              <a:off x="6377181" y="3242169"/>
              <a:ext cx="891558" cy="790677"/>
            </a:xfrm>
            <a:custGeom>
              <a:rect b="b" l="l" r="r" t="t"/>
              <a:pathLst>
                <a:path extrusionOk="0" h="845" w="953">
                  <a:moveTo>
                    <a:pt x="384" y="819"/>
                  </a:moveTo>
                  <a:cubicBezTo>
                    <a:pt x="358" y="819"/>
                    <a:pt x="336" y="811"/>
                    <a:pt x="325" y="788"/>
                  </a:cubicBezTo>
                  <a:cubicBezTo>
                    <a:pt x="313" y="765"/>
                    <a:pt x="306" y="717"/>
                    <a:pt x="298" y="661"/>
                  </a:cubicBezTo>
                  <a:cubicBezTo>
                    <a:pt x="286" y="576"/>
                    <a:pt x="272" y="480"/>
                    <a:pt x="237" y="445"/>
                  </a:cubicBezTo>
                  <a:cubicBezTo>
                    <a:pt x="208" y="415"/>
                    <a:pt x="177" y="391"/>
                    <a:pt x="147" y="368"/>
                  </a:cubicBezTo>
                  <a:cubicBezTo>
                    <a:pt x="119" y="346"/>
                    <a:pt x="89" y="323"/>
                    <a:pt x="61" y="295"/>
                  </a:cubicBezTo>
                  <a:cubicBezTo>
                    <a:pt x="8" y="242"/>
                    <a:pt x="0" y="199"/>
                    <a:pt x="32" y="138"/>
                  </a:cubicBezTo>
                  <a:cubicBezTo>
                    <a:pt x="60" y="84"/>
                    <a:pt x="132" y="46"/>
                    <a:pt x="186" y="57"/>
                  </a:cubicBezTo>
                  <a:cubicBezTo>
                    <a:pt x="234" y="67"/>
                    <a:pt x="352" y="89"/>
                    <a:pt x="407" y="95"/>
                  </a:cubicBezTo>
                  <a:cubicBezTo>
                    <a:pt x="460" y="100"/>
                    <a:pt x="568" y="74"/>
                    <a:pt x="616" y="49"/>
                  </a:cubicBezTo>
                  <a:cubicBezTo>
                    <a:pt x="692" y="12"/>
                    <a:pt x="734" y="0"/>
                    <a:pt x="744" y="13"/>
                  </a:cubicBezTo>
                  <a:cubicBezTo>
                    <a:pt x="744" y="13"/>
                    <a:pt x="744" y="13"/>
                    <a:pt x="744" y="13"/>
                  </a:cubicBezTo>
                  <a:cubicBezTo>
                    <a:pt x="747" y="16"/>
                    <a:pt x="752" y="20"/>
                    <a:pt x="757" y="24"/>
                  </a:cubicBezTo>
                  <a:cubicBezTo>
                    <a:pt x="776" y="39"/>
                    <a:pt x="804" y="62"/>
                    <a:pt x="795" y="102"/>
                  </a:cubicBezTo>
                  <a:cubicBezTo>
                    <a:pt x="785" y="153"/>
                    <a:pt x="780" y="187"/>
                    <a:pt x="811" y="223"/>
                  </a:cubicBezTo>
                  <a:cubicBezTo>
                    <a:pt x="833" y="249"/>
                    <a:pt x="861" y="313"/>
                    <a:pt x="887" y="369"/>
                  </a:cubicBezTo>
                  <a:cubicBezTo>
                    <a:pt x="898" y="395"/>
                    <a:pt x="909" y="419"/>
                    <a:pt x="918" y="437"/>
                  </a:cubicBezTo>
                  <a:cubicBezTo>
                    <a:pt x="951" y="503"/>
                    <a:pt x="953" y="560"/>
                    <a:pt x="923" y="612"/>
                  </a:cubicBezTo>
                  <a:cubicBezTo>
                    <a:pt x="898" y="656"/>
                    <a:pt x="825" y="677"/>
                    <a:pt x="765" y="694"/>
                  </a:cubicBezTo>
                  <a:cubicBezTo>
                    <a:pt x="747" y="699"/>
                    <a:pt x="730" y="704"/>
                    <a:pt x="717" y="709"/>
                  </a:cubicBezTo>
                  <a:cubicBezTo>
                    <a:pt x="696" y="717"/>
                    <a:pt x="678" y="722"/>
                    <a:pt x="658" y="727"/>
                  </a:cubicBezTo>
                  <a:cubicBezTo>
                    <a:pt x="625" y="736"/>
                    <a:pt x="591" y="745"/>
                    <a:pt x="538" y="770"/>
                  </a:cubicBezTo>
                  <a:cubicBezTo>
                    <a:pt x="490" y="794"/>
                    <a:pt x="430" y="819"/>
                    <a:pt x="384" y="819"/>
                  </a:cubicBezTo>
                  <a:close/>
                  <a:moveTo>
                    <a:pt x="166" y="59"/>
                  </a:moveTo>
                  <a:cubicBezTo>
                    <a:pt x="117" y="59"/>
                    <a:pt x="60" y="93"/>
                    <a:pt x="35" y="140"/>
                  </a:cubicBezTo>
                  <a:cubicBezTo>
                    <a:pt x="4" y="199"/>
                    <a:pt x="12" y="240"/>
                    <a:pt x="64" y="292"/>
                  </a:cubicBezTo>
                  <a:cubicBezTo>
                    <a:pt x="92" y="320"/>
                    <a:pt x="120" y="342"/>
                    <a:pt x="150" y="365"/>
                  </a:cubicBezTo>
                  <a:cubicBezTo>
                    <a:pt x="180" y="388"/>
                    <a:pt x="210" y="412"/>
                    <a:pt x="240" y="442"/>
                  </a:cubicBezTo>
                  <a:cubicBezTo>
                    <a:pt x="276" y="478"/>
                    <a:pt x="290" y="575"/>
                    <a:pt x="302" y="661"/>
                  </a:cubicBezTo>
                  <a:cubicBezTo>
                    <a:pt x="310" y="714"/>
                    <a:pt x="317" y="764"/>
                    <a:pt x="329" y="786"/>
                  </a:cubicBezTo>
                  <a:cubicBezTo>
                    <a:pt x="358" y="845"/>
                    <a:pt x="461" y="803"/>
                    <a:pt x="537" y="767"/>
                  </a:cubicBezTo>
                  <a:cubicBezTo>
                    <a:pt x="590" y="741"/>
                    <a:pt x="624" y="732"/>
                    <a:pt x="657" y="723"/>
                  </a:cubicBezTo>
                  <a:cubicBezTo>
                    <a:pt x="676" y="718"/>
                    <a:pt x="694" y="713"/>
                    <a:pt x="715" y="705"/>
                  </a:cubicBezTo>
                  <a:cubicBezTo>
                    <a:pt x="729" y="700"/>
                    <a:pt x="746" y="695"/>
                    <a:pt x="764" y="690"/>
                  </a:cubicBezTo>
                  <a:cubicBezTo>
                    <a:pt x="823" y="673"/>
                    <a:pt x="896" y="652"/>
                    <a:pt x="920" y="610"/>
                  </a:cubicBezTo>
                  <a:cubicBezTo>
                    <a:pt x="948" y="560"/>
                    <a:pt x="947" y="504"/>
                    <a:pt x="914" y="439"/>
                  </a:cubicBezTo>
                  <a:cubicBezTo>
                    <a:pt x="905" y="420"/>
                    <a:pt x="894" y="396"/>
                    <a:pt x="883" y="371"/>
                  </a:cubicBezTo>
                  <a:cubicBezTo>
                    <a:pt x="858" y="315"/>
                    <a:pt x="830" y="251"/>
                    <a:pt x="808" y="226"/>
                  </a:cubicBezTo>
                  <a:cubicBezTo>
                    <a:pt x="776" y="189"/>
                    <a:pt x="780" y="154"/>
                    <a:pt x="791" y="101"/>
                  </a:cubicBezTo>
                  <a:cubicBezTo>
                    <a:pt x="799" y="64"/>
                    <a:pt x="774" y="43"/>
                    <a:pt x="755" y="28"/>
                  </a:cubicBezTo>
                  <a:cubicBezTo>
                    <a:pt x="749" y="23"/>
                    <a:pt x="744" y="19"/>
                    <a:pt x="741" y="15"/>
                  </a:cubicBezTo>
                  <a:cubicBezTo>
                    <a:pt x="741" y="15"/>
                    <a:pt x="741" y="15"/>
                    <a:pt x="741" y="15"/>
                  </a:cubicBezTo>
                  <a:cubicBezTo>
                    <a:pt x="735" y="8"/>
                    <a:pt x="708" y="8"/>
                    <a:pt x="618" y="53"/>
                  </a:cubicBezTo>
                  <a:cubicBezTo>
                    <a:pt x="568" y="78"/>
                    <a:pt x="461" y="104"/>
                    <a:pt x="407" y="99"/>
                  </a:cubicBezTo>
                  <a:cubicBezTo>
                    <a:pt x="351" y="93"/>
                    <a:pt x="233" y="71"/>
                    <a:pt x="185" y="61"/>
                  </a:cubicBezTo>
                  <a:cubicBezTo>
                    <a:pt x="179" y="60"/>
                    <a:pt x="172" y="59"/>
                    <a:pt x="166" y="59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25"/>
            <p:cNvSpPr/>
            <p:nvPr/>
          </p:nvSpPr>
          <p:spPr>
            <a:xfrm>
              <a:off x="6133513" y="3027628"/>
              <a:ext cx="1349770" cy="1174294"/>
            </a:xfrm>
            <a:custGeom>
              <a:rect b="b" l="l" r="r" t="t"/>
              <a:pathLst>
                <a:path extrusionOk="0" h="1255" w="1442">
                  <a:moveTo>
                    <a:pt x="655" y="1251"/>
                  </a:moveTo>
                  <a:cubicBezTo>
                    <a:pt x="605" y="1251"/>
                    <a:pt x="560" y="1247"/>
                    <a:pt x="535" y="1239"/>
                  </a:cubicBezTo>
                  <a:cubicBezTo>
                    <a:pt x="470" y="1220"/>
                    <a:pt x="422" y="1020"/>
                    <a:pt x="425" y="963"/>
                  </a:cubicBezTo>
                  <a:cubicBezTo>
                    <a:pt x="427" y="920"/>
                    <a:pt x="383" y="853"/>
                    <a:pt x="352" y="805"/>
                  </a:cubicBezTo>
                  <a:cubicBezTo>
                    <a:pt x="340" y="786"/>
                    <a:pt x="330" y="771"/>
                    <a:pt x="324" y="758"/>
                  </a:cubicBezTo>
                  <a:cubicBezTo>
                    <a:pt x="303" y="719"/>
                    <a:pt x="256" y="698"/>
                    <a:pt x="212" y="677"/>
                  </a:cubicBezTo>
                  <a:cubicBezTo>
                    <a:pt x="206" y="674"/>
                    <a:pt x="200" y="671"/>
                    <a:pt x="194" y="669"/>
                  </a:cubicBezTo>
                  <a:cubicBezTo>
                    <a:pt x="160" y="653"/>
                    <a:pt x="121" y="620"/>
                    <a:pt x="87" y="591"/>
                  </a:cubicBezTo>
                  <a:cubicBezTo>
                    <a:pt x="70" y="576"/>
                    <a:pt x="54" y="563"/>
                    <a:pt x="42" y="554"/>
                  </a:cubicBezTo>
                  <a:cubicBezTo>
                    <a:pt x="1" y="525"/>
                    <a:pt x="0" y="448"/>
                    <a:pt x="38" y="386"/>
                  </a:cubicBezTo>
                  <a:cubicBezTo>
                    <a:pt x="67" y="340"/>
                    <a:pt x="123" y="276"/>
                    <a:pt x="173" y="219"/>
                  </a:cubicBezTo>
                  <a:cubicBezTo>
                    <a:pt x="193" y="196"/>
                    <a:pt x="212" y="175"/>
                    <a:pt x="228" y="156"/>
                  </a:cubicBezTo>
                  <a:cubicBezTo>
                    <a:pt x="228" y="156"/>
                    <a:pt x="228" y="156"/>
                    <a:pt x="228" y="156"/>
                  </a:cubicBezTo>
                  <a:cubicBezTo>
                    <a:pt x="307" y="62"/>
                    <a:pt x="447" y="87"/>
                    <a:pt x="539" y="104"/>
                  </a:cubicBezTo>
                  <a:cubicBezTo>
                    <a:pt x="561" y="108"/>
                    <a:pt x="580" y="111"/>
                    <a:pt x="595" y="113"/>
                  </a:cubicBezTo>
                  <a:cubicBezTo>
                    <a:pt x="673" y="120"/>
                    <a:pt x="814" y="79"/>
                    <a:pt x="919" y="38"/>
                  </a:cubicBezTo>
                  <a:cubicBezTo>
                    <a:pt x="1017" y="0"/>
                    <a:pt x="1157" y="70"/>
                    <a:pt x="1207" y="132"/>
                  </a:cubicBezTo>
                  <a:cubicBezTo>
                    <a:pt x="1244" y="179"/>
                    <a:pt x="1230" y="235"/>
                    <a:pt x="1218" y="284"/>
                  </a:cubicBezTo>
                  <a:cubicBezTo>
                    <a:pt x="1213" y="304"/>
                    <a:pt x="1208" y="323"/>
                    <a:pt x="1207" y="339"/>
                  </a:cubicBezTo>
                  <a:cubicBezTo>
                    <a:pt x="1205" y="393"/>
                    <a:pt x="1330" y="522"/>
                    <a:pt x="1393" y="567"/>
                  </a:cubicBezTo>
                  <a:cubicBezTo>
                    <a:pt x="1442" y="601"/>
                    <a:pt x="1439" y="638"/>
                    <a:pt x="1433" y="721"/>
                  </a:cubicBezTo>
                  <a:cubicBezTo>
                    <a:pt x="1432" y="744"/>
                    <a:pt x="1430" y="770"/>
                    <a:pt x="1429" y="800"/>
                  </a:cubicBezTo>
                  <a:cubicBezTo>
                    <a:pt x="1423" y="944"/>
                    <a:pt x="1350" y="1029"/>
                    <a:pt x="1287" y="1087"/>
                  </a:cubicBezTo>
                  <a:cubicBezTo>
                    <a:pt x="1221" y="1147"/>
                    <a:pt x="1080" y="1127"/>
                    <a:pt x="1026" y="1120"/>
                  </a:cubicBezTo>
                  <a:cubicBezTo>
                    <a:pt x="970" y="1111"/>
                    <a:pt x="902" y="1147"/>
                    <a:pt x="868" y="1201"/>
                  </a:cubicBezTo>
                  <a:cubicBezTo>
                    <a:pt x="846" y="1237"/>
                    <a:pt x="744" y="1251"/>
                    <a:pt x="655" y="1251"/>
                  </a:cubicBezTo>
                  <a:close/>
                  <a:moveTo>
                    <a:pt x="229" y="158"/>
                  </a:moveTo>
                  <a:cubicBezTo>
                    <a:pt x="231" y="159"/>
                    <a:pt x="231" y="159"/>
                    <a:pt x="231" y="159"/>
                  </a:cubicBezTo>
                  <a:cubicBezTo>
                    <a:pt x="216" y="177"/>
                    <a:pt x="197" y="199"/>
                    <a:pt x="176" y="222"/>
                  </a:cubicBezTo>
                  <a:cubicBezTo>
                    <a:pt x="127" y="278"/>
                    <a:pt x="70" y="343"/>
                    <a:pt x="42" y="388"/>
                  </a:cubicBezTo>
                  <a:cubicBezTo>
                    <a:pt x="1" y="454"/>
                    <a:pt x="10" y="526"/>
                    <a:pt x="44" y="551"/>
                  </a:cubicBezTo>
                  <a:cubicBezTo>
                    <a:pt x="57" y="560"/>
                    <a:pt x="73" y="573"/>
                    <a:pt x="90" y="588"/>
                  </a:cubicBezTo>
                  <a:cubicBezTo>
                    <a:pt x="124" y="617"/>
                    <a:pt x="162" y="649"/>
                    <a:pt x="196" y="665"/>
                  </a:cubicBezTo>
                  <a:cubicBezTo>
                    <a:pt x="201" y="668"/>
                    <a:pt x="207" y="671"/>
                    <a:pt x="213" y="673"/>
                  </a:cubicBezTo>
                  <a:cubicBezTo>
                    <a:pt x="259" y="694"/>
                    <a:pt x="306" y="716"/>
                    <a:pt x="327" y="757"/>
                  </a:cubicBezTo>
                  <a:cubicBezTo>
                    <a:pt x="333" y="769"/>
                    <a:pt x="344" y="784"/>
                    <a:pt x="355" y="802"/>
                  </a:cubicBezTo>
                  <a:cubicBezTo>
                    <a:pt x="387" y="852"/>
                    <a:pt x="431" y="919"/>
                    <a:pt x="429" y="963"/>
                  </a:cubicBezTo>
                  <a:cubicBezTo>
                    <a:pt x="426" y="1020"/>
                    <a:pt x="473" y="1217"/>
                    <a:pt x="537" y="1236"/>
                  </a:cubicBezTo>
                  <a:cubicBezTo>
                    <a:pt x="601" y="1255"/>
                    <a:pt x="832" y="1253"/>
                    <a:pt x="865" y="1199"/>
                  </a:cubicBezTo>
                  <a:cubicBezTo>
                    <a:pt x="900" y="1143"/>
                    <a:pt x="969" y="1107"/>
                    <a:pt x="1027" y="1116"/>
                  </a:cubicBezTo>
                  <a:cubicBezTo>
                    <a:pt x="1080" y="1123"/>
                    <a:pt x="1220" y="1143"/>
                    <a:pt x="1284" y="1084"/>
                  </a:cubicBezTo>
                  <a:cubicBezTo>
                    <a:pt x="1347" y="1027"/>
                    <a:pt x="1419" y="942"/>
                    <a:pt x="1425" y="800"/>
                  </a:cubicBezTo>
                  <a:cubicBezTo>
                    <a:pt x="1426" y="769"/>
                    <a:pt x="1428" y="743"/>
                    <a:pt x="1429" y="720"/>
                  </a:cubicBezTo>
                  <a:cubicBezTo>
                    <a:pt x="1435" y="640"/>
                    <a:pt x="1438" y="603"/>
                    <a:pt x="1391" y="570"/>
                  </a:cubicBezTo>
                  <a:cubicBezTo>
                    <a:pt x="1334" y="530"/>
                    <a:pt x="1201" y="398"/>
                    <a:pt x="1203" y="339"/>
                  </a:cubicBezTo>
                  <a:cubicBezTo>
                    <a:pt x="1204" y="322"/>
                    <a:pt x="1209" y="303"/>
                    <a:pt x="1214" y="284"/>
                  </a:cubicBezTo>
                  <a:cubicBezTo>
                    <a:pt x="1226" y="235"/>
                    <a:pt x="1239" y="179"/>
                    <a:pt x="1204" y="135"/>
                  </a:cubicBezTo>
                  <a:cubicBezTo>
                    <a:pt x="1155" y="73"/>
                    <a:pt x="1017" y="5"/>
                    <a:pt x="921" y="42"/>
                  </a:cubicBezTo>
                  <a:cubicBezTo>
                    <a:pt x="815" y="83"/>
                    <a:pt x="674" y="125"/>
                    <a:pt x="595" y="117"/>
                  </a:cubicBezTo>
                  <a:cubicBezTo>
                    <a:pt x="579" y="115"/>
                    <a:pt x="560" y="112"/>
                    <a:pt x="539" y="108"/>
                  </a:cubicBezTo>
                  <a:cubicBezTo>
                    <a:pt x="447" y="91"/>
                    <a:pt x="308" y="66"/>
                    <a:pt x="231" y="159"/>
                  </a:cubicBezTo>
                  <a:lnTo>
                    <a:pt x="229" y="158"/>
                  </a:ln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25"/>
            <p:cNvSpPr/>
            <p:nvPr/>
          </p:nvSpPr>
          <p:spPr>
            <a:xfrm>
              <a:off x="5850061" y="1656555"/>
              <a:ext cx="1650981" cy="1096147"/>
            </a:xfrm>
            <a:custGeom>
              <a:rect b="b" l="l" r="r" t="t"/>
              <a:pathLst>
                <a:path extrusionOk="0" h="1171" w="1764">
                  <a:moveTo>
                    <a:pt x="1412" y="1171"/>
                  </a:moveTo>
                  <a:cubicBezTo>
                    <a:pt x="1406" y="1171"/>
                    <a:pt x="1401" y="1170"/>
                    <a:pt x="1396" y="1168"/>
                  </a:cubicBezTo>
                  <a:cubicBezTo>
                    <a:pt x="1318" y="1139"/>
                    <a:pt x="1188" y="1137"/>
                    <a:pt x="1093" y="1147"/>
                  </a:cubicBezTo>
                  <a:cubicBezTo>
                    <a:pt x="996" y="1158"/>
                    <a:pt x="754" y="1128"/>
                    <a:pt x="664" y="1056"/>
                  </a:cubicBezTo>
                  <a:cubicBezTo>
                    <a:pt x="625" y="1024"/>
                    <a:pt x="547" y="1011"/>
                    <a:pt x="472" y="998"/>
                  </a:cubicBezTo>
                  <a:cubicBezTo>
                    <a:pt x="375" y="980"/>
                    <a:pt x="283" y="964"/>
                    <a:pt x="264" y="911"/>
                  </a:cubicBezTo>
                  <a:cubicBezTo>
                    <a:pt x="239" y="844"/>
                    <a:pt x="160" y="771"/>
                    <a:pt x="103" y="717"/>
                  </a:cubicBezTo>
                  <a:cubicBezTo>
                    <a:pt x="81" y="696"/>
                    <a:pt x="61" y="678"/>
                    <a:pt x="48" y="664"/>
                  </a:cubicBezTo>
                  <a:cubicBezTo>
                    <a:pt x="0" y="610"/>
                    <a:pt x="15" y="460"/>
                    <a:pt x="77" y="381"/>
                  </a:cubicBezTo>
                  <a:cubicBezTo>
                    <a:pt x="138" y="305"/>
                    <a:pt x="236" y="80"/>
                    <a:pt x="237" y="78"/>
                  </a:cubicBezTo>
                  <a:cubicBezTo>
                    <a:pt x="237" y="77"/>
                    <a:pt x="237" y="77"/>
                    <a:pt x="237" y="77"/>
                  </a:cubicBezTo>
                  <a:cubicBezTo>
                    <a:pt x="295" y="0"/>
                    <a:pt x="427" y="12"/>
                    <a:pt x="522" y="29"/>
                  </a:cubicBezTo>
                  <a:cubicBezTo>
                    <a:pt x="605" y="43"/>
                    <a:pt x="796" y="70"/>
                    <a:pt x="936" y="90"/>
                  </a:cubicBezTo>
                  <a:cubicBezTo>
                    <a:pt x="980" y="96"/>
                    <a:pt x="1018" y="102"/>
                    <a:pt x="1045" y="106"/>
                  </a:cubicBezTo>
                  <a:cubicBezTo>
                    <a:pt x="1159" y="123"/>
                    <a:pt x="1648" y="271"/>
                    <a:pt x="1707" y="355"/>
                  </a:cubicBezTo>
                  <a:cubicBezTo>
                    <a:pt x="1764" y="435"/>
                    <a:pt x="1747" y="534"/>
                    <a:pt x="1726" y="612"/>
                  </a:cubicBezTo>
                  <a:cubicBezTo>
                    <a:pt x="1719" y="640"/>
                    <a:pt x="1715" y="673"/>
                    <a:pt x="1710" y="709"/>
                  </a:cubicBezTo>
                  <a:cubicBezTo>
                    <a:pt x="1704" y="762"/>
                    <a:pt x="1696" y="823"/>
                    <a:pt x="1676" y="882"/>
                  </a:cubicBezTo>
                  <a:cubicBezTo>
                    <a:pt x="1647" y="962"/>
                    <a:pt x="1531" y="1123"/>
                    <a:pt x="1446" y="1162"/>
                  </a:cubicBezTo>
                  <a:cubicBezTo>
                    <a:pt x="1434" y="1168"/>
                    <a:pt x="1422" y="1171"/>
                    <a:pt x="1412" y="1171"/>
                  </a:cubicBezTo>
                  <a:close/>
                  <a:moveTo>
                    <a:pt x="1199" y="1137"/>
                  </a:moveTo>
                  <a:cubicBezTo>
                    <a:pt x="1271" y="1137"/>
                    <a:pt x="1346" y="1145"/>
                    <a:pt x="1397" y="1165"/>
                  </a:cubicBezTo>
                  <a:cubicBezTo>
                    <a:pt x="1410" y="1170"/>
                    <a:pt x="1426" y="1168"/>
                    <a:pt x="1445" y="1159"/>
                  </a:cubicBezTo>
                  <a:cubicBezTo>
                    <a:pt x="1529" y="1120"/>
                    <a:pt x="1644" y="960"/>
                    <a:pt x="1672" y="881"/>
                  </a:cubicBezTo>
                  <a:cubicBezTo>
                    <a:pt x="1693" y="822"/>
                    <a:pt x="1700" y="761"/>
                    <a:pt x="1706" y="708"/>
                  </a:cubicBezTo>
                  <a:cubicBezTo>
                    <a:pt x="1711" y="673"/>
                    <a:pt x="1715" y="639"/>
                    <a:pt x="1722" y="611"/>
                  </a:cubicBezTo>
                  <a:cubicBezTo>
                    <a:pt x="1743" y="534"/>
                    <a:pt x="1760" y="436"/>
                    <a:pt x="1704" y="357"/>
                  </a:cubicBezTo>
                  <a:cubicBezTo>
                    <a:pt x="1647" y="276"/>
                    <a:pt x="1155" y="126"/>
                    <a:pt x="1044" y="110"/>
                  </a:cubicBezTo>
                  <a:cubicBezTo>
                    <a:pt x="1017" y="106"/>
                    <a:pt x="979" y="100"/>
                    <a:pt x="935" y="94"/>
                  </a:cubicBezTo>
                  <a:cubicBezTo>
                    <a:pt x="795" y="74"/>
                    <a:pt x="604" y="47"/>
                    <a:pt x="521" y="32"/>
                  </a:cubicBezTo>
                  <a:cubicBezTo>
                    <a:pt x="428" y="17"/>
                    <a:pt x="297" y="4"/>
                    <a:pt x="241" y="80"/>
                  </a:cubicBezTo>
                  <a:cubicBezTo>
                    <a:pt x="237" y="88"/>
                    <a:pt x="141" y="308"/>
                    <a:pt x="81" y="384"/>
                  </a:cubicBezTo>
                  <a:cubicBezTo>
                    <a:pt x="20" y="461"/>
                    <a:pt x="4" y="609"/>
                    <a:pt x="51" y="661"/>
                  </a:cubicBezTo>
                  <a:cubicBezTo>
                    <a:pt x="64" y="676"/>
                    <a:pt x="83" y="694"/>
                    <a:pt x="106" y="714"/>
                  </a:cubicBezTo>
                  <a:cubicBezTo>
                    <a:pt x="163" y="768"/>
                    <a:pt x="242" y="842"/>
                    <a:pt x="268" y="910"/>
                  </a:cubicBezTo>
                  <a:cubicBezTo>
                    <a:pt x="286" y="961"/>
                    <a:pt x="381" y="977"/>
                    <a:pt x="473" y="994"/>
                  </a:cubicBezTo>
                  <a:cubicBezTo>
                    <a:pt x="548" y="1007"/>
                    <a:pt x="626" y="1021"/>
                    <a:pt x="667" y="1053"/>
                  </a:cubicBezTo>
                  <a:cubicBezTo>
                    <a:pt x="756" y="1124"/>
                    <a:pt x="996" y="1154"/>
                    <a:pt x="1092" y="1143"/>
                  </a:cubicBezTo>
                  <a:cubicBezTo>
                    <a:pt x="1125" y="1140"/>
                    <a:pt x="1162" y="1137"/>
                    <a:pt x="1199" y="113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25"/>
            <p:cNvSpPr/>
            <p:nvPr/>
          </p:nvSpPr>
          <p:spPr>
            <a:xfrm>
              <a:off x="5701587" y="1588356"/>
              <a:ext cx="2467942" cy="1297192"/>
            </a:xfrm>
            <a:custGeom>
              <a:rect b="b" l="l" r="r" t="t"/>
              <a:pathLst>
                <a:path extrusionOk="0" h="1386" w="2637">
                  <a:moveTo>
                    <a:pt x="1394" y="1385"/>
                  </a:moveTo>
                  <a:cubicBezTo>
                    <a:pt x="1357" y="1385"/>
                    <a:pt x="1322" y="1384"/>
                    <a:pt x="1291" y="1383"/>
                  </a:cubicBezTo>
                  <a:cubicBezTo>
                    <a:pt x="1281" y="1383"/>
                    <a:pt x="1281" y="1383"/>
                    <a:pt x="1281" y="1383"/>
                  </a:cubicBezTo>
                  <a:cubicBezTo>
                    <a:pt x="1165" y="1380"/>
                    <a:pt x="1038" y="1368"/>
                    <a:pt x="965" y="1308"/>
                  </a:cubicBezTo>
                  <a:cubicBezTo>
                    <a:pt x="959" y="1303"/>
                    <a:pt x="959" y="1303"/>
                    <a:pt x="959" y="1303"/>
                  </a:cubicBezTo>
                  <a:cubicBezTo>
                    <a:pt x="885" y="1242"/>
                    <a:pt x="827" y="1194"/>
                    <a:pt x="739" y="1196"/>
                  </a:cubicBezTo>
                  <a:cubicBezTo>
                    <a:pt x="732" y="1196"/>
                    <a:pt x="723" y="1197"/>
                    <a:pt x="713" y="1197"/>
                  </a:cubicBezTo>
                  <a:cubicBezTo>
                    <a:pt x="605" y="1201"/>
                    <a:pt x="351" y="1211"/>
                    <a:pt x="316" y="1110"/>
                  </a:cubicBezTo>
                  <a:cubicBezTo>
                    <a:pt x="306" y="1081"/>
                    <a:pt x="299" y="1055"/>
                    <a:pt x="292" y="1032"/>
                  </a:cubicBezTo>
                  <a:cubicBezTo>
                    <a:pt x="273" y="966"/>
                    <a:pt x="258" y="917"/>
                    <a:pt x="215" y="878"/>
                  </a:cubicBezTo>
                  <a:cubicBezTo>
                    <a:pt x="165" y="832"/>
                    <a:pt x="0" y="640"/>
                    <a:pt x="47" y="548"/>
                  </a:cubicBezTo>
                  <a:cubicBezTo>
                    <a:pt x="64" y="515"/>
                    <a:pt x="91" y="474"/>
                    <a:pt x="120" y="430"/>
                  </a:cubicBezTo>
                  <a:cubicBezTo>
                    <a:pt x="168" y="358"/>
                    <a:pt x="221" y="277"/>
                    <a:pt x="236" y="220"/>
                  </a:cubicBezTo>
                  <a:cubicBezTo>
                    <a:pt x="260" y="132"/>
                    <a:pt x="449" y="0"/>
                    <a:pt x="529" y="0"/>
                  </a:cubicBezTo>
                  <a:cubicBezTo>
                    <a:pt x="530" y="0"/>
                    <a:pt x="531" y="0"/>
                    <a:pt x="531" y="0"/>
                  </a:cubicBezTo>
                  <a:cubicBezTo>
                    <a:pt x="537" y="0"/>
                    <a:pt x="544" y="1"/>
                    <a:pt x="552" y="1"/>
                  </a:cubicBezTo>
                  <a:cubicBezTo>
                    <a:pt x="660" y="5"/>
                    <a:pt x="991" y="16"/>
                    <a:pt x="1065" y="43"/>
                  </a:cubicBezTo>
                  <a:cubicBezTo>
                    <a:pt x="1091" y="52"/>
                    <a:pt x="1319" y="135"/>
                    <a:pt x="1438" y="147"/>
                  </a:cubicBezTo>
                  <a:cubicBezTo>
                    <a:pt x="1544" y="157"/>
                    <a:pt x="1791" y="272"/>
                    <a:pt x="1850" y="307"/>
                  </a:cubicBezTo>
                  <a:cubicBezTo>
                    <a:pt x="1864" y="316"/>
                    <a:pt x="1878" y="325"/>
                    <a:pt x="1891" y="335"/>
                  </a:cubicBezTo>
                  <a:cubicBezTo>
                    <a:pt x="1933" y="364"/>
                    <a:pt x="1970" y="390"/>
                    <a:pt x="2008" y="374"/>
                  </a:cubicBezTo>
                  <a:cubicBezTo>
                    <a:pt x="2038" y="361"/>
                    <a:pt x="2059" y="335"/>
                    <a:pt x="2077" y="312"/>
                  </a:cubicBezTo>
                  <a:cubicBezTo>
                    <a:pt x="2089" y="297"/>
                    <a:pt x="2100" y="283"/>
                    <a:pt x="2112" y="275"/>
                  </a:cubicBezTo>
                  <a:cubicBezTo>
                    <a:pt x="2142" y="256"/>
                    <a:pt x="2216" y="252"/>
                    <a:pt x="2257" y="262"/>
                  </a:cubicBezTo>
                  <a:cubicBezTo>
                    <a:pt x="2304" y="273"/>
                    <a:pt x="2389" y="337"/>
                    <a:pt x="2429" y="404"/>
                  </a:cubicBezTo>
                  <a:cubicBezTo>
                    <a:pt x="2454" y="445"/>
                    <a:pt x="2489" y="481"/>
                    <a:pt x="2520" y="513"/>
                  </a:cubicBezTo>
                  <a:cubicBezTo>
                    <a:pt x="2539" y="533"/>
                    <a:pt x="2557" y="552"/>
                    <a:pt x="2570" y="569"/>
                  </a:cubicBezTo>
                  <a:cubicBezTo>
                    <a:pt x="2605" y="615"/>
                    <a:pt x="2637" y="707"/>
                    <a:pt x="2627" y="765"/>
                  </a:cubicBezTo>
                  <a:cubicBezTo>
                    <a:pt x="2617" y="820"/>
                    <a:pt x="2568" y="943"/>
                    <a:pt x="2495" y="991"/>
                  </a:cubicBezTo>
                  <a:cubicBezTo>
                    <a:pt x="2461" y="1013"/>
                    <a:pt x="2433" y="1024"/>
                    <a:pt x="2400" y="1036"/>
                  </a:cubicBezTo>
                  <a:cubicBezTo>
                    <a:pt x="2369" y="1048"/>
                    <a:pt x="2333" y="1061"/>
                    <a:pt x="2284" y="1089"/>
                  </a:cubicBezTo>
                  <a:cubicBezTo>
                    <a:pt x="2244" y="1113"/>
                    <a:pt x="2224" y="1129"/>
                    <a:pt x="2210" y="1139"/>
                  </a:cubicBezTo>
                  <a:cubicBezTo>
                    <a:pt x="2190" y="1155"/>
                    <a:pt x="2182" y="1161"/>
                    <a:pt x="2150" y="1164"/>
                  </a:cubicBezTo>
                  <a:cubicBezTo>
                    <a:pt x="2121" y="1167"/>
                    <a:pt x="2093" y="1142"/>
                    <a:pt x="2064" y="1115"/>
                  </a:cubicBezTo>
                  <a:cubicBezTo>
                    <a:pt x="2039" y="1092"/>
                    <a:pt x="2013" y="1069"/>
                    <a:pt x="1984" y="1060"/>
                  </a:cubicBezTo>
                  <a:cubicBezTo>
                    <a:pt x="1966" y="1055"/>
                    <a:pt x="1951" y="1047"/>
                    <a:pt x="1938" y="1040"/>
                  </a:cubicBezTo>
                  <a:cubicBezTo>
                    <a:pt x="1906" y="1022"/>
                    <a:pt x="1886" y="1012"/>
                    <a:pt x="1853" y="1062"/>
                  </a:cubicBezTo>
                  <a:cubicBezTo>
                    <a:pt x="1848" y="1069"/>
                    <a:pt x="1842" y="1078"/>
                    <a:pt x="1836" y="1088"/>
                  </a:cubicBezTo>
                  <a:cubicBezTo>
                    <a:pt x="1779" y="1174"/>
                    <a:pt x="1674" y="1335"/>
                    <a:pt x="1604" y="1361"/>
                  </a:cubicBezTo>
                  <a:cubicBezTo>
                    <a:pt x="1553" y="1381"/>
                    <a:pt x="1471" y="1385"/>
                    <a:pt x="1394" y="1385"/>
                  </a:cubicBezTo>
                  <a:close/>
                  <a:moveTo>
                    <a:pt x="746" y="1192"/>
                  </a:moveTo>
                  <a:cubicBezTo>
                    <a:pt x="831" y="1192"/>
                    <a:pt x="889" y="1240"/>
                    <a:pt x="961" y="1300"/>
                  </a:cubicBezTo>
                  <a:cubicBezTo>
                    <a:pt x="967" y="1305"/>
                    <a:pt x="967" y="1305"/>
                    <a:pt x="967" y="1305"/>
                  </a:cubicBezTo>
                  <a:cubicBezTo>
                    <a:pt x="1039" y="1364"/>
                    <a:pt x="1166" y="1376"/>
                    <a:pt x="1281" y="1379"/>
                  </a:cubicBezTo>
                  <a:cubicBezTo>
                    <a:pt x="1291" y="1379"/>
                    <a:pt x="1291" y="1379"/>
                    <a:pt x="1291" y="1379"/>
                  </a:cubicBezTo>
                  <a:cubicBezTo>
                    <a:pt x="1385" y="1382"/>
                    <a:pt x="1528" y="1386"/>
                    <a:pt x="1603" y="1358"/>
                  </a:cubicBezTo>
                  <a:cubicBezTo>
                    <a:pt x="1671" y="1332"/>
                    <a:pt x="1776" y="1172"/>
                    <a:pt x="1832" y="1086"/>
                  </a:cubicBezTo>
                  <a:cubicBezTo>
                    <a:pt x="1839" y="1076"/>
                    <a:pt x="1845" y="1067"/>
                    <a:pt x="1850" y="1060"/>
                  </a:cubicBezTo>
                  <a:cubicBezTo>
                    <a:pt x="1885" y="1007"/>
                    <a:pt x="1907" y="1019"/>
                    <a:pt x="1940" y="1036"/>
                  </a:cubicBezTo>
                  <a:cubicBezTo>
                    <a:pt x="1953" y="1043"/>
                    <a:pt x="1967" y="1051"/>
                    <a:pt x="1985" y="1056"/>
                  </a:cubicBezTo>
                  <a:cubicBezTo>
                    <a:pt x="2015" y="1065"/>
                    <a:pt x="2041" y="1089"/>
                    <a:pt x="2067" y="1112"/>
                  </a:cubicBezTo>
                  <a:cubicBezTo>
                    <a:pt x="2095" y="1138"/>
                    <a:pt x="2122" y="1163"/>
                    <a:pt x="2150" y="1160"/>
                  </a:cubicBezTo>
                  <a:cubicBezTo>
                    <a:pt x="2180" y="1157"/>
                    <a:pt x="2188" y="1151"/>
                    <a:pt x="2207" y="1136"/>
                  </a:cubicBezTo>
                  <a:cubicBezTo>
                    <a:pt x="2221" y="1125"/>
                    <a:pt x="2242" y="1109"/>
                    <a:pt x="2282" y="1086"/>
                  </a:cubicBezTo>
                  <a:cubicBezTo>
                    <a:pt x="2331" y="1057"/>
                    <a:pt x="2367" y="1044"/>
                    <a:pt x="2399" y="1032"/>
                  </a:cubicBezTo>
                  <a:cubicBezTo>
                    <a:pt x="2431" y="1020"/>
                    <a:pt x="2459" y="1010"/>
                    <a:pt x="2493" y="987"/>
                  </a:cubicBezTo>
                  <a:cubicBezTo>
                    <a:pt x="2558" y="945"/>
                    <a:pt x="2611" y="828"/>
                    <a:pt x="2623" y="765"/>
                  </a:cubicBezTo>
                  <a:cubicBezTo>
                    <a:pt x="2633" y="707"/>
                    <a:pt x="2602" y="617"/>
                    <a:pt x="2567" y="571"/>
                  </a:cubicBezTo>
                  <a:cubicBezTo>
                    <a:pt x="2554" y="554"/>
                    <a:pt x="2536" y="536"/>
                    <a:pt x="2517" y="516"/>
                  </a:cubicBezTo>
                  <a:cubicBezTo>
                    <a:pt x="2486" y="484"/>
                    <a:pt x="2451" y="447"/>
                    <a:pt x="2426" y="406"/>
                  </a:cubicBezTo>
                  <a:cubicBezTo>
                    <a:pt x="2386" y="340"/>
                    <a:pt x="2302" y="276"/>
                    <a:pt x="2256" y="265"/>
                  </a:cubicBezTo>
                  <a:cubicBezTo>
                    <a:pt x="2256" y="265"/>
                    <a:pt x="2256" y="265"/>
                    <a:pt x="2256" y="265"/>
                  </a:cubicBezTo>
                  <a:cubicBezTo>
                    <a:pt x="2216" y="256"/>
                    <a:pt x="2143" y="260"/>
                    <a:pt x="2114" y="279"/>
                  </a:cubicBezTo>
                  <a:cubicBezTo>
                    <a:pt x="2102" y="286"/>
                    <a:pt x="2092" y="299"/>
                    <a:pt x="2080" y="314"/>
                  </a:cubicBezTo>
                  <a:cubicBezTo>
                    <a:pt x="2061" y="338"/>
                    <a:pt x="2041" y="364"/>
                    <a:pt x="2009" y="377"/>
                  </a:cubicBezTo>
                  <a:cubicBezTo>
                    <a:pt x="1970" y="394"/>
                    <a:pt x="1932" y="368"/>
                    <a:pt x="1889" y="338"/>
                  </a:cubicBezTo>
                  <a:cubicBezTo>
                    <a:pt x="1876" y="329"/>
                    <a:pt x="1862" y="319"/>
                    <a:pt x="1848" y="311"/>
                  </a:cubicBezTo>
                  <a:cubicBezTo>
                    <a:pt x="1789" y="275"/>
                    <a:pt x="1543" y="161"/>
                    <a:pt x="1438" y="151"/>
                  </a:cubicBezTo>
                  <a:cubicBezTo>
                    <a:pt x="1318" y="139"/>
                    <a:pt x="1090" y="56"/>
                    <a:pt x="1064" y="47"/>
                  </a:cubicBezTo>
                  <a:cubicBezTo>
                    <a:pt x="990" y="20"/>
                    <a:pt x="660" y="9"/>
                    <a:pt x="552" y="5"/>
                  </a:cubicBezTo>
                  <a:cubicBezTo>
                    <a:pt x="544" y="5"/>
                    <a:pt x="537" y="4"/>
                    <a:pt x="531" y="4"/>
                  </a:cubicBezTo>
                  <a:cubicBezTo>
                    <a:pt x="497" y="3"/>
                    <a:pt x="430" y="33"/>
                    <a:pt x="367" y="78"/>
                  </a:cubicBezTo>
                  <a:cubicBezTo>
                    <a:pt x="298" y="127"/>
                    <a:pt x="251" y="181"/>
                    <a:pt x="240" y="221"/>
                  </a:cubicBezTo>
                  <a:cubicBezTo>
                    <a:pt x="225" y="278"/>
                    <a:pt x="171" y="360"/>
                    <a:pt x="124" y="432"/>
                  </a:cubicBezTo>
                  <a:cubicBezTo>
                    <a:pt x="95" y="476"/>
                    <a:pt x="67" y="517"/>
                    <a:pt x="50" y="550"/>
                  </a:cubicBezTo>
                  <a:cubicBezTo>
                    <a:pt x="4" y="640"/>
                    <a:pt x="168" y="830"/>
                    <a:pt x="218" y="875"/>
                  </a:cubicBezTo>
                  <a:cubicBezTo>
                    <a:pt x="262" y="915"/>
                    <a:pt x="276" y="964"/>
                    <a:pt x="296" y="1031"/>
                  </a:cubicBezTo>
                  <a:cubicBezTo>
                    <a:pt x="303" y="1054"/>
                    <a:pt x="310" y="1080"/>
                    <a:pt x="320" y="1108"/>
                  </a:cubicBezTo>
                  <a:cubicBezTo>
                    <a:pt x="354" y="1207"/>
                    <a:pt x="606" y="1197"/>
                    <a:pt x="713" y="1193"/>
                  </a:cubicBezTo>
                  <a:cubicBezTo>
                    <a:pt x="723" y="1193"/>
                    <a:pt x="732" y="1192"/>
                    <a:pt x="739" y="1192"/>
                  </a:cubicBezTo>
                  <a:cubicBezTo>
                    <a:pt x="742" y="1192"/>
                    <a:pt x="744" y="1192"/>
                    <a:pt x="746" y="119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25"/>
            <p:cNvSpPr/>
            <p:nvPr/>
          </p:nvSpPr>
          <p:spPr>
            <a:xfrm>
              <a:off x="6539154" y="2125419"/>
              <a:ext cx="159841" cy="88090"/>
            </a:xfrm>
            <a:custGeom>
              <a:rect b="b" l="l" r="r" t="t"/>
              <a:pathLst>
                <a:path extrusionOk="0" h="94" w="171">
                  <a:moveTo>
                    <a:pt x="125" y="92"/>
                  </a:moveTo>
                  <a:cubicBezTo>
                    <a:pt x="114" y="92"/>
                    <a:pt x="103" y="88"/>
                    <a:pt x="91" y="84"/>
                  </a:cubicBezTo>
                  <a:cubicBezTo>
                    <a:pt x="80" y="81"/>
                    <a:pt x="68" y="77"/>
                    <a:pt x="55" y="76"/>
                  </a:cubicBezTo>
                  <a:cubicBezTo>
                    <a:pt x="30" y="72"/>
                    <a:pt x="14" y="64"/>
                    <a:pt x="6" y="51"/>
                  </a:cubicBezTo>
                  <a:cubicBezTo>
                    <a:pt x="1" y="42"/>
                    <a:pt x="0" y="31"/>
                    <a:pt x="5" y="19"/>
                  </a:cubicBezTo>
                  <a:cubicBezTo>
                    <a:pt x="13" y="0"/>
                    <a:pt x="49" y="10"/>
                    <a:pt x="85" y="19"/>
                  </a:cubicBezTo>
                  <a:cubicBezTo>
                    <a:pt x="101" y="24"/>
                    <a:pt x="116" y="28"/>
                    <a:pt x="127" y="29"/>
                  </a:cubicBezTo>
                  <a:cubicBezTo>
                    <a:pt x="150" y="31"/>
                    <a:pt x="163" y="37"/>
                    <a:pt x="167" y="46"/>
                  </a:cubicBezTo>
                  <a:cubicBezTo>
                    <a:pt x="171" y="55"/>
                    <a:pt x="166" y="65"/>
                    <a:pt x="155" y="78"/>
                  </a:cubicBezTo>
                  <a:cubicBezTo>
                    <a:pt x="146" y="88"/>
                    <a:pt x="136" y="92"/>
                    <a:pt x="125" y="92"/>
                  </a:cubicBezTo>
                  <a:close/>
                  <a:moveTo>
                    <a:pt x="28" y="12"/>
                  </a:moveTo>
                  <a:cubicBezTo>
                    <a:pt x="19" y="12"/>
                    <a:pt x="11" y="15"/>
                    <a:pt x="9" y="21"/>
                  </a:cubicBezTo>
                  <a:cubicBezTo>
                    <a:pt x="5" y="32"/>
                    <a:pt x="5" y="41"/>
                    <a:pt x="10" y="49"/>
                  </a:cubicBezTo>
                  <a:cubicBezTo>
                    <a:pt x="16" y="61"/>
                    <a:pt x="32" y="69"/>
                    <a:pt x="55" y="72"/>
                  </a:cubicBezTo>
                  <a:cubicBezTo>
                    <a:pt x="69" y="73"/>
                    <a:pt x="81" y="77"/>
                    <a:pt x="92" y="81"/>
                  </a:cubicBezTo>
                  <a:cubicBezTo>
                    <a:pt x="116" y="88"/>
                    <a:pt x="135" y="94"/>
                    <a:pt x="152" y="75"/>
                  </a:cubicBezTo>
                  <a:cubicBezTo>
                    <a:pt x="162" y="64"/>
                    <a:pt x="166" y="55"/>
                    <a:pt x="164" y="48"/>
                  </a:cubicBezTo>
                  <a:cubicBezTo>
                    <a:pt x="160" y="40"/>
                    <a:pt x="147" y="34"/>
                    <a:pt x="127" y="33"/>
                  </a:cubicBezTo>
                  <a:cubicBezTo>
                    <a:pt x="115" y="32"/>
                    <a:pt x="100" y="28"/>
                    <a:pt x="84" y="23"/>
                  </a:cubicBezTo>
                  <a:cubicBezTo>
                    <a:pt x="64" y="18"/>
                    <a:pt x="43" y="12"/>
                    <a:pt x="28" y="1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25"/>
            <p:cNvSpPr/>
            <p:nvPr/>
          </p:nvSpPr>
          <p:spPr>
            <a:xfrm>
              <a:off x="5994274" y="1780164"/>
              <a:ext cx="1469116" cy="902919"/>
            </a:xfrm>
            <a:custGeom>
              <a:rect b="b" l="l" r="r" t="t"/>
              <a:pathLst>
                <a:path extrusionOk="0" h="965" w="1570">
                  <a:moveTo>
                    <a:pt x="1212" y="954"/>
                  </a:moveTo>
                  <a:cubicBezTo>
                    <a:pt x="1180" y="954"/>
                    <a:pt x="1151" y="949"/>
                    <a:pt x="1132" y="938"/>
                  </a:cubicBezTo>
                  <a:cubicBezTo>
                    <a:pt x="1074" y="903"/>
                    <a:pt x="890" y="923"/>
                    <a:pt x="829" y="930"/>
                  </a:cubicBezTo>
                  <a:cubicBezTo>
                    <a:pt x="733" y="941"/>
                    <a:pt x="607" y="893"/>
                    <a:pt x="550" y="841"/>
                  </a:cubicBezTo>
                  <a:cubicBezTo>
                    <a:pt x="494" y="791"/>
                    <a:pt x="435" y="789"/>
                    <a:pt x="317" y="789"/>
                  </a:cubicBezTo>
                  <a:cubicBezTo>
                    <a:pt x="250" y="789"/>
                    <a:pt x="205" y="752"/>
                    <a:pt x="179" y="721"/>
                  </a:cubicBezTo>
                  <a:cubicBezTo>
                    <a:pt x="145" y="681"/>
                    <a:pt x="131" y="635"/>
                    <a:pt x="128" y="608"/>
                  </a:cubicBezTo>
                  <a:cubicBezTo>
                    <a:pt x="123" y="550"/>
                    <a:pt x="57" y="455"/>
                    <a:pt x="25" y="420"/>
                  </a:cubicBezTo>
                  <a:cubicBezTo>
                    <a:pt x="0" y="393"/>
                    <a:pt x="26" y="354"/>
                    <a:pt x="55" y="309"/>
                  </a:cubicBezTo>
                  <a:cubicBezTo>
                    <a:pt x="62" y="299"/>
                    <a:pt x="69" y="289"/>
                    <a:pt x="75" y="279"/>
                  </a:cubicBezTo>
                  <a:cubicBezTo>
                    <a:pt x="109" y="225"/>
                    <a:pt x="143" y="139"/>
                    <a:pt x="144" y="135"/>
                  </a:cubicBezTo>
                  <a:cubicBezTo>
                    <a:pt x="146" y="128"/>
                    <a:pt x="148" y="121"/>
                    <a:pt x="149" y="113"/>
                  </a:cubicBezTo>
                  <a:cubicBezTo>
                    <a:pt x="157" y="75"/>
                    <a:pt x="166" y="35"/>
                    <a:pt x="204" y="19"/>
                  </a:cubicBezTo>
                  <a:cubicBezTo>
                    <a:pt x="252" y="0"/>
                    <a:pt x="601" y="4"/>
                    <a:pt x="694" y="30"/>
                  </a:cubicBezTo>
                  <a:cubicBezTo>
                    <a:pt x="769" y="51"/>
                    <a:pt x="1004" y="97"/>
                    <a:pt x="1130" y="121"/>
                  </a:cubicBezTo>
                  <a:cubicBezTo>
                    <a:pt x="1161" y="127"/>
                    <a:pt x="1184" y="131"/>
                    <a:pt x="1197" y="134"/>
                  </a:cubicBezTo>
                  <a:cubicBezTo>
                    <a:pt x="1266" y="148"/>
                    <a:pt x="1493" y="261"/>
                    <a:pt x="1537" y="317"/>
                  </a:cubicBezTo>
                  <a:cubicBezTo>
                    <a:pt x="1570" y="359"/>
                    <a:pt x="1560" y="383"/>
                    <a:pt x="1546" y="415"/>
                  </a:cubicBezTo>
                  <a:cubicBezTo>
                    <a:pt x="1541" y="429"/>
                    <a:pt x="1534" y="443"/>
                    <a:pt x="1530" y="462"/>
                  </a:cubicBezTo>
                  <a:cubicBezTo>
                    <a:pt x="1522" y="493"/>
                    <a:pt x="1515" y="536"/>
                    <a:pt x="1507" y="581"/>
                  </a:cubicBezTo>
                  <a:cubicBezTo>
                    <a:pt x="1499" y="627"/>
                    <a:pt x="1491" y="676"/>
                    <a:pt x="1482" y="715"/>
                  </a:cubicBezTo>
                  <a:cubicBezTo>
                    <a:pt x="1463" y="792"/>
                    <a:pt x="1410" y="881"/>
                    <a:pt x="1361" y="916"/>
                  </a:cubicBezTo>
                  <a:cubicBezTo>
                    <a:pt x="1329" y="939"/>
                    <a:pt x="1267" y="954"/>
                    <a:pt x="1212" y="954"/>
                  </a:cubicBezTo>
                  <a:close/>
                  <a:moveTo>
                    <a:pt x="1008" y="914"/>
                  </a:moveTo>
                  <a:cubicBezTo>
                    <a:pt x="1070" y="914"/>
                    <a:pt x="1112" y="921"/>
                    <a:pt x="1134" y="934"/>
                  </a:cubicBezTo>
                  <a:cubicBezTo>
                    <a:pt x="1186" y="965"/>
                    <a:pt x="1310" y="948"/>
                    <a:pt x="1359" y="913"/>
                  </a:cubicBezTo>
                  <a:cubicBezTo>
                    <a:pt x="1407" y="878"/>
                    <a:pt x="1459" y="791"/>
                    <a:pt x="1478" y="714"/>
                  </a:cubicBezTo>
                  <a:cubicBezTo>
                    <a:pt x="1487" y="675"/>
                    <a:pt x="1495" y="626"/>
                    <a:pt x="1503" y="580"/>
                  </a:cubicBezTo>
                  <a:cubicBezTo>
                    <a:pt x="1511" y="535"/>
                    <a:pt x="1518" y="492"/>
                    <a:pt x="1526" y="461"/>
                  </a:cubicBezTo>
                  <a:cubicBezTo>
                    <a:pt x="1530" y="442"/>
                    <a:pt x="1537" y="427"/>
                    <a:pt x="1542" y="414"/>
                  </a:cubicBezTo>
                  <a:cubicBezTo>
                    <a:pt x="1556" y="381"/>
                    <a:pt x="1566" y="360"/>
                    <a:pt x="1534" y="320"/>
                  </a:cubicBezTo>
                  <a:cubicBezTo>
                    <a:pt x="1490" y="264"/>
                    <a:pt x="1265" y="152"/>
                    <a:pt x="1197" y="138"/>
                  </a:cubicBezTo>
                  <a:cubicBezTo>
                    <a:pt x="1184" y="135"/>
                    <a:pt x="1160" y="131"/>
                    <a:pt x="1130" y="125"/>
                  </a:cubicBezTo>
                  <a:cubicBezTo>
                    <a:pt x="1003" y="101"/>
                    <a:pt x="768" y="55"/>
                    <a:pt x="692" y="34"/>
                  </a:cubicBezTo>
                  <a:cubicBezTo>
                    <a:pt x="600" y="7"/>
                    <a:pt x="253" y="4"/>
                    <a:pt x="206" y="23"/>
                  </a:cubicBezTo>
                  <a:cubicBezTo>
                    <a:pt x="169" y="38"/>
                    <a:pt x="161" y="77"/>
                    <a:pt x="153" y="114"/>
                  </a:cubicBezTo>
                  <a:cubicBezTo>
                    <a:pt x="152" y="121"/>
                    <a:pt x="150" y="129"/>
                    <a:pt x="148" y="136"/>
                  </a:cubicBezTo>
                  <a:cubicBezTo>
                    <a:pt x="148" y="137"/>
                    <a:pt x="148" y="137"/>
                    <a:pt x="148" y="137"/>
                  </a:cubicBezTo>
                  <a:cubicBezTo>
                    <a:pt x="148" y="137"/>
                    <a:pt x="113" y="225"/>
                    <a:pt x="79" y="281"/>
                  </a:cubicBezTo>
                  <a:cubicBezTo>
                    <a:pt x="72" y="291"/>
                    <a:pt x="65" y="302"/>
                    <a:pt x="59" y="312"/>
                  </a:cubicBezTo>
                  <a:cubicBezTo>
                    <a:pt x="30" y="355"/>
                    <a:pt x="5" y="392"/>
                    <a:pt x="28" y="417"/>
                  </a:cubicBezTo>
                  <a:cubicBezTo>
                    <a:pt x="54" y="445"/>
                    <a:pt x="127" y="543"/>
                    <a:pt x="132" y="608"/>
                  </a:cubicBezTo>
                  <a:cubicBezTo>
                    <a:pt x="138" y="667"/>
                    <a:pt x="199" y="785"/>
                    <a:pt x="317" y="785"/>
                  </a:cubicBezTo>
                  <a:cubicBezTo>
                    <a:pt x="436" y="785"/>
                    <a:pt x="496" y="787"/>
                    <a:pt x="553" y="838"/>
                  </a:cubicBezTo>
                  <a:cubicBezTo>
                    <a:pt x="609" y="889"/>
                    <a:pt x="733" y="936"/>
                    <a:pt x="829" y="926"/>
                  </a:cubicBezTo>
                  <a:cubicBezTo>
                    <a:pt x="901" y="918"/>
                    <a:pt x="960" y="914"/>
                    <a:pt x="1008" y="9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25"/>
            <p:cNvSpPr/>
            <p:nvPr/>
          </p:nvSpPr>
          <p:spPr>
            <a:xfrm>
              <a:off x="5372670" y="1971973"/>
              <a:ext cx="179733" cy="551270"/>
            </a:xfrm>
            <a:custGeom>
              <a:rect b="b" l="l" r="r" t="t"/>
              <a:pathLst>
                <a:path extrusionOk="0" h="589" w="192">
                  <a:moveTo>
                    <a:pt x="112" y="589"/>
                  </a:moveTo>
                  <a:cubicBezTo>
                    <a:pt x="54" y="589"/>
                    <a:pt x="22" y="506"/>
                    <a:pt x="11" y="432"/>
                  </a:cubicBezTo>
                  <a:cubicBezTo>
                    <a:pt x="0" y="352"/>
                    <a:pt x="1" y="279"/>
                    <a:pt x="3" y="224"/>
                  </a:cubicBezTo>
                  <a:cubicBezTo>
                    <a:pt x="5" y="169"/>
                    <a:pt x="22" y="27"/>
                    <a:pt x="51" y="4"/>
                  </a:cubicBezTo>
                  <a:cubicBezTo>
                    <a:pt x="54" y="1"/>
                    <a:pt x="58" y="0"/>
                    <a:pt x="61" y="1"/>
                  </a:cubicBezTo>
                  <a:cubicBezTo>
                    <a:pt x="94" y="6"/>
                    <a:pt x="159" y="116"/>
                    <a:pt x="170" y="184"/>
                  </a:cubicBezTo>
                  <a:cubicBezTo>
                    <a:pt x="171" y="190"/>
                    <a:pt x="172" y="196"/>
                    <a:pt x="173" y="202"/>
                  </a:cubicBezTo>
                  <a:cubicBezTo>
                    <a:pt x="183" y="262"/>
                    <a:pt x="192" y="318"/>
                    <a:pt x="172" y="398"/>
                  </a:cubicBezTo>
                  <a:cubicBezTo>
                    <a:pt x="165" y="429"/>
                    <a:pt x="164" y="462"/>
                    <a:pt x="163" y="490"/>
                  </a:cubicBezTo>
                  <a:cubicBezTo>
                    <a:pt x="162" y="542"/>
                    <a:pt x="161" y="583"/>
                    <a:pt x="120" y="589"/>
                  </a:cubicBezTo>
                  <a:cubicBezTo>
                    <a:pt x="117" y="589"/>
                    <a:pt x="115" y="589"/>
                    <a:pt x="112" y="589"/>
                  </a:cubicBezTo>
                  <a:close/>
                  <a:moveTo>
                    <a:pt x="60" y="5"/>
                  </a:moveTo>
                  <a:cubicBezTo>
                    <a:pt x="58" y="5"/>
                    <a:pt x="56" y="6"/>
                    <a:pt x="53" y="7"/>
                  </a:cubicBezTo>
                  <a:cubicBezTo>
                    <a:pt x="28" y="28"/>
                    <a:pt x="10" y="159"/>
                    <a:pt x="7" y="224"/>
                  </a:cubicBezTo>
                  <a:cubicBezTo>
                    <a:pt x="5" y="279"/>
                    <a:pt x="4" y="352"/>
                    <a:pt x="15" y="432"/>
                  </a:cubicBezTo>
                  <a:cubicBezTo>
                    <a:pt x="26" y="510"/>
                    <a:pt x="60" y="585"/>
                    <a:pt x="112" y="585"/>
                  </a:cubicBezTo>
                  <a:cubicBezTo>
                    <a:pt x="115" y="585"/>
                    <a:pt x="117" y="585"/>
                    <a:pt x="119" y="585"/>
                  </a:cubicBezTo>
                  <a:cubicBezTo>
                    <a:pt x="157" y="580"/>
                    <a:pt x="158" y="540"/>
                    <a:pt x="159" y="490"/>
                  </a:cubicBezTo>
                  <a:cubicBezTo>
                    <a:pt x="160" y="461"/>
                    <a:pt x="161" y="429"/>
                    <a:pt x="168" y="397"/>
                  </a:cubicBezTo>
                  <a:cubicBezTo>
                    <a:pt x="188" y="318"/>
                    <a:pt x="178" y="262"/>
                    <a:pt x="169" y="203"/>
                  </a:cubicBezTo>
                  <a:cubicBezTo>
                    <a:pt x="168" y="197"/>
                    <a:pt x="167" y="191"/>
                    <a:pt x="166" y="185"/>
                  </a:cubicBezTo>
                  <a:cubicBezTo>
                    <a:pt x="155" y="119"/>
                    <a:pt x="91" y="10"/>
                    <a:pt x="61" y="5"/>
                  </a:cubicBezTo>
                  <a:cubicBezTo>
                    <a:pt x="60" y="5"/>
                    <a:pt x="60" y="5"/>
                    <a:pt x="60" y="5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25"/>
            <p:cNvSpPr/>
            <p:nvPr/>
          </p:nvSpPr>
          <p:spPr>
            <a:xfrm>
              <a:off x="5965858" y="3161183"/>
              <a:ext cx="86669" cy="150605"/>
            </a:xfrm>
            <a:custGeom>
              <a:rect b="b" l="l" r="r" t="t"/>
              <a:pathLst>
                <a:path extrusionOk="0" h="161" w="92">
                  <a:moveTo>
                    <a:pt x="23" y="161"/>
                  </a:moveTo>
                  <a:cubicBezTo>
                    <a:pt x="19" y="161"/>
                    <a:pt x="16" y="160"/>
                    <a:pt x="13" y="158"/>
                  </a:cubicBezTo>
                  <a:cubicBezTo>
                    <a:pt x="0" y="148"/>
                    <a:pt x="5" y="115"/>
                    <a:pt x="8" y="101"/>
                  </a:cubicBezTo>
                  <a:cubicBezTo>
                    <a:pt x="10" y="88"/>
                    <a:pt x="10" y="73"/>
                    <a:pt x="9" y="59"/>
                  </a:cubicBezTo>
                  <a:cubicBezTo>
                    <a:pt x="9" y="37"/>
                    <a:pt x="8" y="16"/>
                    <a:pt x="20" y="7"/>
                  </a:cubicBezTo>
                  <a:cubicBezTo>
                    <a:pt x="29" y="0"/>
                    <a:pt x="48" y="1"/>
                    <a:pt x="64" y="10"/>
                  </a:cubicBezTo>
                  <a:cubicBezTo>
                    <a:pt x="82" y="19"/>
                    <a:pt x="92" y="35"/>
                    <a:pt x="91" y="52"/>
                  </a:cubicBezTo>
                  <a:cubicBezTo>
                    <a:pt x="89" y="86"/>
                    <a:pt x="67" y="144"/>
                    <a:pt x="35" y="158"/>
                  </a:cubicBezTo>
                  <a:cubicBezTo>
                    <a:pt x="31" y="160"/>
                    <a:pt x="27" y="161"/>
                    <a:pt x="23" y="161"/>
                  </a:cubicBezTo>
                  <a:close/>
                  <a:moveTo>
                    <a:pt x="36" y="6"/>
                  </a:moveTo>
                  <a:cubicBezTo>
                    <a:pt x="31" y="6"/>
                    <a:pt x="26" y="7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12" y="18"/>
                    <a:pt x="13" y="38"/>
                    <a:pt x="13" y="59"/>
                  </a:cubicBezTo>
                  <a:cubicBezTo>
                    <a:pt x="14" y="73"/>
                    <a:pt x="14" y="88"/>
                    <a:pt x="12" y="102"/>
                  </a:cubicBezTo>
                  <a:cubicBezTo>
                    <a:pt x="6" y="129"/>
                    <a:pt x="8" y="149"/>
                    <a:pt x="16" y="155"/>
                  </a:cubicBezTo>
                  <a:cubicBezTo>
                    <a:pt x="20" y="158"/>
                    <a:pt x="26" y="158"/>
                    <a:pt x="34" y="155"/>
                  </a:cubicBezTo>
                  <a:cubicBezTo>
                    <a:pt x="62" y="142"/>
                    <a:pt x="85" y="90"/>
                    <a:pt x="87" y="52"/>
                  </a:cubicBezTo>
                  <a:cubicBezTo>
                    <a:pt x="88" y="37"/>
                    <a:pt x="79" y="22"/>
                    <a:pt x="62" y="13"/>
                  </a:cubicBezTo>
                  <a:cubicBezTo>
                    <a:pt x="54" y="9"/>
                    <a:pt x="44" y="6"/>
                    <a:pt x="36" y="6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25"/>
            <p:cNvSpPr/>
            <p:nvPr/>
          </p:nvSpPr>
          <p:spPr>
            <a:xfrm>
              <a:off x="5065775" y="1744644"/>
              <a:ext cx="1535894" cy="2859358"/>
            </a:xfrm>
            <a:custGeom>
              <a:rect b="b" l="l" r="r" t="t"/>
              <a:pathLst>
                <a:path extrusionOk="0" h="3055" w="1641">
                  <a:moveTo>
                    <a:pt x="1258" y="3041"/>
                  </a:moveTo>
                  <a:cubicBezTo>
                    <a:pt x="1175" y="3041"/>
                    <a:pt x="1080" y="3023"/>
                    <a:pt x="968" y="3001"/>
                  </a:cubicBezTo>
                  <a:cubicBezTo>
                    <a:pt x="901" y="2988"/>
                    <a:pt x="831" y="2974"/>
                    <a:pt x="754" y="2963"/>
                  </a:cubicBezTo>
                  <a:cubicBezTo>
                    <a:pt x="711" y="2956"/>
                    <a:pt x="666" y="2951"/>
                    <a:pt x="622" y="2945"/>
                  </a:cubicBezTo>
                  <a:cubicBezTo>
                    <a:pt x="393" y="2918"/>
                    <a:pt x="176" y="2892"/>
                    <a:pt x="131" y="2708"/>
                  </a:cubicBezTo>
                  <a:cubicBezTo>
                    <a:pt x="79" y="2492"/>
                    <a:pt x="29" y="1772"/>
                    <a:pt x="78" y="1584"/>
                  </a:cubicBezTo>
                  <a:cubicBezTo>
                    <a:pt x="123" y="1409"/>
                    <a:pt x="135" y="1126"/>
                    <a:pt x="104" y="940"/>
                  </a:cubicBezTo>
                  <a:cubicBezTo>
                    <a:pt x="102" y="922"/>
                    <a:pt x="98" y="902"/>
                    <a:pt x="94" y="881"/>
                  </a:cubicBezTo>
                  <a:cubicBezTo>
                    <a:pt x="59" y="675"/>
                    <a:pt x="0" y="331"/>
                    <a:pt x="75" y="207"/>
                  </a:cubicBezTo>
                  <a:cubicBezTo>
                    <a:pt x="114" y="145"/>
                    <a:pt x="171" y="89"/>
                    <a:pt x="238" y="51"/>
                  </a:cubicBezTo>
                  <a:cubicBezTo>
                    <a:pt x="299" y="17"/>
                    <a:pt x="363" y="0"/>
                    <a:pt x="413" y="4"/>
                  </a:cubicBezTo>
                  <a:cubicBezTo>
                    <a:pt x="526" y="13"/>
                    <a:pt x="570" y="174"/>
                    <a:pt x="572" y="181"/>
                  </a:cubicBezTo>
                  <a:cubicBezTo>
                    <a:pt x="575" y="190"/>
                    <a:pt x="627" y="389"/>
                    <a:pt x="612" y="518"/>
                  </a:cubicBezTo>
                  <a:cubicBezTo>
                    <a:pt x="598" y="645"/>
                    <a:pt x="587" y="772"/>
                    <a:pt x="623" y="818"/>
                  </a:cubicBezTo>
                  <a:cubicBezTo>
                    <a:pt x="634" y="833"/>
                    <a:pt x="663" y="857"/>
                    <a:pt x="696" y="885"/>
                  </a:cubicBezTo>
                  <a:cubicBezTo>
                    <a:pt x="769" y="948"/>
                    <a:pt x="869" y="1034"/>
                    <a:pt x="890" y="1104"/>
                  </a:cubicBezTo>
                  <a:cubicBezTo>
                    <a:pt x="918" y="1202"/>
                    <a:pt x="945" y="1295"/>
                    <a:pt x="1011" y="1313"/>
                  </a:cubicBezTo>
                  <a:cubicBezTo>
                    <a:pt x="1076" y="1332"/>
                    <a:pt x="1282" y="1423"/>
                    <a:pt x="1279" y="1502"/>
                  </a:cubicBezTo>
                  <a:cubicBezTo>
                    <a:pt x="1278" y="1539"/>
                    <a:pt x="1238" y="1591"/>
                    <a:pt x="1195" y="1646"/>
                  </a:cubicBezTo>
                  <a:cubicBezTo>
                    <a:pt x="1147" y="1707"/>
                    <a:pt x="1098" y="1771"/>
                    <a:pt x="1092" y="1825"/>
                  </a:cubicBezTo>
                  <a:cubicBezTo>
                    <a:pt x="1082" y="1925"/>
                    <a:pt x="1139" y="2073"/>
                    <a:pt x="1230" y="2121"/>
                  </a:cubicBezTo>
                  <a:cubicBezTo>
                    <a:pt x="1327" y="2173"/>
                    <a:pt x="1495" y="2273"/>
                    <a:pt x="1530" y="2365"/>
                  </a:cubicBezTo>
                  <a:cubicBezTo>
                    <a:pt x="1541" y="2395"/>
                    <a:pt x="1556" y="2426"/>
                    <a:pt x="1572" y="2459"/>
                  </a:cubicBezTo>
                  <a:cubicBezTo>
                    <a:pt x="1606" y="2528"/>
                    <a:pt x="1641" y="2599"/>
                    <a:pt x="1639" y="2665"/>
                  </a:cubicBezTo>
                  <a:cubicBezTo>
                    <a:pt x="1636" y="2761"/>
                    <a:pt x="1521" y="2981"/>
                    <a:pt x="1371" y="3026"/>
                  </a:cubicBezTo>
                  <a:cubicBezTo>
                    <a:pt x="1336" y="3037"/>
                    <a:pt x="1299" y="3041"/>
                    <a:pt x="1258" y="3041"/>
                  </a:cubicBezTo>
                  <a:close/>
                  <a:moveTo>
                    <a:pt x="399" y="7"/>
                  </a:moveTo>
                  <a:cubicBezTo>
                    <a:pt x="301" y="7"/>
                    <a:pt x="157" y="81"/>
                    <a:pt x="79" y="210"/>
                  </a:cubicBezTo>
                  <a:cubicBezTo>
                    <a:pt x="5" y="332"/>
                    <a:pt x="66" y="688"/>
                    <a:pt x="98" y="880"/>
                  </a:cubicBezTo>
                  <a:cubicBezTo>
                    <a:pt x="102" y="902"/>
                    <a:pt x="105" y="921"/>
                    <a:pt x="108" y="939"/>
                  </a:cubicBezTo>
                  <a:cubicBezTo>
                    <a:pt x="139" y="1126"/>
                    <a:pt x="127" y="1410"/>
                    <a:pt x="82" y="1585"/>
                  </a:cubicBezTo>
                  <a:cubicBezTo>
                    <a:pt x="33" y="1772"/>
                    <a:pt x="83" y="2492"/>
                    <a:pt x="135" y="2707"/>
                  </a:cubicBezTo>
                  <a:cubicBezTo>
                    <a:pt x="179" y="2888"/>
                    <a:pt x="395" y="2914"/>
                    <a:pt x="623" y="2941"/>
                  </a:cubicBezTo>
                  <a:cubicBezTo>
                    <a:pt x="666" y="2947"/>
                    <a:pt x="711" y="2952"/>
                    <a:pt x="755" y="2959"/>
                  </a:cubicBezTo>
                  <a:cubicBezTo>
                    <a:pt x="832" y="2970"/>
                    <a:pt x="901" y="2984"/>
                    <a:pt x="969" y="2997"/>
                  </a:cubicBezTo>
                  <a:cubicBezTo>
                    <a:pt x="1134" y="3029"/>
                    <a:pt x="1264" y="3055"/>
                    <a:pt x="1370" y="3023"/>
                  </a:cubicBezTo>
                  <a:cubicBezTo>
                    <a:pt x="1519" y="2977"/>
                    <a:pt x="1632" y="2760"/>
                    <a:pt x="1635" y="2664"/>
                  </a:cubicBezTo>
                  <a:cubicBezTo>
                    <a:pt x="1637" y="2600"/>
                    <a:pt x="1602" y="2529"/>
                    <a:pt x="1569" y="2461"/>
                  </a:cubicBezTo>
                  <a:cubicBezTo>
                    <a:pt x="1552" y="2428"/>
                    <a:pt x="1537" y="2397"/>
                    <a:pt x="1526" y="2367"/>
                  </a:cubicBezTo>
                  <a:cubicBezTo>
                    <a:pt x="1492" y="2276"/>
                    <a:pt x="1325" y="2176"/>
                    <a:pt x="1228" y="2125"/>
                  </a:cubicBezTo>
                  <a:cubicBezTo>
                    <a:pt x="1136" y="2076"/>
                    <a:pt x="1078" y="1926"/>
                    <a:pt x="1088" y="1824"/>
                  </a:cubicBezTo>
                  <a:cubicBezTo>
                    <a:pt x="1094" y="1769"/>
                    <a:pt x="1144" y="1705"/>
                    <a:pt x="1192" y="1643"/>
                  </a:cubicBezTo>
                  <a:cubicBezTo>
                    <a:pt x="1234" y="1589"/>
                    <a:pt x="1274" y="1538"/>
                    <a:pt x="1275" y="1502"/>
                  </a:cubicBezTo>
                  <a:cubicBezTo>
                    <a:pt x="1278" y="1425"/>
                    <a:pt x="1075" y="1335"/>
                    <a:pt x="1010" y="1317"/>
                  </a:cubicBezTo>
                  <a:cubicBezTo>
                    <a:pt x="942" y="1298"/>
                    <a:pt x="915" y="1204"/>
                    <a:pt x="886" y="1105"/>
                  </a:cubicBezTo>
                  <a:cubicBezTo>
                    <a:pt x="866" y="1036"/>
                    <a:pt x="766" y="951"/>
                    <a:pt x="693" y="888"/>
                  </a:cubicBezTo>
                  <a:cubicBezTo>
                    <a:pt x="659" y="859"/>
                    <a:pt x="631" y="836"/>
                    <a:pt x="619" y="820"/>
                  </a:cubicBezTo>
                  <a:cubicBezTo>
                    <a:pt x="583" y="773"/>
                    <a:pt x="594" y="645"/>
                    <a:pt x="608" y="518"/>
                  </a:cubicBezTo>
                  <a:cubicBezTo>
                    <a:pt x="623" y="389"/>
                    <a:pt x="571" y="191"/>
                    <a:pt x="568" y="182"/>
                  </a:cubicBezTo>
                  <a:cubicBezTo>
                    <a:pt x="567" y="176"/>
                    <a:pt x="523" y="17"/>
                    <a:pt x="413" y="8"/>
                  </a:cubicBezTo>
                  <a:cubicBezTo>
                    <a:pt x="408" y="7"/>
                    <a:pt x="403" y="7"/>
                    <a:pt x="399" y="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25"/>
            <p:cNvSpPr/>
            <p:nvPr/>
          </p:nvSpPr>
          <p:spPr>
            <a:xfrm>
              <a:off x="5425240" y="2827295"/>
              <a:ext cx="469577" cy="1121011"/>
            </a:xfrm>
            <a:custGeom>
              <a:rect b="b" l="l" r="r" t="t"/>
              <a:pathLst>
                <a:path extrusionOk="0" h="1198" w="502">
                  <a:moveTo>
                    <a:pt x="113" y="1191"/>
                  </a:moveTo>
                  <a:cubicBezTo>
                    <a:pt x="72" y="1191"/>
                    <a:pt x="52" y="1173"/>
                    <a:pt x="35" y="1124"/>
                  </a:cubicBezTo>
                  <a:cubicBezTo>
                    <a:pt x="12" y="1056"/>
                    <a:pt x="0" y="894"/>
                    <a:pt x="3" y="817"/>
                  </a:cubicBezTo>
                  <a:cubicBezTo>
                    <a:pt x="4" y="799"/>
                    <a:pt x="5" y="775"/>
                    <a:pt x="6" y="747"/>
                  </a:cubicBezTo>
                  <a:cubicBezTo>
                    <a:pt x="10" y="658"/>
                    <a:pt x="16" y="537"/>
                    <a:pt x="14" y="478"/>
                  </a:cubicBezTo>
                  <a:cubicBezTo>
                    <a:pt x="11" y="396"/>
                    <a:pt x="21" y="237"/>
                    <a:pt x="24" y="190"/>
                  </a:cubicBezTo>
                  <a:cubicBezTo>
                    <a:pt x="30" y="109"/>
                    <a:pt x="44" y="11"/>
                    <a:pt x="77" y="4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96" y="0"/>
                    <a:pt x="125" y="11"/>
                    <a:pt x="149" y="32"/>
                  </a:cubicBezTo>
                  <a:cubicBezTo>
                    <a:pt x="179" y="57"/>
                    <a:pt x="195" y="89"/>
                    <a:pt x="194" y="121"/>
                  </a:cubicBezTo>
                  <a:cubicBezTo>
                    <a:pt x="192" y="171"/>
                    <a:pt x="193" y="294"/>
                    <a:pt x="241" y="354"/>
                  </a:cubicBezTo>
                  <a:cubicBezTo>
                    <a:pt x="260" y="377"/>
                    <a:pt x="285" y="396"/>
                    <a:pt x="310" y="413"/>
                  </a:cubicBezTo>
                  <a:cubicBezTo>
                    <a:pt x="345" y="439"/>
                    <a:pt x="378" y="463"/>
                    <a:pt x="386" y="496"/>
                  </a:cubicBezTo>
                  <a:cubicBezTo>
                    <a:pt x="398" y="546"/>
                    <a:pt x="427" y="740"/>
                    <a:pt x="404" y="804"/>
                  </a:cubicBezTo>
                  <a:cubicBezTo>
                    <a:pt x="383" y="866"/>
                    <a:pt x="409" y="922"/>
                    <a:pt x="439" y="973"/>
                  </a:cubicBezTo>
                  <a:cubicBezTo>
                    <a:pt x="475" y="1037"/>
                    <a:pt x="502" y="1119"/>
                    <a:pt x="468" y="1159"/>
                  </a:cubicBezTo>
                  <a:cubicBezTo>
                    <a:pt x="448" y="1183"/>
                    <a:pt x="397" y="1179"/>
                    <a:pt x="339" y="1175"/>
                  </a:cubicBezTo>
                  <a:cubicBezTo>
                    <a:pt x="291" y="1172"/>
                    <a:pt x="238" y="1169"/>
                    <a:pt x="192" y="1179"/>
                  </a:cubicBezTo>
                  <a:cubicBezTo>
                    <a:pt x="159" y="1186"/>
                    <a:pt x="134" y="1191"/>
                    <a:pt x="113" y="1191"/>
                  </a:cubicBezTo>
                  <a:close/>
                  <a:moveTo>
                    <a:pt x="85" y="7"/>
                  </a:moveTo>
                  <a:cubicBezTo>
                    <a:pt x="82" y="7"/>
                    <a:pt x="80" y="8"/>
                    <a:pt x="77" y="8"/>
                  </a:cubicBezTo>
                  <a:cubicBezTo>
                    <a:pt x="54" y="13"/>
                    <a:pt x="36" y="80"/>
                    <a:pt x="28" y="190"/>
                  </a:cubicBezTo>
                  <a:cubicBezTo>
                    <a:pt x="25" y="237"/>
                    <a:pt x="15" y="396"/>
                    <a:pt x="18" y="478"/>
                  </a:cubicBezTo>
                  <a:cubicBezTo>
                    <a:pt x="20" y="537"/>
                    <a:pt x="14" y="658"/>
                    <a:pt x="10" y="747"/>
                  </a:cubicBezTo>
                  <a:cubicBezTo>
                    <a:pt x="9" y="775"/>
                    <a:pt x="8" y="800"/>
                    <a:pt x="7" y="817"/>
                  </a:cubicBezTo>
                  <a:cubicBezTo>
                    <a:pt x="5" y="885"/>
                    <a:pt x="15" y="1053"/>
                    <a:pt x="39" y="1123"/>
                  </a:cubicBezTo>
                  <a:cubicBezTo>
                    <a:pt x="62" y="1189"/>
                    <a:pt x="88" y="1198"/>
                    <a:pt x="191" y="1175"/>
                  </a:cubicBezTo>
                  <a:cubicBezTo>
                    <a:pt x="237" y="1165"/>
                    <a:pt x="291" y="1168"/>
                    <a:pt x="339" y="1172"/>
                  </a:cubicBezTo>
                  <a:cubicBezTo>
                    <a:pt x="397" y="1175"/>
                    <a:pt x="446" y="1179"/>
                    <a:pt x="465" y="1157"/>
                  </a:cubicBezTo>
                  <a:cubicBezTo>
                    <a:pt x="497" y="1118"/>
                    <a:pt x="469" y="1035"/>
                    <a:pt x="435" y="975"/>
                  </a:cubicBezTo>
                  <a:cubicBezTo>
                    <a:pt x="406" y="923"/>
                    <a:pt x="378" y="867"/>
                    <a:pt x="400" y="803"/>
                  </a:cubicBezTo>
                  <a:cubicBezTo>
                    <a:pt x="422" y="742"/>
                    <a:pt x="395" y="552"/>
                    <a:pt x="382" y="497"/>
                  </a:cubicBezTo>
                  <a:cubicBezTo>
                    <a:pt x="374" y="465"/>
                    <a:pt x="342" y="442"/>
                    <a:pt x="307" y="417"/>
                  </a:cubicBezTo>
                  <a:cubicBezTo>
                    <a:pt x="283" y="399"/>
                    <a:pt x="257" y="380"/>
                    <a:pt x="238" y="357"/>
                  </a:cubicBezTo>
                  <a:cubicBezTo>
                    <a:pt x="190" y="298"/>
                    <a:pt x="187" y="184"/>
                    <a:pt x="190" y="121"/>
                  </a:cubicBezTo>
                  <a:cubicBezTo>
                    <a:pt x="191" y="90"/>
                    <a:pt x="175" y="59"/>
                    <a:pt x="147" y="35"/>
                  </a:cubicBezTo>
                  <a:cubicBezTo>
                    <a:pt x="126" y="18"/>
                    <a:pt x="103" y="7"/>
                    <a:pt x="85" y="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4" name="Google Shape;1044;p25"/>
          <p:cNvSpPr txBox="1"/>
          <p:nvPr>
            <p:ph type="ctrTitle"/>
          </p:nvPr>
        </p:nvSpPr>
        <p:spPr>
          <a:xfrm>
            <a:off x="7096500" y="4363738"/>
            <a:ext cx="2047500" cy="73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CIS 3200-01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Group 2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6"/>
          <p:cNvSpPr txBox="1"/>
          <p:nvPr>
            <p:ph idx="4294967295" type="ctrTitle"/>
          </p:nvPr>
        </p:nvSpPr>
        <p:spPr>
          <a:xfrm>
            <a:off x="1174200" y="75275"/>
            <a:ext cx="67956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Inter"/>
                <a:ea typeface="Inter"/>
                <a:cs typeface="Inter"/>
                <a:sym typeface="Inter"/>
              </a:rPr>
              <a:t>What is the World </a:t>
            </a:r>
            <a:r>
              <a:rPr lang="en" sz="2700">
                <a:latin typeface="Inter"/>
                <a:ea typeface="Inter"/>
                <a:cs typeface="Inter"/>
                <a:sym typeface="Inter"/>
              </a:rPr>
              <a:t>Weather </a:t>
            </a:r>
            <a:r>
              <a:rPr lang="en" sz="2700">
                <a:latin typeface="Inter"/>
                <a:ea typeface="Inter"/>
                <a:cs typeface="Inter"/>
                <a:sym typeface="Inter"/>
              </a:rPr>
              <a:t>Repository</a:t>
            </a:r>
            <a:r>
              <a:rPr lang="en" sz="2700">
                <a:latin typeface="Inter"/>
                <a:ea typeface="Inter"/>
                <a:cs typeface="Inter"/>
                <a:sym typeface="Inter"/>
              </a:rPr>
              <a:t>?</a:t>
            </a:r>
            <a:endParaRPr sz="27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0" name="Google Shape;1050;p26"/>
          <p:cNvSpPr txBox="1"/>
          <p:nvPr/>
        </p:nvSpPr>
        <p:spPr>
          <a:xfrm>
            <a:off x="821725" y="738763"/>
            <a:ext cx="78945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global weather dataset from Kaggle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Daily weather data for capital cities worldwide (since August 2023)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40+ features: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1" name="Google Shape;1051;p26"/>
          <p:cNvSpPr txBox="1"/>
          <p:nvPr/>
        </p:nvSpPr>
        <p:spPr>
          <a:xfrm>
            <a:off x="7339566" y="2045675"/>
            <a:ext cx="159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And more…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52" name="Google Shape;1052;p26"/>
          <p:cNvSpPr txBox="1"/>
          <p:nvPr/>
        </p:nvSpPr>
        <p:spPr>
          <a:xfrm>
            <a:off x="965425" y="3682275"/>
            <a:ext cx="73161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●"/>
            </a:pP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Reflects current conditions, not forecasts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●"/>
            </a:pP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Used to explore global weather patterns and climate trends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053" name="Google Shape;1053;p26" title="evapor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2863" y="2507375"/>
            <a:ext cx="724225" cy="7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26" title="pollution-monitori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138" y="2507375"/>
            <a:ext cx="724225" cy="7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6" title="humidity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2050" y="2507375"/>
            <a:ext cx="724225" cy="7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26" title="temperatur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6588" y="2507375"/>
            <a:ext cx="724225" cy="7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26"/>
          <p:cNvSpPr txBox="1"/>
          <p:nvPr/>
        </p:nvSpPr>
        <p:spPr>
          <a:xfrm>
            <a:off x="533350" y="2045675"/>
            <a:ext cx="175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Temperature</a:t>
            </a:r>
            <a:endParaRPr sz="2000"/>
          </a:p>
        </p:txBody>
      </p:sp>
      <p:sp>
        <p:nvSpPr>
          <p:cNvPr id="1058" name="Google Shape;1058;p26"/>
          <p:cNvSpPr txBox="1"/>
          <p:nvPr/>
        </p:nvSpPr>
        <p:spPr>
          <a:xfrm>
            <a:off x="2363974" y="2045675"/>
            <a:ext cx="125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Humidity</a:t>
            </a:r>
            <a:endParaRPr sz="2000"/>
          </a:p>
        </p:txBody>
      </p:sp>
      <p:sp>
        <p:nvSpPr>
          <p:cNvPr id="1059" name="Google Shape;1059;p26"/>
          <p:cNvSpPr txBox="1"/>
          <p:nvPr/>
        </p:nvSpPr>
        <p:spPr>
          <a:xfrm>
            <a:off x="3893548" y="2023725"/>
            <a:ext cx="15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Air quality</a:t>
            </a:r>
            <a:endParaRPr sz="2000"/>
          </a:p>
        </p:txBody>
      </p:sp>
      <p:sp>
        <p:nvSpPr>
          <p:cNvPr id="1060" name="Google Shape;1060;p26"/>
          <p:cNvSpPr txBox="1"/>
          <p:nvPr/>
        </p:nvSpPr>
        <p:spPr>
          <a:xfrm>
            <a:off x="5459625" y="2023725"/>
            <a:ext cx="175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Precipitation</a:t>
            </a:r>
            <a:endParaRPr sz="2000"/>
          </a:p>
        </p:txBody>
      </p:sp>
      <p:pic>
        <p:nvPicPr>
          <p:cNvPr id="1061" name="Google Shape;1061;p26" title="weather-app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48950" y="2507362"/>
            <a:ext cx="724225" cy="724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7"/>
          <p:cNvSpPr txBox="1"/>
          <p:nvPr>
            <p:ph idx="4294967295" type="ctrTitle"/>
          </p:nvPr>
        </p:nvSpPr>
        <p:spPr>
          <a:xfrm>
            <a:off x="3305400" y="-41825"/>
            <a:ext cx="2533200" cy="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Introduction</a:t>
            </a:r>
            <a:endParaRPr sz="3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7" name="Google Shape;1067;p27"/>
          <p:cNvSpPr txBox="1"/>
          <p:nvPr/>
        </p:nvSpPr>
        <p:spPr>
          <a:xfrm>
            <a:off x="381900" y="555050"/>
            <a:ext cx="83802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Using the World Weather Repository dataset, we explore global weather patterns to uncover:</a:t>
            </a:r>
            <a:endParaRPr sz="2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8" name="Google Shape;1068;p27"/>
          <p:cNvSpPr txBox="1"/>
          <p:nvPr/>
        </p:nvSpPr>
        <p:spPr>
          <a:xfrm>
            <a:off x="574250" y="1692950"/>
            <a:ext cx="5310300" cy="21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●"/>
            </a:pPr>
            <a:r>
              <a:rPr lang="en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Regions with higher UV intensity 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●"/>
            </a:pPr>
            <a:r>
              <a:rPr lang="en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Areas with poorer air quality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●"/>
            </a:pPr>
            <a:r>
              <a:rPr lang="en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Global d</a:t>
            </a:r>
            <a:r>
              <a:rPr lang="en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istribution of weather conditions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Char char="●"/>
            </a:pPr>
            <a:r>
              <a:rPr lang="en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Cities with the highest humidity 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69" name="Google Shape;1069;p27" title="pin.png"/>
          <p:cNvPicPr preferRelativeResize="0"/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738425" y="2037525"/>
            <a:ext cx="2746600" cy="274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27" title="humidity-sens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4600" y="2037500"/>
            <a:ext cx="626600" cy="6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27" title="uv-inde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23175" y="3141375"/>
            <a:ext cx="626600" cy="6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27" title="air-quality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1200" y="3987150"/>
            <a:ext cx="626600" cy="6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27" title="moon (3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95504" y="1363538"/>
            <a:ext cx="475651" cy="47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27" title="moon (2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73896" y="1363538"/>
            <a:ext cx="475651" cy="47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27" title="moon (1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52288" y="1363538"/>
            <a:ext cx="475651" cy="47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28"/>
          <p:cNvSpPr txBox="1"/>
          <p:nvPr>
            <p:ph idx="4294967295" type="ctrTitle"/>
          </p:nvPr>
        </p:nvSpPr>
        <p:spPr>
          <a:xfrm>
            <a:off x="2439300" y="0"/>
            <a:ext cx="42654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"/>
                <a:ea typeface="Barlow"/>
                <a:cs typeface="Barlow"/>
                <a:sym typeface="Barlow"/>
              </a:rPr>
              <a:t>Data </a:t>
            </a:r>
            <a:r>
              <a:rPr lang="en" sz="3000">
                <a:latin typeface="Barlow"/>
                <a:ea typeface="Barlow"/>
                <a:cs typeface="Barlow"/>
                <a:sym typeface="Barlow"/>
              </a:rPr>
              <a:t>Source</a:t>
            </a:r>
            <a:endParaRPr sz="30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81" name="Google Shape;1081;p28"/>
          <p:cNvSpPr txBox="1"/>
          <p:nvPr>
            <p:ph idx="8" type="subTitle"/>
          </p:nvPr>
        </p:nvSpPr>
        <p:spPr>
          <a:xfrm>
            <a:off x="194025" y="803300"/>
            <a:ext cx="9099300" cy="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Barlow"/>
              <a:buChar char="●"/>
            </a:pPr>
            <a:r>
              <a:rPr lang="en" sz="2700">
                <a:latin typeface="Inter"/>
                <a:ea typeface="Inter"/>
                <a:cs typeface="Inter"/>
                <a:sym typeface="Inter"/>
              </a:rPr>
              <a:t>Dataset name: </a:t>
            </a:r>
            <a:r>
              <a:rPr b="0" lang="en" sz="2700">
                <a:latin typeface="Inter"/>
                <a:ea typeface="Inter"/>
                <a:cs typeface="Inter"/>
                <a:sym typeface="Inter"/>
              </a:rPr>
              <a:t>Global Weather Repository (Kaggle)</a:t>
            </a:r>
            <a:endParaRPr b="0" sz="2700">
              <a:latin typeface="Inter"/>
              <a:ea typeface="Inter"/>
              <a:cs typeface="Inter"/>
              <a:sym typeface="Inter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Barlow"/>
              <a:buChar char="●"/>
            </a:pPr>
            <a:r>
              <a:rPr lang="en" sz="2700">
                <a:latin typeface="Inter"/>
                <a:ea typeface="Inter"/>
                <a:cs typeface="Inter"/>
                <a:sym typeface="Inter"/>
              </a:rPr>
              <a:t>Link: </a:t>
            </a:r>
            <a:r>
              <a:rPr b="0" lang="en" sz="27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https://www.kaggle.com/datasets/nelgiriyewithana/global-weather-repository</a:t>
            </a:r>
            <a:r>
              <a:rPr b="0" lang="en" sz="2700">
                <a:latin typeface="Inter"/>
                <a:ea typeface="Inter"/>
                <a:cs typeface="Inter"/>
                <a:sym typeface="Inter"/>
              </a:rPr>
              <a:t>  </a:t>
            </a:r>
            <a:endParaRPr b="0" sz="2700">
              <a:latin typeface="Inter"/>
              <a:ea typeface="Inter"/>
              <a:cs typeface="Inter"/>
              <a:sym typeface="Inter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Barlow"/>
              <a:buChar char="●"/>
            </a:pPr>
            <a:r>
              <a:rPr lang="en" sz="2700">
                <a:latin typeface="Inter"/>
                <a:ea typeface="Inter"/>
                <a:cs typeface="Inter"/>
                <a:sym typeface="Inter"/>
              </a:rPr>
              <a:t>Format: </a:t>
            </a:r>
            <a:r>
              <a:rPr b="0" lang="en" sz="2700">
                <a:latin typeface="Inter"/>
                <a:ea typeface="Inter"/>
                <a:cs typeface="Inter"/>
                <a:sym typeface="Inter"/>
              </a:rPr>
              <a:t>CSV (converted to </a:t>
            </a:r>
            <a:r>
              <a:rPr b="0" lang="en" sz="27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JSON</a:t>
            </a:r>
            <a:r>
              <a:rPr b="0" lang="en" sz="2700">
                <a:latin typeface="Inter"/>
                <a:ea typeface="Inter"/>
                <a:cs typeface="Inter"/>
                <a:sym typeface="Inter"/>
              </a:rPr>
              <a:t>, 30 MB)</a:t>
            </a:r>
            <a:endParaRPr b="0" sz="2700">
              <a:latin typeface="Inter"/>
              <a:ea typeface="Inter"/>
              <a:cs typeface="Inter"/>
              <a:sym typeface="Inter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Barlow"/>
              <a:buChar char="●"/>
            </a:pPr>
            <a:r>
              <a:rPr lang="en" sz="2700">
                <a:latin typeface="Inter"/>
                <a:ea typeface="Inter"/>
                <a:cs typeface="Inter"/>
                <a:sym typeface="Inter"/>
              </a:rPr>
              <a:t>Key fields (41 total columns): </a:t>
            </a:r>
            <a:r>
              <a:rPr b="0" lang="en" sz="2700">
                <a:latin typeface="Inter"/>
                <a:ea typeface="Inter"/>
                <a:cs typeface="Inter"/>
                <a:sym typeface="Inter"/>
              </a:rPr>
              <a:t>Country, City, Temperature, Humidity, UV Index, Air Quality, etc.</a:t>
            </a:r>
            <a:endParaRPr b="0" sz="27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9"/>
          <p:cNvSpPr txBox="1"/>
          <p:nvPr>
            <p:ph idx="4294967295" type="ctrTitle"/>
          </p:nvPr>
        </p:nvSpPr>
        <p:spPr>
          <a:xfrm>
            <a:off x="2365800" y="-34050"/>
            <a:ext cx="4412400" cy="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Platform </a:t>
            </a:r>
            <a:r>
              <a:rPr lang="en" sz="3000">
                <a:latin typeface="Inter"/>
                <a:ea typeface="Inter"/>
                <a:cs typeface="Inter"/>
                <a:sym typeface="Inter"/>
              </a:rPr>
              <a:t>Specification</a:t>
            </a:r>
            <a:endParaRPr sz="3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7" name="Google Shape;1087;p29"/>
          <p:cNvSpPr txBox="1"/>
          <p:nvPr/>
        </p:nvSpPr>
        <p:spPr>
          <a:xfrm>
            <a:off x="574763" y="789075"/>
            <a:ext cx="9189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Tool</a:t>
            </a:r>
            <a:endParaRPr b="1" sz="2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8" name="Google Shape;1088;p29"/>
          <p:cNvSpPr txBox="1"/>
          <p:nvPr/>
        </p:nvSpPr>
        <p:spPr>
          <a:xfrm>
            <a:off x="3192938" y="789075"/>
            <a:ext cx="21384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Version/Details</a:t>
            </a:r>
            <a:endParaRPr b="1" sz="2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Google Shape;1089;p29"/>
          <p:cNvSpPr txBox="1"/>
          <p:nvPr/>
        </p:nvSpPr>
        <p:spPr>
          <a:xfrm>
            <a:off x="574763" y="1212825"/>
            <a:ext cx="24111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Elasticsearch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Kibana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Git Bash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Dataset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File Format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System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0" name="Google Shape;1090;p29"/>
          <p:cNvSpPr txBox="1"/>
          <p:nvPr/>
        </p:nvSpPr>
        <p:spPr>
          <a:xfrm>
            <a:off x="3192938" y="1212825"/>
            <a:ext cx="53763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8.9.1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8.9.1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Latest Version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GlobalWeatherRepository (from Kaggle)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Weather_bulk.json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(~30 MB)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LocalHost deployment (Windows/Mac)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Windows 10/11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0"/>
          <p:cNvSpPr txBox="1"/>
          <p:nvPr>
            <p:ph idx="4294967295" type="ctrTitle"/>
          </p:nvPr>
        </p:nvSpPr>
        <p:spPr>
          <a:xfrm>
            <a:off x="2890500" y="0"/>
            <a:ext cx="3855300" cy="2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"/>
                <a:ea typeface="Barlow"/>
                <a:cs typeface="Barlow"/>
                <a:sym typeface="Barlow"/>
              </a:rPr>
              <a:t>Architecture Chart</a:t>
            </a:r>
            <a:endParaRPr sz="300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096" name="Google Shape;1096;p30" title="us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37" y="1179738"/>
            <a:ext cx="457290" cy="457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30" title="soci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0884" y="1227450"/>
            <a:ext cx="403677" cy="403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30" title="us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37" y="1677945"/>
            <a:ext cx="457290" cy="457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30" title="us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37" y="2664685"/>
            <a:ext cx="457290" cy="457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30" title="us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37" y="2176152"/>
            <a:ext cx="457290" cy="457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30" title="soci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0884" y="1712256"/>
            <a:ext cx="403677" cy="403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30" title="soci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0884" y="2215282"/>
            <a:ext cx="403677" cy="403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30" title="soci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0884" y="2718314"/>
            <a:ext cx="403677" cy="4036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4" name="Google Shape;1104;p30"/>
          <p:cNvCxnSpPr/>
          <p:nvPr/>
        </p:nvCxnSpPr>
        <p:spPr>
          <a:xfrm>
            <a:off x="690801" y="1408384"/>
            <a:ext cx="684900" cy="21000"/>
          </a:xfrm>
          <a:prstGeom prst="straightConnector1">
            <a:avLst/>
          </a:prstGeom>
          <a:noFill/>
          <a:ln cap="flat" cmpd="sng" w="5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5" name="Google Shape;1105;p30"/>
          <p:cNvCxnSpPr/>
          <p:nvPr/>
        </p:nvCxnSpPr>
        <p:spPr>
          <a:xfrm>
            <a:off x="858782" y="1406281"/>
            <a:ext cx="404400" cy="0"/>
          </a:xfrm>
          <a:prstGeom prst="straightConnector1">
            <a:avLst/>
          </a:prstGeom>
          <a:noFill/>
          <a:ln cap="flat" cmpd="sng" w="58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6" name="Google Shape;1106;p30"/>
          <p:cNvCxnSpPr/>
          <p:nvPr/>
        </p:nvCxnSpPr>
        <p:spPr>
          <a:xfrm>
            <a:off x="858782" y="1904496"/>
            <a:ext cx="404400" cy="0"/>
          </a:xfrm>
          <a:prstGeom prst="straightConnector1">
            <a:avLst/>
          </a:prstGeom>
          <a:noFill/>
          <a:ln cap="flat" cmpd="sng" w="58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7" name="Google Shape;1107;p30"/>
          <p:cNvCxnSpPr/>
          <p:nvPr/>
        </p:nvCxnSpPr>
        <p:spPr>
          <a:xfrm>
            <a:off x="858782" y="2394121"/>
            <a:ext cx="404400" cy="0"/>
          </a:xfrm>
          <a:prstGeom prst="straightConnector1">
            <a:avLst/>
          </a:prstGeom>
          <a:noFill/>
          <a:ln cap="flat" cmpd="sng" w="58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30"/>
          <p:cNvCxnSpPr/>
          <p:nvPr/>
        </p:nvCxnSpPr>
        <p:spPr>
          <a:xfrm>
            <a:off x="858782" y="2891235"/>
            <a:ext cx="404400" cy="0"/>
          </a:xfrm>
          <a:prstGeom prst="straightConnector1">
            <a:avLst/>
          </a:prstGeom>
          <a:noFill/>
          <a:ln cap="flat" cmpd="sng" w="58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9" name="Google Shape;1109;p30"/>
          <p:cNvSpPr txBox="1"/>
          <p:nvPr/>
        </p:nvSpPr>
        <p:spPr>
          <a:xfrm>
            <a:off x="949508" y="601850"/>
            <a:ext cx="1132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89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Git Bash</a:t>
            </a:r>
            <a:endParaRPr b="1" sz="1889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10" name="Google Shape;1110;p30"/>
          <p:cNvSpPr txBox="1"/>
          <p:nvPr/>
        </p:nvSpPr>
        <p:spPr>
          <a:xfrm>
            <a:off x="3570675" y="777438"/>
            <a:ext cx="1730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89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Elasticsearch </a:t>
            </a:r>
            <a:endParaRPr b="1" sz="1889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111" name="Google Shape;1111;p30"/>
          <p:cNvCxnSpPr/>
          <p:nvPr/>
        </p:nvCxnSpPr>
        <p:spPr>
          <a:xfrm>
            <a:off x="1912679" y="1257470"/>
            <a:ext cx="1335900" cy="657000"/>
          </a:xfrm>
          <a:prstGeom prst="straightConnector1">
            <a:avLst/>
          </a:prstGeom>
          <a:noFill/>
          <a:ln cap="flat" cmpd="sng" w="90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2" name="Google Shape;1112;p30"/>
          <p:cNvCxnSpPr/>
          <p:nvPr/>
        </p:nvCxnSpPr>
        <p:spPr>
          <a:xfrm flipH="1" rot="10800000">
            <a:off x="1897779" y="2834510"/>
            <a:ext cx="1518000" cy="246600"/>
          </a:xfrm>
          <a:prstGeom prst="straightConnector1">
            <a:avLst/>
          </a:prstGeom>
          <a:noFill/>
          <a:ln cap="flat" cmpd="sng" w="90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3" name="Google Shape;1113;p30"/>
          <p:cNvSpPr txBox="1"/>
          <p:nvPr/>
        </p:nvSpPr>
        <p:spPr>
          <a:xfrm>
            <a:off x="3270525" y="3122000"/>
            <a:ext cx="23307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-323994" lvl="0" marL="431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1"/>
              <a:buFont typeface="Barlow"/>
              <a:buChar char="●"/>
            </a:pPr>
            <a:r>
              <a:rPr b="1" lang="en" sz="17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Create Data View</a:t>
            </a:r>
            <a:endParaRPr b="1" sz="17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14" name="Google Shape;1114;p30"/>
          <p:cNvSpPr txBox="1"/>
          <p:nvPr/>
        </p:nvSpPr>
        <p:spPr>
          <a:xfrm>
            <a:off x="7289657" y="744031"/>
            <a:ext cx="928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89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Kibana</a:t>
            </a:r>
            <a:endParaRPr b="1" sz="1889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15" name="Google Shape;1115;p30"/>
          <p:cNvSpPr txBox="1"/>
          <p:nvPr/>
        </p:nvSpPr>
        <p:spPr>
          <a:xfrm>
            <a:off x="6468238" y="3172538"/>
            <a:ext cx="25710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-323994" lvl="0" marL="431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1"/>
              <a:buFont typeface="Barlow"/>
              <a:buChar char="●"/>
            </a:pPr>
            <a:r>
              <a:rPr b="1" lang="en" sz="17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Create Visualization Charts</a:t>
            </a:r>
            <a:endParaRPr b="1" sz="17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994" lvl="0" marL="431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1"/>
              <a:buFont typeface="Barlow"/>
              <a:buChar char="●"/>
            </a:pPr>
            <a:r>
              <a:rPr b="1" lang="en" sz="17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Create Dashboards</a:t>
            </a:r>
            <a:endParaRPr b="1" sz="17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116" name="Google Shape;1116;p30"/>
          <p:cNvCxnSpPr/>
          <p:nvPr/>
        </p:nvCxnSpPr>
        <p:spPr>
          <a:xfrm flipH="1" rot="10800000">
            <a:off x="5230775" y="2374800"/>
            <a:ext cx="1572300" cy="16500"/>
          </a:xfrm>
          <a:prstGeom prst="straightConnector1">
            <a:avLst/>
          </a:prstGeom>
          <a:noFill/>
          <a:ln cap="flat" cmpd="sng" w="90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7" name="Google Shape;1117;p30"/>
          <p:cNvSpPr txBox="1"/>
          <p:nvPr/>
        </p:nvSpPr>
        <p:spPr>
          <a:xfrm>
            <a:off x="288750" y="3172550"/>
            <a:ext cx="1623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33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Upload data files</a:t>
            </a:r>
            <a:endParaRPr b="1" sz="1433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18" name="Google Shape;1118;p30"/>
          <p:cNvSpPr txBox="1"/>
          <p:nvPr/>
        </p:nvSpPr>
        <p:spPr>
          <a:xfrm>
            <a:off x="2129374" y="2135225"/>
            <a:ext cx="11322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33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Index Data</a:t>
            </a:r>
            <a:endParaRPr b="1" sz="1433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19" name="Google Shape;1119;p30"/>
          <p:cNvSpPr txBox="1"/>
          <p:nvPr/>
        </p:nvSpPr>
        <p:spPr>
          <a:xfrm>
            <a:off x="5177641" y="1778488"/>
            <a:ext cx="17304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33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Visualize and analyze</a:t>
            </a:r>
            <a:endParaRPr b="1" sz="1433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120" name="Google Shape;112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8400" y="1486942"/>
            <a:ext cx="1550700" cy="1550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121" name="Google Shape;1121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6563" y="1429375"/>
            <a:ext cx="1550700" cy="1550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22" name="Google Shape;1122;p30"/>
          <p:cNvSpPr txBox="1"/>
          <p:nvPr/>
        </p:nvSpPr>
        <p:spPr>
          <a:xfrm>
            <a:off x="2398200" y="4709800"/>
            <a:ext cx="43476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* </a:t>
            </a: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similar process was used for Elastic Cloud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31"/>
          <p:cNvSpPr/>
          <p:nvPr/>
        </p:nvSpPr>
        <p:spPr>
          <a:xfrm rot="10800000">
            <a:off x="3121125" y="3020275"/>
            <a:ext cx="2035200" cy="12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28" name="Google Shape;1128;p31"/>
          <p:cNvSpPr/>
          <p:nvPr/>
        </p:nvSpPr>
        <p:spPr>
          <a:xfrm rot="10800000">
            <a:off x="5404450" y="3020250"/>
            <a:ext cx="1977900" cy="12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29" name="Google Shape;1129;p31"/>
          <p:cNvSpPr/>
          <p:nvPr/>
        </p:nvSpPr>
        <p:spPr>
          <a:xfrm rot="5400000">
            <a:off x="7433125" y="2213175"/>
            <a:ext cx="1921800" cy="16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130" name="Google Shape;1130;p31"/>
          <p:cNvGrpSpPr/>
          <p:nvPr/>
        </p:nvGrpSpPr>
        <p:grpSpPr>
          <a:xfrm>
            <a:off x="629122" y="-319532"/>
            <a:ext cx="1634795" cy="1902066"/>
            <a:chOff x="476872" y="-402032"/>
            <a:chExt cx="1634795" cy="1902066"/>
          </a:xfrm>
        </p:grpSpPr>
        <p:sp>
          <p:nvSpPr>
            <p:cNvPr id="1131" name="Google Shape;1131;p31"/>
            <p:cNvSpPr/>
            <p:nvPr/>
          </p:nvSpPr>
          <p:spPr>
            <a:xfrm rot="3886033">
              <a:off x="490183" y="24319"/>
              <a:ext cx="1608171" cy="1049364"/>
            </a:xfrm>
            <a:custGeom>
              <a:rect b="b" l="l" r="r" t="t"/>
              <a:pathLst>
                <a:path extrusionOk="0" h="1048" w="1607">
                  <a:moveTo>
                    <a:pt x="1183" y="1023"/>
                  </a:moveTo>
                  <a:cubicBezTo>
                    <a:pt x="1083" y="1023"/>
                    <a:pt x="996" y="1006"/>
                    <a:pt x="968" y="992"/>
                  </a:cubicBezTo>
                  <a:cubicBezTo>
                    <a:pt x="897" y="957"/>
                    <a:pt x="674" y="923"/>
                    <a:pt x="551" y="915"/>
                  </a:cubicBezTo>
                  <a:cubicBezTo>
                    <a:pt x="440" y="908"/>
                    <a:pt x="227" y="836"/>
                    <a:pt x="177" y="778"/>
                  </a:cubicBezTo>
                  <a:cubicBezTo>
                    <a:pt x="140" y="734"/>
                    <a:pt x="129" y="673"/>
                    <a:pt x="119" y="614"/>
                  </a:cubicBezTo>
                  <a:cubicBezTo>
                    <a:pt x="114" y="587"/>
                    <a:pt x="110" y="561"/>
                    <a:pt x="103" y="537"/>
                  </a:cubicBezTo>
                  <a:cubicBezTo>
                    <a:pt x="94" y="505"/>
                    <a:pt x="79" y="468"/>
                    <a:pt x="64" y="429"/>
                  </a:cubicBezTo>
                  <a:cubicBezTo>
                    <a:pt x="42" y="373"/>
                    <a:pt x="19" y="315"/>
                    <a:pt x="11" y="267"/>
                  </a:cubicBezTo>
                  <a:cubicBezTo>
                    <a:pt x="2" y="218"/>
                    <a:pt x="68" y="154"/>
                    <a:pt x="108" y="120"/>
                  </a:cubicBezTo>
                  <a:cubicBezTo>
                    <a:pt x="165" y="73"/>
                    <a:pt x="238" y="29"/>
                    <a:pt x="285" y="14"/>
                  </a:cubicBezTo>
                  <a:cubicBezTo>
                    <a:pt x="328" y="0"/>
                    <a:pt x="401" y="29"/>
                    <a:pt x="485" y="62"/>
                  </a:cubicBezTo>
                  <a:cubicBezTo>
                    <a:pt x="581" y="99"/>
                    <a:pt x="690" y="142"/>
                    <a:pt x="776" y="128"/>
                  </a:cubicBezTo>
                  <a:cubicBezTo>
                    <a:pt x="983" y="95"/>
                    <a:pt x="1272" y="57"/>
                    <a:pt x="1401" y="106"/>
                  </a:cubicBezTo>
                  <a:cubicBezTo>
                    <a:pt x="1466" y="131"/>
                    <a:pt x="1530" y="239"/>
                    <a:pt x="1566" y="390"/>
                  </a:cubicBezTo>
                  <a:cubicBezTo>
                    <a:pt x="1604" y="544"/>
                    <a:pt x="1607" y="707"/>
                    <a:pt x="1572" y="825"/>
                  </a:cubicBezTo>
                  <a:cubicBezTo>
                    <a:pt x="1552" y="894"/>
                    <a:pt x="1503" y="946"/>
                    <a:pt x="1426" y="980"/>
                  </a:cubicBezTo>
                  <a:cubicBezTo>
                    <a:pt x="1352" y="1012"/>
                    <a:pt x="1263" y="1023"/>
                    <a:pt x="1183" y="1023"/>
                  </a:cubicBezTo>
                  <a:close/>
                  <a:moveTo>
                    <a:pt x="311" y="14"/>
                  </a:moveTo>
                  <a:cubicBezTo>
                    <a:pt x="302" y="14"/>
                    <a:pt x="294" y="15"/>
                    <a:pt x="286" y="18"/>
                  </a:cubicBezTo>
                  <a:cubicBezTo>
                    <a:pt x="193" y="48"/>
                    <a:pt x="0" y="188"/>
                    <a:pt x="15" y="266"/>
                  </a:cubicBezTo>
                  <a:cubicBezTo>
                    <a:pt x="23" y="314"/>
                    <a:pt x="46" y="372"/>
                    <a:pt x="68" y="428"/>
                  </a:cubicBezTo>
                  <a:cubicBezTo>
                    <a:pt x="83" y="467"/>
                    <a:pt x="98" y="504"/>
                    <a:pt x="107" y="536"/>
                  </a:cubicBezTo>
                  <a:cubicBezTo>
                    <a:pt x="114" y="560"/>
                    <a:pt x="118" y="586"/>
                    <a:pt x="123" y="613"/>
                  </a:cubicBezTo>
                  <a:cubicBezTo>
                    <a:pt x="133" y="672"/>
                    <a:pt x="143" y="732"/>
                    <a:pt x="180" y="775"/>
                  </a:cubicBezTo>
                  <a:cubicBezTo>
                    <a:pt x="229" y="831"/>
                    <a:pt x="443" y="904"/>
                    <a:pt x="552" y="911"/>
                  </a:cubicBezTo>
                  <a:cubicBezTo>
                    <a:pt x="657" y="918"/>
                    <a:pt x="893" y="950"/>
                    <a:pt x="970" y="989"/>
                  </a:cubicBezTo>
                  <a:cubicBezTo>
                    <a:pt x="1019" y="1013"/>
                    <a:pt x="1259" y="1048"/>
                    <a:pt x="1424" y="976"/>
                  </a:cubicBezTo>
                  <a:cubicBezTo>
                    <a:pt x="1500" y="943"/>
                    <a:pt x="1549" y="892"/>
                    <a:pt x="1568" y="824"/>
                  </a:cubicBezTo>
                  <a:cubicBezTo>
                    <a:pt x="1603" y="706"/>
                    <a:pt x="1600" y="544"/>
                    <a:pt x="1562" y="391"/>
                  </a:cubicBezTo>
                  <a:cubicBezTo>
                    <a:pt x="1526" y="242"/>
                    <a:pt x="1464" y="134"/>
                    <a:pt x="1400" y="110"/>
                  </a:cubicBezTo>
                  <a:cubicBezTo>
                    <a:pt x="1272" y="62"/>
                    <a:pt x="983" y="100"/>
                    <a:pt x="777" y="132"/>
                  </a:cubicBezTo>
                  <a:cubicBezTo>
                    <a:pt x="689" y="146"/>
                    <a:pt x="580" y="103"/>
                    <a:pt x="483" y="65"/>
                  </a:cubicBezTo>
                  <a:cubicBezTo>
                    <a:pt x="415" y="38"/>
                    <a:pt x="354" y="14"/>
                    <a:pt x="311" y="14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32" name="Google Shape;1132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7384352">
              <a:off x="665801" y="98930"/>
              <a:ext cx="1249943" cy="8088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3" name="Google Shape;1133;p31"/>
          <p:cNvGrpSpPr/>
          <p:nvPr/>
        </p:nvGrpSpPr>
        <p:grpSpPr>
          <a:xfrm>
            <a:off x="6849516" y="-1087708"/>
            <a:ext cx="3856128" cy="3915584"/>
            <a:chOff x="6849516" y="-1087708"/>
            <a:chExt cx="3856128" cy="3915584"/>
          </a:xfrm>
        </p:grpSpPr>
        <p:sp>
          <p:nvSpPr>
            <p:cNvPr id="1134" name="Google Shape;1134;p31"/>
            <p:cNvSpPr/>
            <p:nvPr/>
          </p:nvSpPr>
          <p:spPr>
            <a:xfrm rot="-3664218">
              <a:off x="7309889" y="-521678"/>
              <a:ext cx="2935383" cy="2783525"/>
            </a:xfrm>
            <a:custGeom>
              <a:rect b="b" l="l" r="r" t="t"/>
              <a:pathLst>
                <a:path extrusionOk="0" h="2383" w="2514">
                  <a:moveTo>
                    <a:pt x="972" y="2383"/>
                  </a:moveTo>
                  <a:cubicBezTo>
                    <a:pt x="629" y="2383"/>
                    <a:pt x="548" y="2199"/>
                    <a:pt x="508" y="2107"/>
                  </a:cubicBezTo>
                  <a:cubicBezTo>
                    <a:pt x="503" y="2097"/>
                    <a:pt x="499" y="2088"/>
                    <a:pt x="495" y="2080"/>
                  </a:cubicBezTo>
                  <a:cubicBezTo>
                    <a:pt x="473" y="2034"/>
                    <a:pt x="508" y="1925"/>
                    <a:pt x="543" y="1819"/>
                  </a:cubicBezTo>
                  <a:cubicBezTo>
                    <a:pt x="570" y="1735"/>
                    <a:pt x="598" y="1648"/>
                    <a:pt x="595" y="1599"/>
                  </a:cubicBezTo>
                  <a:cubicBezTo>
                    <a:pt x="588" y="1490"/>
                    <a:pt x="503" y="1302"/>
                    <a:pt x="462" y="1246"/>
                  </a:cubicBezTo>
                  <a:cubicBezTo>
                    <a:pt x="433" y="1207"/>
                    <a:pt x="333" y="1181"/>
                    <a:pt x="244" y="1158"/>
                  </a:cubicBezTo>
                  <a:cubicBezTo>
                    <a:pt x="210" y="1149"/>
                    <a:pt x="178" y="1141"/>
                    <a:pt x="153" y="1133"/>
                  </a:cubicBezTo>
                  <a:cubicBezTo>
                    <a:pt x="81" y="1108"/>
                    <a:pt x="36" y="1011"/>
                    <a:pt x="15" y="835"/>
                  </a:cubicBezTo>
                  <a:cubicBezTo>
                    <a:pt x="0" y="707"/>
                    <a:pt x="271" y="585"/>
                    <a:pt x="345" y="564"/>
                  </a:cubicBezTo>
                  <a:cubicBezTo>
                    <a:pt x="420" y="543"/>
                    <a:pt x="495" y="417"/>
                    <a:pt x="495" y="315"/>
                  </a:cubicBezTo>
                  <a:cubicBezTo>
                    <a:pt x="495" y="213"/>
                    <a:pt x="504" y="124"/>
                    <a:pt x="614" y="62"/>
                  </a:cubicBezTo>
                  <a:cubicBezTo>
                    <a:pt x="723" y="0"/>
                    <a:pt x="1064" y="9"/>
                    <a:pt x="1166" y="51"/>
                  </a:cubicBezTo>
                  <a:cubicBezTo>
                    <a:pt x="1187" y="59"/>
                    <a:pt x="1212" y="71"/>
                    <a:pt x="1242" y="84"/>
                  </a:cubicBezTo>
                  <a:cubicBezTo>
                    <a:pt x="1362" y="139"/>
                    <a:pt x="1544" y="221"/>
                    <a:pt x="1745" y="257"/>
                  </a:cubicBezTo>
                  <a:cubicBezTo>
                    <a:pt x="2031" y="309"/>
                    <a:pt x="2275" y="362"/>
                    <a:pt x="2359" y="480"/>
                  </a:cubicBezTo>
                  <a:cubicBezTo>
                    <a:pt x="2445" y="599"/>
                    <a:pt x="2494" y="1014"/>
                    <a:pt x="2504" y="1372"/>
                  </a:cubicBezTo>
                  <a:cubicBezTo>
                    <a:pt x="2514" y="1706"/>
                    <a:pt x="2493" y="2128"/>
                    <a:pt x="2404" y="2217"/>
                  </a:cubicBezTo>
                  <a:cubicBezTo>
                    <a:pt x="2283" y="2338"/>
                    <a:pt x="1858" y="2351"/>
                    <a:pt x="1447" y="2363"/>
                  </a:cubicBezTo>
                  <a:cubicBezTo>
                    <a:pt x="1304" y="2368"/>
                    <a:pt x="1169" y="2372"/>
                    <a:pt x="1051" y="2380"/>
                  </a:cubicBezTo>
                  <a:cubicBezTo>
                    <a:pt x="1023" y="2382"/>
                    <a:pt x="997" y="2383"/>
                    <a:pt x="972" y="2383"/>
                  </a:cubicBezTo>
                  <a:close/>
                  <a:moveTo>
                    <a:pt x="896" y="21"/>
                  </a:moveTo>
                  <a:cubicBezTo>
                    <a:pt x="784" y="21"/>
                    <a:pt x="671" y="35"/>
                    <a:pt x="616" y="66"/>
                  </a:cubicBezTo>
                  <a:cubicBezTo>
                    <a:pt x="508" y="127"/>
                    <a:pt x="499" y="211"/>
                    <a:pt x="499" y="315"/>
                  </a:cubicBezTo>
                  <a:cubicBezTo>
                    <a:pt x="499" y="418"/>
                    <a:pt x="422" y="546"/>
                    <a:pt x="347" y="568"/>
                  </a:cubicBezTo>
                  <a:cubicBezTo>
                    <a:pt x="273" y="589"/>
                    <a:pt x="5" y="709"/>
                    <a:pt x="19" y="835"/>
                  </a:cubicBezTo>
                  <a:cubicBezTo>
                    <a:pt x="40" y="1009"/>
                    <a:pt x="84" y="1105"/>
                    <a:pt x="155" y="1129"/>
                  </a:cubicBezTo>
                  <a:cubicBezTo>
                    <a:pt x="179" y="1137"/>
                    <a:pt x="211" y="1145"/>
                    <a:pt x="245" y="1154"/>
                  </a:cubicBezTo>
                  <a:cubicBezTo>
                    <a:pt x="334" y="1177"/>
                    <a:pt x="436" y="1203"/>
                    <a:pt x="466" y="1244"/>
                  </a:cubicBezTo>
                  <a:cubicBezTo>
                    <a:pt x="507" y="1300"/>
                    <a:pt x="592" y="1489"/>
                    <a:pt x="599" y="1599"/>
                  </a:cubicBezTo>
                  <a:cubicBezTo>
                    <a:pt x="602" y="1649"/>
                    <a:pt x="575" y="1732"/>
                    <a:pt x="547" y="1820"/>
                  </a:cubicBezTo>
                  <a:cubicBezTo>
                    <a:pt x="512" y="1925"/>
                    <a:pt x="477" y="2034"/>
                    <a:pt x="499" y="2078"/>
                  </a:cubicBezTo>
                  <a:cubicBezTo>
                    <a:pt x="503" y="2086"/>
                    <a:pt x="507" y="2095"/>
                    <a:pt x="511" y="2105"/>
                  </a:cubicBezTo>
                  <a:cubicBezTo>
                    <a:pt x="551" y="2196"/>
                    <a:pt x="632" y="2379"/>
                    <a:pt x="973" y="2379"/>
                  </a:cubicBezTo>
                  <a:cubicBezTo>
                    <a:pt x="997" y="2379"/>
                    <a:pt x="1023" y="2378"/>
                    <a:pt x="1051" y="2376"/>
                  </a:cubicBezTo>
                  <a:cubicBezTo>
                    <a:pt x="1168" y="2368"/>
                    <a:pt x="1304" y="2363"/>
                    <a:pt x="1447" y="2359"/>
                  </a:cubicBezTo>
                  <a:cubicBezTo>
                    <a:pt x="1838" y="2347"/>
                    <a:pt x="2281" y="2334"/>
                    <a:pt x="2401" y="2214"/>
                  </a:cubicBezTo>
                  <a:cubicBezTo>
                    <a:pt x="2489" y="2126"/>
                    <a:pt x="2509" y="1706"/>
                    <a:pt x="2500" y="1373"/>
                  </a:cubicBezTo>
                  <a:cubicBezTo>
                    <a:pt x="2490" y="1015"/>
                    <a:pt x="2441" y="601"/>
                    <a:pt x="2356" y="482"/>
                  </a:cubicBezTo>
                  <a:cubicBezTo>
                    <a:pt x="2272" y="365"/>
                    <a:pt x="2030" y="313"/>
                    <a:pt x="1745" y="261"/>
                  </a:cubicBezTo>
                  <a:cubicBezTo>
                    <a:pt x="1542" y="225"/>
                    <a:pt x="1361" y="142"/>
                    <a:pt x="1241" y="88"/>
                  </a:cubicBezTo>
                  <a:cubicBezTo>
                    <a:pt x="1211" y="75"/>
                    <a:pt x="1185" y="63"/>
                    <a:pt x="1165" y="55"/>
                  </a:cubicBezTo>
                  <a:cubicBezTo>
                    <a:pt x="1114" y="34"/>
                    <a:pt x="1006" y="21"/>
                    <a:pt x="896" y="21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31"/>
            <p:cNvSpPr/>
            <p:nvPr/>
          </p:nvSpPr>
          <p:spPr>
            <a:xfrm rot="-3664212">
              <a:off x="7384698" y="-339178"/>
              <a:ext cx="2679809" cy="2414979"/>
            </a:xfrm>
            <a:custGeom>
              <a:rect b="b" l="l" r="r" t="t"/>
              <a:pathLst>
                <a:path extrusionOk="0" h="2067" w="2295">
                  <a:moveTo>
                    <a:pt x="1081" y="2064"/>
                  </a:moveTo>
                  <a:cubicBezTo>
                    <a:pt x="956" y="2064"/>
                    <a:pt x="786" y="2054"/>
                    <a:pt x="739" y="2004"/>
                  </a:cubicBezTo>
                  <a:cubicBezTo>
                    <a:pt x="629" y="1886"/>
                    <a:pt x="695" y="1604"/>
                    <a:pt x="709" y="1548"/>
                  </a:cubicBezTo>
                  <a:cubicBezTo>
                    <a:pt x="734" y="1451"/>
                    <a:pt x="645" y="1301"/>
                    <a:pt x="581" y="1192"/>
                  </a:cubicBezTo>
                  <a:cubicBezTo>
                    <a:pt x="570" y="1174"/>
                    <a:pt x="559" y="1156"/>
                    <a:pt x="550" y="1140"/>
                  </a:cubicBezTo>
                  <a:cubicBezTo>
                    <a:pt x="489" y="1032"/>
                    <a:pt x="290" y="979"/>
                    <a:pt x="179" y="971"/>
                  </a:cubicBezTo>
                  <a:cubicBezTo>
                    <a:pt x="132" y="968"/>
                    <a:pt x="86" y="940"/>
                    <a:pt x="53" y="894"/>
                  </a:cubicBezTo>
                  <a:cubicBezTo>
                    <a:pt x="14" y="840"/>
                    <a:pt x="0" y="773"/>
                    <a:pt x="15" y="714"/>
                  </a:cubicBezTo>
                  <a:cubicBezTo>
                    <a:pt x="40" y="612"/>
                    <a:pt x="264" y="560"/>
                    <a:pt x="398" y="528"/>
                  </a:cubicBezTo>
                  <a:cubicBezTo>
                    <a:pt x="422" y="522"/>
                    <a:pt x="443" y="518"/>
                    <a:pt x="459" y="513"/>
                  </a:cubicBezTo>
                  <a:cubicBezTo>
                    <a:pt x="554" y="488"/>
                    <a:pt x="547" y="352"/>
                    <a:pt x="541" y="243"/>
                  </a:cubicBezTo>
                  <a:cubicBezTo>
                    <a:pt x="540" y="226"/>
                    <a:pt x="540" y="209"/>
                    <a:pt x="539" y="194"/>
                  </a:cubicBezTo>
                  <a:cubicBezTo>
                    <a:pt x="535" y="76"/>
                    <a:pt x="747" y="31"/>
                    <a:pt x="751" y="30"/>
                  </a:cubicBezTo>
                  <a:cubicBezTo>
                    <a:pt x="861" y="0"/>
                    <a:pt x="1036" y="135"/>
                    <a:pt x="1104" y="219"/>
                  </a:cubicBezTo>
                  <a:cubicBezTo>
                    <a:pt x="1167" y="297"/>
                    <a:pt x="1406" y="324"/>
                    <a:pt x="1626" y="277"/>
                  </a:cubicBezTo>
                  <a:cubicBezTo>
                    <a:pt x="1846" y="230"/>
                    <a:pt x="2116" y="440"/>
                    <a:pt x="2167" y="562"/>
                  </a:cubicBezTo>
                  <a:cubicBezTo>
                    <a:pt x="2217" y="682"/>
                    <a:pt x="2218" y="949"/>
                    <a:pt x="2197" y="1080"/>
                  </a:cubicBezTo>
                  <a:cubicBezTo>
                    <a:pt x="2186" y="1150"/>
                    <a:pt x="2214" y="1273"/>
                    <a:pt x="2241" y="1392"/>
                  </a:cubicBezTo>
                  <a:cubicBezTo>
                    <a:pt x="2268" y="1505"/>
                    <a:pt x="2295" y="1623"/>
                    <a:pt x="2289" y="1700"/>
                  </a:cubicBezTo>
                  <a:cubicBezTo>
                    <a:pt x="2281" y="1824"/>
                    <a:pt x="1999" y="1901"/>
                    <a:pt x="1792" y="1958"/>
                  </a:cubicBezTo>
                  <a:cubicBezTo>
                    <a:pt x="1732" y="1974"/>
                    <a:pt x="1680" y="1988"/>
                    <a:pt x="1646" y="2001"/>
                  </a:cubicBezTo>
                  <a:cubicBezTo>
                    <a:pt x="1569" y="2029"/>
                    <a:pt x="1365" y="2056"/>
                    <a:pt x="1172" y="2063"/>
                  </a:cubicBezTo>
                  <a:cubicBezTo>
                    <a:pt x="1148" y="2063"/>
                    <a:pt x="1116" y="2064"/>
                    <a:pt x="1081" y="2064"/>
                  </a:cubicBezTo>
                  <a:close/>
                  <a:moveTo>
                    <a:pt x="784" y="30"/>
                  </a:moveTo>
                  <a:cubicBezTo>
                    <a:pt x="773" y="30"/>
                    <a:pt x="762" y="31"/>
                    <a:pt x="752" y="34"/>
                  </a:cubicBezTo>
                  <a:cubicBezTo>
                    <a:pt x="752" y="34"/>
                    <a:pt x="752" y="34"/>
                    <a:pt x="752" y="34"/>
                  </a:cubicBezTo>
                  <a:cubicBezTo>
                    <a:pt x="750" y="34"/>
                    <a:pt x="540" y="79"/>
                    <a:pt x="543" y="194"/>
                  </a:cubicBezTo>
                  <a:cubicBezTo>
                    <a:pt x="544" y="209"/>
                    <a:pt x="545" y="225"/>
                    <a:pt x="545" y="242"/>
                  </a:cubicBezTo>
                  <a:cubicBezTo>
                    <a:pt x="551" y="353"/>
                    <a:pt x="558" y="491"/>
                    <a:pt x="461" y="517"/>
                  </a:cubicBezTo>
                  <a:cubicBezTo>
                    <a:pt x="444" y="522"/>
                    <a:pt x="423" y="526"/>
                    <a:pt x="399" y="532"/>
                  </a:cubicBezTo>
                  <a:cubicBezTo>
                    <a:pt x="266" y="563"/>
                    <a:pt x="44" y="616"/>
                    <a:pt x="19" y="715"/>
                  </a:cubicBezTo>
                  <a:cubicBezTo>
                    <a:pt x="4" y="773"/>
                    <a:pt x="18" y="839"/>
                    <a:pt x="56" y="891"/>
                  </a:cubicBezTo>
                  <a:cubicBezTo>
                    <a:pt x="89" y="936"/>
                    <a:pt x="134" y="964"/>
                    <a:pt x="180" y="967"/>
                  </a:cubicBezTo>
                  <a:cubicBezTo>
                    <a:pt x="291" y="975"/>
                    <a:pt x="492" y="1029"/>
                    <a:pt x="554" y="1138"/>
                  </a:cubicBezTo>
                  <a:cubicBezTo>
                    <a:pt x="563" y="1154"/>
                    <a:pt x="573" y="1171"/>
                    <a:pt x="584" y="1190"/>
                  </a:cubicBezTo>
                  <a:cubicBezTo>
                    <a:pt x="649" y="1300"/>
                    <a:pt x="738" y="1451"/>
                    <a:pt x="713" y="1549"/>
                  </a:cubicBezTo>
                  <a:cubicBezTo>
                    <a:pt x="699" y="1604"/>
                    <a:pt x="634" y="1885"/>
                    <a:pt x="742" y="2001"/>
                  </a:cubicBezTo>
                  <a:cubicBezTo>
                    <a:pt x="783" y="2046"/>
                    <a:pt x="940" y="2067"/>
                    <a:pt x="1172" y="2058"/>
                  </a:cubicBezTo>
                  <a:cubicBezTo>
                    <a:pt x="1364" y="2052"/>
                    <a:pt x="1567" y="2025"/>
                    <a:pt x="1644" y="1997"/>
                  </a:cubicBezTo>
                  <a:cubicBezTo>
                    <a:pt x="1679" y="1984"/>
                    <a:pt x="1731" y="1970"/>
                    <a:pt x="1791" y="1954"/>
                  </a:cubicBezTo>
                  <a:cubicBezTo>
                    <a:pt x="1985" y="1901"/>
                    <a:pt x="2277" y="1821"/>
                    <a:pt x="2285" y="1700"/>
                  </a:cubicBezTo>
                  <a:cubicBezTo>
                    <a:pt x="2291" y="1623"/>
                    <a:pt x="2263" y="1506"/>
                    <a:pt x="2237" y="1393"/>
                  </a:cubicBezTo>
                  <a:cubicBezTo>
                    <a:pt x="2209" y="1268"/>
                    <a:pt x="2181" y="1150"/>
                    <a:pt x="2193" y="1080"/>
                  </a:cubicBezTo>
                  <a:cubicBezTo>
                    <a:pt x="2214" y="952"/>
                    <a:pt x="2213" y="681"/>
                    <a:pt x="2164" y="564"/>
                  </a:cubicBezTo>
                  <a:cubicBezTo>
                    <a:pt x="2138" y="503"/>
                    <a:pt x="2055" y="420"/>
                    <a:pt x="1961" y="362"/>
                  </a:cubicBezTo>
                  <a:cubicBezTo>
                    <a:pt x="1893" y="320"/>
                    <a:pt x="1760" y="253"/>
                    <a:pt x="1627" y="281"/>
                  </a:cubicBezTo>
                  <a:cubicBezTo>
                    <a:pt x="1406" y="328"/>
                    <a:pt x="1165" y="301"/>
                    <a:pt x="1101" y="221"/>
                  </a:cubicBezTo>
                  <a:cubicBezTo>
                    <a:pt x="1040" y="146"/>
                    <a:pt x="892" y="30"/>
                    <a:pt x="784" y="3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31"/>
            <p:cNvSpPr/>
            <p:nvPr/>
          </p:nvSpPr>
          <p:spPr>
            <a:xfrm rot="-3664210">
              <a:off x="7763104" y="1466790"/>
              <a:ext cx="429660" cy="218534"/>
            </a:xfrm>
            <a:custGeom>
              <a:rect b="b" l="l" r="r" t="t"/>
              <a:pathLst>
                <a:path extrusionOk="0" h="187" w="368">
                  <a:moveTo>
                    <a:pt x="130" y="185"/>
                  </a:moveTo>
                  <a:cubicBezTo>
                    <a:pt x="93" y="185"/>
                    <a:pt x="53" y="178"/>
                    <a:pt x="28" y="155"/>
                  </a:cubicBezTo>
                  <a:cubicBezTo>
                    <a:pt x="9" y="137"/>
                    <a:pt x="0" y="113"/>
                    <a:pt x="3" y="82"/>
                  </a:cubicBezTo>
                  <a:cubicBezTo>
                    <a:pt x="8" y="11"/>
                    <a:pt x="82" y="11"/>
                    <a:pt x="147" y="11"/>
                  </a:cubicBezTo>
                  <a:cubicBezTo>
                    <a:pt x="173" y="10"/>
                    <a:pt x="198" y="10"/>
                    <a:pt x="218" y="6"/>
                  </a:cubicBezTo>
                  <a:cubicBezTo>
                    <a:pt x="218" y="6"/>
                    <a:pt x="218" y="6"/>
                    <a:pt x="218" y="6"/>
                  </a:cubicBezTo>
                  <a:cubicBezTo>
                    <a:pt x="249" y="0"/>
                    <a:pt x="282" y="9"/>
                    <a:pt x="311" y="31"/>
                  </a:cubicBezTo>
                  <a:cubicBezTo>
                    <a:pt x="341" y="53"/>
                    <a:pt x="363" y="87"/>
                    <a:pt x="365" y="115"/>
                  </a:cubicBezTo>
                  <a:cubicBezTo>
                    <a:pt x="368" y="156"/>
                    <a:pt x="312" y="164"/>
                    <a:pt x="240" y="173"/>
                  </a:cubicBezTo>
                  <a:cubicBezTo>
                    <a:pt x="224" y="175"/>
                    <a:pt x="207" y="177"/>
                    <a:pt x="190" y="180"/>
                  </a:cubicBezTo>
                  <a:cubicBezTo>
                    <a:pt x="174" y="183"/>
                    <a:pt x="153" y="185"/>
                    <a:pt x="130" y="185"/>
                  </a:cubicBezTo>
                  <a:close/>
                  <a:moveTo>
                    <a:pt x="219" y="10"/>
                  </a:moveTo>
                  <a:cubicBezTo>
                    <a:pt x="198" y="15"/>
                    <a:pt x="173" y="15"/>
                    <a:pt x="147" y="15"/>
                  </a:cubicBezTo>
                  <a:cubicBezTo>
                    <a:pt x="81" y="15"/>
                    <a:pt x="12" y="15"/>
                    <a:pt x="7" y="82"/>
                  </a:cubicBezTo>
                  <a:cubicBezTo>
                    <a:pt x="5" y="112"/>
                    <a:pt x="12" y="135"/>
                    <a:pt x="30" y="152"/>
                  </a:cubicBezTo>
                  <a:cubicBezTo>
                    <a:pt x="60" y="179"/>
                    <a:pt x="117" y="187"/>
                    <a:pt x="189" y="176"/>
                  </a:cubicBezTo>
                  <a:cubicBezTo>
                    <a:pt x="206" y="173"/>
                    <a:pt x="223" y="171"/>
                    <a:pt x="240" y="169"/>
                  </a:cubicBezTo>
                  <a:cubicBezTo>
                    <a:pt x="309" y="160"/>
                    <a:pt x="364" y="153"/>
                    <a:pt x="361" y="116"/>
                  </a:cubicBezTo>
                  <a:cubicBezTo>
                    <a:pt x="359" y="89"/>
                    <a:pt x="337" y="56"/>
                    <a:pt x="309" y="34"/>
                  </a:cubicBezTo>
                  <a:cubicBezTo>
                    <a:pt x="281" y="13"/>
                    <a:pt x="249" y="4"/>
                    <a:pt x="219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37" name="Google Shape;1137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2403452">
              <a:off x="7618990" y="390955"/>
              <a:ext cx="676516" cy="8088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8" name="Google Shape;1138;p31"/>
          <p:cNvSpPr txBox="1"/>
          <p:nvPr>
            <p:ph idx="4294967295" type="ctrTitle"/>
          </p:nvPr>
        </p:nvSpPr>
        <p:spPr>
          <a:xfrm>
            <a:off x="2162100" y="104575"/>
            <a:ext cx="4819800" cy="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"/>
                <a:ea typeface="Barlow"/>
                <a:cs typeface="Barlow"/>
                <a:sym typeface="Barlow"/>
              </a:rPr>
              <a:t>Implementation</a:t>
            </a:r>
            <a:r>
              <a:rPr lang="en" sz="3000">
                <a:latin typeface="Barlow"/>
                <a:ea typeface="Barlow"/>
                <a:cs typeface="Barlow"/>
                <a:sym typeface="Barlow"/>
              </a:rPr>
              <a:t> Flow Chart</a:t>
            </a:r>
            <a:endParaRPr sz="30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39" name="Google Shape;1139;p31"/>
          <p:cNvSpPr/>
          <p:nvPr/>
        </p:nvSpPr>
        <p:spPr>
          <a:xfrm>
            <a:off x="1238300" y="3222350"/>
            <a:ext cx="1634700" cy="876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0" name="Google Shape;1140;p31"/>
          <p:cNvSpPr txBox="1"/>
          <p:nvPr/>
        </p:nvSpPr>
        <p:spPr>
          <a:xfrm>
            <a:off x="7848275" y="1995150"/>
            <a:ext cx="10704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Kibana Data Curation</a:t>
            </a:r>
            <a:endParaRPr b="1" sz="15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(Create DV &amp; Update)</a:t>
            </a:r>
            <a:endParaRPr b="1" sz="15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1" name="Google Shape;1141;p31"/>
          <p:cNvSpPr txBox="1"/>
          <p:nvPr/>
        </p:nvSpPr>
        <p:spPr>
          <a:xfrm>
            <a:off x="5668600" y="3328050"/>
            <a:ext cx="18387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Exploratory Data Visualization </a:t>
            </a:r>
            <a:endParaRPr b="1" sz="15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2" name="Google Shape;1142;p31"/>
          <p:cNvSpPr txBox="1"/>
          <p:nvPr/>
        </p:nvSpPr>
        <p:spPr>
          <a:xfrm>
            <a:off x="3121225" y="3328100"/>
            <a:ext cx="2035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Advanced Machine Learning </a:t>
            </a:r>
            <a:endParaRPr b="1" sz="15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3" name="Google Shape;1143;p31"/>
          <p:cNvSpPr txBox="1"/>
          <p:nvPr/>
        </p:nvSpPr>
        <p:spPr>
          <a:xfrm>
            <a:off x="1290800" y="3328100"/>
            <a:ext cx="15297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Final Analysis &amp; Reporting</a:t>
            </a:r>
            <a:endParaRPr b="1" sz="15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4" name="Google Shape;1144;p31"/>
          <p:cNvSpPr/>
          <p:nvPr/>
        </p:nvSpPr>
        <p:spPr>
          <a:xfrm>
            <a:off x="1009250" y="941475"/>
            <a:ext cx="2429700" cy="12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5" name="Google Shape;1145;p31"/>
          <p:cNvSpPr txBox="1"/>
          <p:nvPr/>
        </p:nvSpPr>
        <p:spPr>
          <a:xfrm>
            <a:off x="1009250" y="1249275"/>
            <a:ext cx="23097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Raw Dataset Acquisition (weather_bulk.json) </a:t>
            </a:r>
            <a:endParaRPr b="1" sz="15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6" name="Google Shape;1146;p31"/>
          <p:cNvSpPr/>
          <p:nvPr/>
        </p:nvSpPr>
        <p:spPr>
          <a:xfrm>
            <a:off x="3579450" y="946700"/>
            <a:ext cx="2309700" cy="12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7" name="Google Shape;1147;p31"/>
          <p:cNvSpPr txBox="1"/>
          <p:nvPr/>
        </p:nvSpPr>
        <p:spPr>
          <a:xfrm>
            <a:off x="3550350" y="1249275"/>
            <a:ext cx="2246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Index Mapping Creation</a:t>
            </a:r>
            <a:endParaRPr b="1" sz="15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(Define schema in ES)</a:t>
            </a:r>
            <a:endParaRPr b="1" sz="15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8" name="Google Shape;1148;p31"/>
          <p:cNvSpPr/>
          <p:nvPr/>
        </p:nvSpPr>
        <p:spPr>
          <a:xfrm>
            <a:off x="6027850" y="946700"/>
            <a:ext cx="2106900" cy="12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9" name="Google Shape;1149;p31"/>
          <p:cNvSpPr txBox="1"/>
          <p:nvPr/>
        </p:nvSpPr>
        <p:spPr>
          <a:xfrm>
            <a:off x="6027850" y="1254500"/>
            <a:ext cx="16785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Data Ingestion</a:t>
            </a:r>
            <a:endParaRPr b="1" sz="15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(Git Bash→</a:t>
            </a:r>
            <a:r>
              <a:rPr b="1" lang="en" sz="15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ES)</a:t>
            </a:r>
            <a:endParaRPr b="1" sz="15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4" name="Google Shape;1154;p32"/>
          <p:cNvGrpSpPr/>
          <p:nvPr/>
        </p:nvGrpSpPr>
        <p:grpSpPr>
          <a:xfrm>
            <a:off x="6597950" y="2542683"/>
            <a:ext cx="3772519" cy="3577352"/>
            <a:chOff x="6597950" y="2542683"/>
            <a:chExt cx="3772519" cy="3577352"/>
          </a:xfrm>
        </p:grpSpPr>
        <p:pic>
          <p:nvPicPr>
            <p:cNvPr id="1155" name="Google Shape;1155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74255" y="2919768"/>
              <a:ext cx="1226733" cy="80885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56" name="Google Shape;1156;p32"/>
            <p:cNvGrpSpPr/>
            <p:nvPr/>
          </p:nvGrpSpPr>
          <p:grpSpPr>
            <a:xfrm>
              <a:off x="6597950" y="2542683"/>
              <a:ext cx="3772519" cy="3577352"/>
              <a:chOff x="4902125" y="2270288"/>
              <a:chExt cx="2516187" cy="2386014"/>
            </a:xfrm>
          </p:grpSpPr>
          <p:sp>
            <p:nvSpPr>
              <p:cNvPr id="1157" name="Google Shape;1157;p32"/>
              <p:cNvSpPr/>
              <p:nvPr/>
            </p:nvSpPr>
            <p:spPr>
              <a:xfrm>
                <a:off x="4902125" y="2270288"/>
                <a:ext cx="2516187" cy="2386014"/>
              </a:xfrm>
              <a:custGeom>
                <a:rect b="b" l="l" r="r" t="t"/>
                <a:pathLst>
                  <a:path extrusionOk="0" h="2383" w="2514">
                    <a:moveTo>
                      <a:pt x="972" y="2383"/>
                    </a:moveTo>
                    <a:cubicBezTo>
                      <a:pt x="629" y="2383"/>
                      <a:pt x="548" y="2199"/>
                      <a:pt x="508" y="2107"/>
                    </a:cubicBezTo>
                    <a:cubicBezTo>
                      <a:pt x="503" y="2097"/>
                      <a:pt x="499" y="2088"/>
                      <a:pt x="495" y="2080"/>
                    </a:cubicBezTo>
                    <a:cubicBezTo>
                      <a:pt x="473" y="2034"/>
                      <a:pt x="508" y="1925"/>
                      <a:pt x="543" y="1819"/>
                    </a:cubicBezTo>
                    <a:cubicBezTo>
                      <a:pt x="570" y="1735"/>
                      <a:pt x="598" y="1648"/>
                      <a:pt x="595" y="1599"/>
                    </a:cubicBezTo>
                    <a:cubicBezTo>
                      <a:pt x="588" y="1490"/>
                      <a:pt x="503" y="1302"/>
                      <a:pt x="462" y="1246"/>
                    </a:cubicBezTo>
                    <a:cubicBezTo>
                      <a:pt x="433" y="1207"/>
                      <a:pt x="333" y="1181"/>
                      <a:pt x="244" y="1158"/>
                    </a:cubicBezTo>
                    <a:cubicBezTo>
                      <a:pt x="210" y="1149"/>
                      <a:pt x="178" y="1141"/>
                      <a:pt x="153" y="1133"/>
                    </a:cubicBezTo>
                    <a:cubicBezTo>
                      <a:pt x="81" y="1108"/>
                      <a:pt x="36" y="1011"/>
                      <a:pt x="15" y="835"/>
                    </a:cubicBezTo>
                    <a:cubicBezTo>
                      <a:pt x="0" y="707"/>
                      <a:pt x="271" y="585"/>
                      <a:pt x="345" y="564"/>
                    </a:cubicBezTo>
                    <a:cubicBezTo>
                      <a:pt x="420" y="543"/>
                      <a:pt x="495" y="417"/>
                      <a:pt x="495" y="315"/>
                    </a:cubicBezTo>
                    <a:cubicBezTo>
                      <a:pt x="495" y="213"/>
                      <a:pt x="504" y="124"/>
                      <a:pt x="614" y="62"/>
                    </a:cubicBezTo>
                    <a:cubicBezTo>
                      <a:pt x="723" y="0"/>
                      <a:pt x="1064" y="9"/>
                      <a:pt x="1166" y="51"/>
                    </a:cubicBezTo>
                    <a:cubicBezTo>
                      <a:pt x="1187" y="59"/>
                      <a:pt x="1212" y="71"/>
                      <a:pt x="1242" y="84"/>
                    </a:cubicBezTo>
                    <a:cubicBezTo>
                      <a:pt x="1362" y="139"/>
                      <a:pt x="1544" y="221"/>
                      <a:pt x="1745" y="257"/>
                    </a:cubicBezTo>
                    <a:cubicBezTo>
                      <a:pt x="2031" y="309"/>
                      <a:pt x="2275" y="362"/>
                      <a:pt x="2359" y="480"/>
                    </a:cubicBezTo>
                    <a:cubicBezTo>
                      <a:pt x="2445" y="599"/>
                      <a:pt x="2494" y="1014"/>
                      <a:pt x="2504" y="1372"/>
                    </a:cubicBezTo>
                    <a:cubicBezTo>
                      <a:pt x="2514" y="1706"/>
                      <a:pt x="2493" y="2128"/>
                      <a:pt x="2404" y="2217"/>
                    </a:cubicBezTo>
                    <a:cubicBezTo>
                      <a:pt x="2283" y="2338"/>
                      <a:pt x="1858" y="2351"/>
                      <a:pt x="1447" y="2363"/>
                    </a:cubicBezTo>
                    <a:cubicBezTo>
                      <a:pt x="1304" y="2368"/>
                      <a:pt x="1169" y="2372"/>
                      <a:pt x="1051" y="2380"/>
                    </a:cubicBezTo>
                    <a:cubicBezTo>
                      <a:pt x="1023" y="2382"/>
                      <a:pt x="997" y="2383"/>
                      <a:pt x="972" y="2383"/>
                    </a:cubicBezTo>
                    <a:close/>
                    <a:moveTo>
                      <a:pt x="896" y="21"/>
                    </a:moveTo>
                    <a:cubicBezTo>
                      <a:pt x="784" y="21"/>
                      <a:pt x="671" y="35"/>
                      <a:pt x="616" y="66"/>
                    </a:cubicBezTo>
                    <a:cubicBezTo>
                      <a:pt x="508" y="127"/>
                      <a:pt x="499" y="211"/>
                      <a:pt x="499" y="315"/>
                    </a:cubicBezTo>
                    <a:cubicBezTo>
                      <a:pt x="499" y="418"/>
                      <a:pt x="422" y="546"/>
                      <a:pt x="347" y="568"/>
                    </a:cubicBezTo>
                    <a:cubicBezTo>
                      <a:pt x="273" y="589"/>
                      <a:pt x="5" y="709"/>
                      <a:pt x="19" y="835"/>
                    </a:cubicBezTo>
                    <a:cubicBezTo>
                      <a:pt x="40" y="1009"/>
                      <a:pt x="84" y="1105"/>
                      <a:pt x="155" y="1129"/>
                    </a:cubicBezTo>
                    <a:cubicBezTo>
                      <a:pt x="179" y="1137"/>
                      <a:pt x="211" y="1145"/>
                      <a:pt x="245" y="1154"/>
                    </a:cubicBezTo>
                    <a:cubicBezTo>
                      <a:pt x="334" y="1177"/>
                      <a:pt x="436" y="1203"/>
                      <a:pt x="466" y="1244"/>
                    </a:cubicBezTo>
                    <a:cubicBezTo>
                      <a:pt x="507" y="1300"/>
                      <a:pt x="592" y="1489"/>
                      <a:pt x="599" y="1599"/>
                    </a:cubicBezTo>
                    <a:cubicBezTo>
                      <a:pt x="602" y="1649"/>
                      <a:pt x="575" y="1732"/>
                      <a:pt x="547" y="1820"/>
                    </a:cubicBezTo>
                    <a:cubicBezTo>
                      <a:pt x="512" y="1925"/>
                      <a:pt x="477" y="2034"/>
                      <a:pt x="499" y="2078"/>
                    </a:cubicBezTo>
                    <a:cubicBezTo>
                      <a:pt x="503" y="2086"/>
                      <a:pt x="507" y="2095"/>
                      <a:pt x="511" y="2105"/>
                    </a:cubicBezTo>
                    <a:cubicBezTo>
                      <a:pt x="551" y="2196"/>
                      <a:pt x="632" y="2379"/>
                      <a:pt x="973" y="2379"/>
                    </a:cubicBezTo>
                    <a:cubicBezTo>
                      <a:pt x="997" y="2379"/>
                      <a:pt x="1023" y="2378"/>
                      <a:pt x="1051" y="2376"/>
                    </a:cubicBezTo>
                    <a:cubicBezTo>
                      <a:pt x="1168" y="2368"/>
                      <a:pt x="1304" y="2363"/>
                      <a:pt x="1447" y="2359"/>
                    </a:cubicBezTo>
                    <a:cubicBezTo>
                      <a:pt x="1838" y="2347"/>
                      <a:pt x="2281" y="2334"/>
                      <a:pt x="2401" y="2214"/>
                    </a:cubicBezTo>
                    <a:cubicBezTo>
                      <a:pt x="2489" y="2126"/>
                      <a:pt x="2509" y="1706"/>
                      <a:pt x="2500" y="1373"/>
                    </a:cubicBezTo>
                    <a:cubicBezTo>
                      <a:pt x="2490" y="1015"/>
                      <a:pt x="2441" y="601"/>
                      <a:pt x="2356" y="482"/>
                    </a:cubicBezTo>
                    <a:cubicBezTo>
                      <a:pt x="2272" y="365"/>
                      <a:pt x="2030" y="313"/>
                      <a:pt x="1745" y="261"/>
                    </a:cubicBezTo>
                    <a:cubicBezTo>
                      <a:pt x="1542" y="225"/>
                      <a:pt x="1361" y="142"/>
                      <a:pt x="1241" y="88"/>
                    </a:cubicBezTo>
                    <a:cubicBezTo>
                      <a:pt x="1211" y="75"/>
                      <a:pt x="1185" y="63"/>
                      <a:pt x="1165" y="55"/>
                    </a:cubicBezTo>
                    <a:cubicBezTo>
                      <a:pt x="1114" y="34"/>
                      <a:pt x="1006" y="21"/>
                      <a:pt x="896" y="21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32"/>
              <p:cNvSpPr/>
              <p:nvPr/>
            </p:nvSpPr>
            <p:spPr>
              <a:xfrm>
                <a:off x="4991025" y="2387763"/>
                <a:ext cx="2297111" cy="2070101"/>
              </a:xfrm>
              <a:custGeom>
                <a:rect b="b" l="l" r="r" t="t"/>
                <a:pathLst>
                  <a:path extrusionOk="0" h="2067" w="2295">
                    <a:moveTo>
                      <a:pt x="1081" y="2064"/>
                    </a:moveTo>
                    <a:cubicBezTo>
                      <a:pt x="956" y="2064"/>
                      <a:pt x="786" y="2054"/>
                      <a:pt x="739" y="2004"/>
                    </a:cubicBezTo>
                    <a:cubicBezTo>
                      <a:pt x="629" y="1886"/>
                      <a:pt x="695" y="1604"/>
                      <a:pt x="709" y="1548"/>
                    </a:cubicBezTo>
                    <a:cubicBezTo>
                      <a:pt x="734" y="1451"/>
                      <a:pt x="645" y="1301"/>
                      <a:pt x="581" y="1192"/>
                    </a:cubicBezTo>
                    <a:cubicBezTo>
                      <a:pt x="570" y="1174"/>
                      <a:pt x="559" y="1156"/>
                      <a:pt x="550" y="1140"/>
                    </a:cubicBezTo>
                    <a:cubicBezTo>
                      <a:pt x="489" y="1032"/>
                      <a:pt x="290" y="979"/>
                      <a:pt x="179" y="971"/>
                    </a:cubicBezTo>
                    <a:cubicBezTo>
                      <a:pt x="132" y="968"/>
                      <a:pt x="86" y="940"/>
                      <a:pt x="53" y="894"/>
                    </a:cubicBezTo>
                    <a:cubicBezTo>
                      <a:pt x="14" y="840"/>
                      <a:pt x="0" y="773"/>
                      <a:pt x="15" y="714"/>
                    </a:cubicBezTo>
                    <a:cubicBezTo>
                      <a:pt x="40" y="612"/>
                      <a:pt x="264" y="560"/>
                      <a:pt x="398" y="528"/>
                    </a:cubicBezTo>
                    <a:cubicBezTo>
                      <a:pt x="422" y="522"/>
                      <a:pt x="443" y="518"/>
                      <a:pt x="459" y="513"/>
                    </a:cubicBezTo>
                    <a:cubicBezTo>
                      <a:pt x="554" y="488"/>
                      <a:pt x="547" y="352"/>
                      <a:pt x="541" y="243"/>
                    </a:cubicBezTo>
                    <a:cubicBezTo>
                      <a:pt x="540" y="226"/>
                      <a:pt x="540" y="209"/>
                      <a:pt x="539" y="194"/>
                    </a:cubicBezTo>
                    <a:cubicBezTo>
                      <a:pt x="535" y="76"/>
                      <a:pt x="747" y="31"/>
                      <a:pt x="751" y="30"/>
                    </a:cubicBezTo>
                    <a:cubicBezTo>
                      <a:pt x="861" y="0"/>
                      <a:pt x="1036" y="135"/>
                      <a:pt x="1104" y="219"/>
                    </a:cubicBezTo>
                    <a:cubicBezTo>
                      <a:pt x="1167" y="297"/>
                      <a:pt x="1406" y="324"/>
                      <a:pt x="1626" y="277"/>
                    </a:cubicBezTo>
                    <a:cubicBezTo>
                      <a:pt x="1846" y="230"/>
                      <a:pt x="2116" y="440"/>
                      <a:pt x="2167" y="562"/>
                    </a:cubicBezTo>
                    <a:cubicBezTo>
                      <a:pt x="2217" y="682"/>
                      <a:pt x="2218" y="949"/>
                      <a:pt x="2197" y="1080"/>
                    </a:cubicBezTo>
                    <a:cubicBezTo>
                      <a:pt x="2186" y="1150"/>
                      <a:pt x="2214" y="1273"/>
                      <a:pt x="2241" y="1392"/>
                    </a:cubicBezTo>
                    <a:cubicBezTo>
                      <a:pt x="2268" y="1505"/>
                      <a:pt x="2295" y="1623"/>
                      <a:pt x="2289" y="1700"/>
                    </a:cubicBezTo>
                    <a:cubicBezTo>
                      <a:pt x="2281" y="1824"/>
                      <a:pt x="1999" y="1901"/>
                      <a:pt x="1792" y="1958"/>
                    </a:cubicBezTo>
                    <a:cubicBezTo>
                      <a:pt x="1732" y="1974"/>
                      <a:pt x="1680" y="1988"/>
                      <a:pt x="1646" y="2001"/>
                    </a:cubicBezTo>
                    <a:cubicBezTo>
                      <a:pt x="1569" y="2029"/>
                      <a:pt x="1365" y="2056"/>
                      <a:pt x="1172" y="2063"/>
                    </a:cubicBezTo>
                    <a:cubicBezTo>
                      <a:pt x="1148" y="2063"/>
                      <a:pt x="1116" y="2064"/>
                      <a:pt x="1081" y="2064"/>
                    </a:cubicBezTo>
                    <a:close/>
                    <a:moveTo>
                      <a:pt x="784" y="30"/>
                    </a:moveTo>
                    <a:cubicBezTo>
                      <a:pt x="773" y="30"/>
                      <a:pt x="762" y="31"/>
                      <a:pt x="752" y="34"/>
                    </a:cubicBezTo>
                    <a:cubicBezTo>
                      <a:pt x="752" y="34"/>
                      <a:pt x="752" y="34"/>
                      <a:pt x="752" y="34"/>
                    </a:cubicBezTo>
                    <a:cubicBezTo>
                      <a:pt x="750" y="34"/>
                      <a:pt x="540" y="79"/>
                      <a:pt x="543" y="194"/>
                    </a:cubicBezTo>
                    <a:cubicBezTo>
                      <a:pt x="544" y="209"/>
                      <a:pt x="545" y="225"/>
                      <a:pt x="545" y="242"/>
                    </a:cubicBezTo>
                    <a:cubicBezTo>
                      <a:pt x="551" y="353"/>
                      <a:pt x="558" y="491"/>
                      <a:pt x="461" y="517"/>
                    </a:cubicBezTo>
                    <a:cubicBezTo>
                      <a:pt x="444" y="522"/>
                      <a:pt x="423" y="526"/>
                      <a:pt x="399" y="532"/>
                    </a:cubicBezTo>
                    <a:cubicBezTo>
                      <a:pt x="266" y="563"/>
                      <a:pt x="44" y="616"/>
                      <a:pt x="19" y="715"/>
                    </a:cubicBezTo>
                    <a:cubicBezTo>
                      <a:pt x="4" y="773"/>
                      <a:pt x="18" y="839"/>
                      <a:pt x="56" y="891"/>
                    </a:cubicBezTo>
                    <a:cubicBezTo>
                      <a:pt x="89" y="936"/>
                      <a:pt x="134" y="964"/>
                      <a:pt x="180" y="967"/>
                    </a:cubicBezTo>
                    <a:cubicBezTo>
                      <a:pt x="291" y="975"/>
                      <a:pt x="492" y="1029"/>
                      <a:pt x="554" y="1138"/>
                    </a:cubicBezTo>
                    <a:cubicBezTo>
                      <a:pt x="563" y="1154"/>
                      <a:pt x="573" y="1171"/>
                      <a:pt x="584" y="1190"/>
                    </a:cubicBezTo>
                    <a:cubicBezTo>
                      <a:pt x="649" y="1300"/>
                      <a:pt x="738" y="1451"/>
                      <a:pt x="713" y="1549"/>
                    </a:cubicBezTo>
                    <a:cubicBezTo>
                      <a:pt x="699" y="1604"/>
                      <a:pt x="634" y="1885"/>
                      <a:pt x="742" y="2001"/>
                    </a:cubicBezTo>
                    <a:cubicBezTo>
                      <a:pt x="783" y="2046"/>
                      <a:pt x="940" y="2067"/>
                      <a:pt x="1172" y="2058"/>
                    </a:cubicBezTo>
                    <a:cubicBezTo>
                      <a:pt x="1364" y="2052"/>
                      <a:pt x="1567" y="2025"/>
                      <a:pt x="1644" y="1997"/>
                    </a:cubicBezTo>
                    <a:cubicBezTo>
                      <a:pt x="1679" y="1984"/>
                      <a:pt x="1731" y="1970"/>
                      <a:pt x="1791" y="1954"/>
                    </a:cubicBezTo>
                    <a:cubicBezTo>
                      <a:pt x="1985" y="1901"/>
                      <a:pt x="2277" y="1821"/>
                      <a:pt x="2285" y="1700"/>
                    </a:cubicBezTo>
                    <a:cubicBezTo>
                      <a:pt x="2291" y="1623"/>
                      <a:pt x="2263" y="1506"/>
                      <a:pt x="2237" y="1393"/>
                    </a:cubicBezTo>
                    <a:cubicBezTo>
                      <a:pt x="2209" y="1268"/>
                      <a:pt x="2181" y="1150"/>
                      <a:pt x="2193" y="1080"/>
                    </a:cubicBezTo>
                    <a:cubicBezTo>
                      <a:pt x="2214" y="952"/>
                      <a:pt x="2213" y="681"/>
                      <a:pt x="2164" y="564"/>
                    </a:cubicBezTo>
                    <a:cubicBezTo>
                      <a:pt x="2138" y="503"/>
                      <a:pt x="2055" y="420"/>
                      <a:pt x="1961" y="362"/>
                    </a:cubicBezTo>
                    <a:cubicBezTo>
                      <a:pt x="1893" y="320"/>
                      <a:pt x="1760" y="253"/>
                      <a:pt x="1627" y="281"/>
                    </a:cubicBezTo>
                    <a:cubicBezTo>
                      <a:pt x="1406" y="328"/>
                      <a:pt x="1165" y="301"/>
                      <a:pt x="1101" y="221"/>
                    </a:cubicBezTo>
                    <a:cubicBezTo>
                      <a:pt x="1040" y="146"/>
                      <a:pt x="892" y="30"/>
                      <a:pt x="784" y="3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32"/>
              <p:cNvSpPr/>
              <p:nvPr/>
            </p:nvSpPr>
            <p:spPr>
              <a:xfrm>
                <a:off x="5114850" y="3062451"/>
                <a:ext cx="368300" cy="187325"/>
              </a:xfrm>
              <a:custGeom>
                <a:rect b="b" l="l" r="r" t="t"/>
                <a:pathLst>
                  <a:path extrusionOk="0" h="187" w="368">
                    <a:moveTo>
                      <a:pt x="130" y="185"/>
                    </a:moveTo>
                    <a:cubicBezTo>
                      <a:pt x="93" y="185"/>
                      <a:pt x="53" y="178"/>
                      <a:pt x="28" y="155"/>
                    </a:cubicBezTo>
                    <a:cubicBezTo>
                      <a:pt x="9" y="137"/>
                      <a:pt x="0" y="113"/>
                      <a:pt x="3" y="82"/>
                    </a:cubicBezTo>
                    <a:cubicBezTo>
                      <a:pt x="8" y="11"/>
                      <a:pt x="82" y="11"/>
                      <a:pt x="147" y="11"/>
                    </a:cubicBezTo>
                    <a:cubicBezTo>
                      <a:pt x="173" y="10"/>
                      <a:pt x="198" y="10"/>
                      <a:pt x="218" y="6"/>
                    </a:cubicBezTo>
                    <a:cubicBezTo>
                      <a:pt x="218" y="6"/>
                      <a:pt x="218" y="6"/>
                      <a:pt x="218" y="6"/>
                    </a:cubicBezTo>
                    <a:cubicBezTo>
                      <a:pt x="249" y="0"/>
                      <a:pt x="282" y="9"/>
                      <a:pt x="311" y="31"/>
                    </a:cubicBezTo>
                    <a:cubicBezTo>
                      <a:pt x="341" y="53"/>
                      <a:pt x="363" y="87"/>
                      <a:pt x="365" y="115"/>
                    </a:cubicBezTo>
                    <a:cubicBezTo>
                      <a:pt x="368" y="156"/>
                      <a:pt x="312" y="164"/>
                      <a:pt x="240" y="173"/>
                    </a:cubicBezTo>
                    <a:cubicBezTo>
                      <a:pt x="224" y="175"/>
                      <a:pt x="207" y="177"/>
                      <a:pt x="190" y="180"/>
                    </a:cubicBezTo>
                    <a:cubicBezTo>
                      <a:pt x="174" y="183"/>
                      <a:pt x="153" y="185"/>
                      <a:pt x="130" y="185"/>
                    </a:cubicBezTo>
                    <a:close/>
                    <a:moveTo>
                      <a:pt x="219" y="10"/>
                    </a:moveTo>
                    <a:cubicBezTo>
                      <a:pt x="198" y="15"/>
                      <a:pt x="173" y="15"/>
                      <a:pt x="147" y="15"/>
                    </a:cubicBezTo>
                    <a:cubicBezTo>
                      <a:pt x="81" y="15"/>
                      <a:pt x="12" y="15"/>
                      <a:pt x="7" y="82"/>
                    </a:cubicBezTo>
                    <a:cubicBezTo>
                      <a:pt x="5" y="112"/>
                      <a:pt x="12" y="135"/>
                      <a:pt x="30" y="152"/>
                    </a:cubicBezTo>
                    <a:cubicBezTo>
                      <a:pt x="60" y="179"/>
                      <a:pt x="117" y="187"/>
                      <a:pt x="189" y="176"/>
                    </a:cubicBezTo>
                    <a:cubicBezTo>
                      <a:pt x="206" y="173"/>
                      <a:pt x="223" y="171"/>
                      <a:pt x="240" y="169"/>
                    </a:cubicBezTo>
                    <a:cubicBezTo>
                      <a:pt x="309" y="160"/>
                      <a:pt x="364" y="153"/>
                      <a:pt x="361" y="116"/>
                    </a:cubicBezTo>
                    <a:cubicBezTo>
                      <a:pt x="359" y="89"/>
                      <a:pt x="337" y="56"/>
                      <a:pt x="309" y="34"/>
                    </a:cubicBezTo>
                    <a:cubicBezTo>
                      <a:pt x="281" y="13"/>
                      <a:pt x="249" y="4"/>
                      <a:pt x="219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60" name="Google Shape;1160;p32"/>
          <p:cNvSpPr txBox="1"/>
          <p:nvPr>
            <p:ph idx="4294967295" type="ctrTitle"/>
          </p:nvPr>
        </p:nvSpPr>
        <p:spPr>
          <a:xfrm>
            <a:off x="2162100" y="-7050"/>
            <a:ext cx="4819800" cy="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"/>
                <a:ea typeface="Barlow"/>
                <a:cs typeface="Barlow"/>
                <a:sym typeface="Barlow"/>
              </a:rPr>
              <a:t>Implementation</a:t>
            </a:r>
            <a:r>
              <a:rPr lang="en" sz="3000">
                <a:latin typeface="Barlow"/>
                <a:ea typeface="Barlow"/>
                <a:cs typeface="Barlow"/>
                <a:sym typeface="Barlow"/>
              </a:rPr>
              <a:t> of Analysis</a:t>
            </a:r>
            <a:endParaRPr sz="30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1" name="Google Shape;1161;p32"/>
          <p:cNvSpPr/>
          <p:nvPr/>
        </p:nvSpPr>
        <p:spPr>
          <a:xfrm>
            <a:off x="2399300" y="837000"/>
            <a:ext cx="5981100" cy="45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2" name="Google Shape;1162;p32"/>
          <p:cNvSpPr/>
          <p:nvPr/>
        </p:nvSpPr>
        <p:spPr>
          <a:xfrm>
            <a:off x="2399300" y="1591038"/>
            <a:ext cx="5981100" cy="453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3" name="Google Shape;1163;p32"/>
          <p:cNvSpPr/>
          <p:nvPr/>
        </p:nvSpPr>
        <p:spPr>
          <a:xfrm>
            <a:off x="2399300" y="2345100"/>
            <a:ext cx="5981100" cy="45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4" name="Google Shape;1164;p32"/>
          <p:cNvSpPr/>
          <p:nvPr/>
        </p:nvSpPr>
        <p:spPr>
          <a:xfrm>
            <a:off x="2399300" y="3099150"/>
            <a:ext cx="5981100" cy="453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5" name="Google Shape;1165;p32"/>
          <p:cNvSpPr/>
          <p:nvPr/>
        </p:nvSpPr>
        <p:spPr>
          <a:xfrm>
            <a:off x="2399300" y="3853200"/>
            <a:ext cx="5981100" cy="45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6" name="Google Shape;1166;p32"/>
          <p:cNvSpPr txBox="1"/>
          <p:nvPr/>
        </p:nvSpPr>
        <p:spPr>
          <a:xfrm>
            <a:off x="2482050" y="837000"/>
            <a:ext cx="57117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Download JSON weather dataset to the local machine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7" name="Google Shape;1167;p32"/>
          <p:cNvSpPr txBox="1"/>
          <p:nvPr/>
        </p:nvSpPr>
        <p:spPr>
          <a:xfrm>
            <a:off x="2534000" y="1591038"/>
            <a:ext cx="57117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Start Elasticsearch and Kibana services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8" name="Google Shape;1168;p32"/>
          <p:cNvSpPr txBox="1"/>
          <p:nvPr/>
        </p:nvSpPr>
        <p:spPr>
          <a:xfrm>
            <a:off x="2482050" y="2296075"/>
            <a:ext cx="57117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Create the weatherdata index and define field mapping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9" name="Google Shape;1169;p32"/>
          <p:cNvSpPr txBox="1"/>
          <p:nvPr/>
        </p:nvSpPr>
        <p:spPr>
          <a:xfrm>
            <a:off x="2482050" y="3099138"/>
            <a:ext cx="57117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Upload the JSON dataset using bulk API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0" name="Google Shape;1170;p32"/>
          <p:cNvSpPr txBox="1"/>
          <p:nvPr/>
        </p:nvSpPr>
        <p:spPr>
          <a:xfrm>
            <a:off x="2482050" y="3853200"/>
            <a:ext cx="57117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Create a Data View in Kibana for weatherdata index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1" name="Google Shape;1171;p32"/>
          <p:cNvSpPr/>
          <p:nvPr/>
        </p:nvSpPr>
        <p:spPr>
          <a:xfrm>
            <a:off x="2399300" y="4607250"/>
            <a:ext cx="5981100" cy="453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2" name="Google Shape;1172;p32"/>
          <p:cNvSpPr txBox="1"/>
          <p:nvPr/>
        </p:nvSpPr>
        <p:spPr>
          <a:xfrm>
            <a:off x="2482050" y="4607250"/>
            <a:ext cx="58983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Verify and update the geo_point field for mapping support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3" name="Google Shape;1173;p32"/>
          <p:cNvSpPr txBox="1"/>
          <p:nvPr/>
        </p:nvSpPr>
        <p:spPr>
          <a:xfrm>
            <a:off x="388750" y="821400"/>
            <a:ext cx="91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1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4" name="Google Shape;1174;p32"/>
          <p:cNvSpPr txBox="1"/>
          <p:nvPr/>
        </p:nvSpPr>
        <p:spPr>
          <a:xfrm>
            <a:off x="388750" y="1575450"/>
            <a:ext cx="91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2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5" name="Google Shape;1175;p32"/>
          <p:cNvSpPr txBox="1"/>
          <p:nvPr/>
        </p:nvSpPr>
        <p:spPr>
          <a:xfrm>
            <a:off x="388750" y="2329500"/>
            <a:ext cx="91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3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6" name="Google Shape;1176;p32"/>
          <p:cNvSpPr txBox="1"/>
          <p:nvPr/>
        </p:nvSpPr>
        <p:spPr>
          <a:xfrm>
            <a:off x="388750" y="3083550"/>
            <a:ext cx="91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4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7" name="Google Shape;1177;p32"/>
          <p:cNvSpPr txBox="1"/>
          <p:nvPr/>
        </p:nvSpPr>
        <p:spPr>
          <a:xfrm>
            <a:off x="388750" y="3837600"/>
            <a:ext cx="91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5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8" name="Google Shape;1178;p32"/>
          <p:cNvSpPr txBox="1"/>
          <p:nvPr/>
        </p:nvSpPr>
        <p:spPr>
          <a:xfrm>
            <a:off x="388750" y="4607250"/>
            <a:ext cx="91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6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179" name="Google Shape;1179;p32" title="up-arrow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1460298" y="783075"/>
            <a:ext cx="572161" cy="704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32" title="up-arrow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1460298" y="1501318"/>
            <a:ext cx="572161" cy="704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32" title="up-arrow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1460298" y="2219561"/>
            <a:ext cx="572161" cy="704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32" title="up-arrow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1460298" y="2937803"/>
            <a:ext cx="572161" cy="704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32" title="up-arrow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1460298" y="3656046"/>
            <a:ext cx="572161" cy="704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32" title="up-arrow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1460298" y="4374309"/>
            <a:ext cx="572161" cy="704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9" name="Google Shape;1189;p33"/>
          <p:cNvGrpSpPr/>
          <p:nvPr/>
        </p:nvGrpSpPr>
        <p:grpSpPr>
          <a:xfrm>
            <a:off x="6597950" y="2542683"/>
            <a:ext cx="3772519" cy="3577352"/>
            <a:chOff x="6597950" y="2542683"/>
            <a:chExt cx="3772519" cy="3577352"/>
          </a:xfrm>
        </p:grpSpPr>
        <p:pic>
          <p:nvPicPr>
            <p:cNvPr id="1190" name="Google Shape;119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4255" y="2919768"/>
              <a:ext cx="1226733" cy="80885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91" name="Google Shape;1191;p33"/>
            <p:cNvGrpSpPr/>
            <p:nvPr/>
          </p:nvGrpSpPr>
          <p:grpSpPr>
            <a:xfrm>
              <a:off x="6597950" y="2542683"/>
              <a:ext cx="3772519" cy="3577352"/>
              <a:chOff x="4902125" y="2270288"/>
              <a:chExt cx="2516187" cy="2386014"/>
            </a:xfrm>
          </p:grpSpPr>
          <p:sp>
            <p:nvSpPr>
              <p:cNvPr id="1192" name="Google Shape;1192;p33"/>
              <p:cNvSpPr/>
              <p:nvPr/>
            </p:nvSpPr>
            <p:spPr>
              <a:xfrm>
                <a:off x="4902125" y="2270288"/>
                <a:ext cx="2516187" cy="2386014"/>
              </a:xfrm>
              <a:custGeom>
                <a:rect b="b" l="l" r="r" t="t"/>
                <a:pathLst>
                  <a:path extrusionOk="0" h="2383" w="2514">
                    <a:moveTo>
                      <a:pt x="972" y="2383"/>
                    </a:moveTo>
                    <a:cubicBezTo>
                      <a:pt x="629" y="2383"/>
                      <a:pt x="548" y="2199"/>
                      <a:pt x="508" y="2107"/>
                    </a:cubicBezTo>
                    <a:cubicBezTo>
                      <a:pt x="503" y="2097"/>
                      <a:pt x="499" y="2088"/>
                      <a:pt x="495" y="2080"/>
                    </a:cubicBezTo>
                    <a:cubicBezTo>
                      <a:pt x="473" y="2034"/>
                      <a:pt x="508" y="1925"/>
                      <a:pt x="543" y="1819"/>
                    </a:cubicBezTo>
                    <a:cubicBezTo>
                      <a:pt x="570" y="1735"/>
                      <a:pt x="598" y="1648"/>
                      <a:pt x="595" y="1599"/>
                    </a:cubicBezTo>
                    <a:cubicBezTo>
                      <a:pt x="588" y="1490"/>
                      <a:pt x="503" y="1302"/>
                      <a:pt x="462" y="1246"/>
                    </a:cubicBezTo>
                    <a:cubicBezTo>
                      <a:pt x="433" y="1207"/>
                      <a:pt x="333" y="1181"/>
                      <a:pt x="244" y="1158"/>
                    </a:cubicBezTo>
                    <a:cubicBezTo>
                      <a:pt x="210" y="1149"/>
                      <a:pt x="178" y="1141"/>
                      <a:pt x="153" y="1133"/>
                    </a:cubicBezTo>
                    <a:cubicBezTo>
                      <a:pt x="81" y="1108"/>
                      <a:pt x="36" y="1011"/>
                      <a:pt x="15" y="835"/>
                    </a:cubicBezTo>
                    <a:cubicBezTo>
                      <a:pt x="0" y="707"/>
                      <a:pt x="271" y="585"/>
                      <a:pt x="345" y="564"/>
                    </a:cubicBezTo>
                    <a:cubicBezTo>
                      <a:pt x="420" y="543"/>
                      <a:pt x="495" y="417"/>
                      <a:pt x="495" y="315"/>
                    </a:cubicBezTo>
                    <a:cubicBezTo>
                      <a:pt x="495" y="213"/>
                      <a:pt x="504" y="124"/>
                      <a:pt x="614" y="62"/>
                    </a:cubicBezTo>
                    <a:cubicBezTo>
                      <a:pt x="723" y="0"/>
                      <a:pt x="1064" y="9"/>
                      <a:pt x="1166" y="51"/>
                    </a:cubicBezTo>
                    <a:cubicBezTo>
                      <a:pt x="1187" y="59"/>
                      <a:pt x="1212" y="71"/>
                      <a:pt x="1242" y="84"/>
                    </a:cubicBezTo>
                    <a:cubicBezTo>
                      <a:pt x="1362" y="139"/>
                      <a:pt x="1544" y="221"/>
                      <a:pt x="1745" y="257"/>
                    </a:cubicBezTo>
                    <a:cubicBezTo>
                      <a:pt x="2031" y="309"/>
                      <a:pt x="2275" y="362"/>
                      <a:pt x="2359" y="480"/>
                    </a:cubicBezTo>
                    <a:cubicBezTo>
                      <a:pt x="2445" y="599"/>
                      <a:pt x="2494" y="1014"/>
                      <a:pt x="2504" y="1372"/>
                    </a:cubicBezTo>
                    <a:cubicBezTo>
                      <a:pt x="2514" y="1706"/>
                      <a:pt x="2493" y="2128"/>
                      <a:pt x="2404" y="2217"/>
                    </a:cubicBezTo>
                    <a:cubicBezTo>
                      <a:pt x="2283" y="2338"/>
                      <a:pt x="1858" y="2351"/>
                      <a:pt x="1447" y="2363"/>
                    </a:cubicBezTo>
                    <a:cubicBezTo>
                      <a:pt x="1304" y="2368"/>
                      <a:pt x="1169" y="2372"/>
                      <a:pt x="1051" y="2380"/>
                    </a:cubicBezTo>
                    <a:cubicBezTo>
                      <a:pt x="1023" y="2382"/>
                      <a:pt x="997" y="2383"/>
                      <a:pt x="972" y="2383"/>
                    </a:cubicBezTo>
                    <a:close/>
                    <a:moveTo>
                      <a:pt x="896" y="21"/>
                    </a:moveTo>
                    <a:cubicBezTo>
                      <a:pt x="784" y="21"/>
                      <a:pt x="671" y="35"/>
                      <a:pt x="616" y="66"/>
                    </a:cubicBezTo>
                    <a:cubicBezTo>
                      <a:pt x="508" y="127"/>
                      <a:pt x="499" y="211"/>
                      <a:pt x="499" y="315"/>
                    </a:cubicBezTo>
                    <a:cubicBezTo>
                      <a:pt x="499" y="418"/>
                      <a:pt x="422" y="546"/>
                      <a:pt x="347" y="568"/>
                    </a:cubicBezTo>
                    <a:cubicBezTo>
                      <a:pt x="273" y="589"/>
                      <a:pt x="5" y="709"/>
                      <a:pt x="19" y="835"/>
                    </a:cubicBezTo>
                    <a:cubicBezTo>
                      <a:pt x="40" y="1009"/>
                      <a:pt x="84" y="1105"/>
                      <a:pt x="155" y="1129"/>
                    </a:cubicBezTo>
                    <a:cubicBezTo>
                      <a:pt x="179" y="1137"/>
                      <a:pt x="211" y="1145"/>
                      <a:pt x="245" y="1154"/>
                    </a:cubicBezTo>
                    <a:cubicBezTo>
                      <a:pt x="334" y="1177"/>
                      <a:pt x="436" y="1203"/>
                      <a:pt x="466" y="1244"/>
                    </a:cubicBezTo>
                    <a:cubicBezTo>
                      <a:pt x="507" y="1300"/>
                      <a:pt x="592" y="1489"/>
                      <a:pt x="599" y="1599"/>
                    </a:cubicBezTo>
                    <a:cubicBezTo>
                      <a:pt x="602" y="1649"/>
                      <a:pt x="575" y="1732"/>
                      <a:pt x="547" y="1820"/>
                    </a:cubicBezTo>
                    <a:cubicBezTo>
                      <a:pt x="512" y="1925"/>
                      <a:pt x="477" y="2034"/>
                      <a:pt x="499" y="2078"/>
                    </a:cubicBezTo>
                    <a:cubicBezTo>
                      <a:pt x="503" y="2086"/>
                      <a:pt x="507" y="2095"/>
                      <a:pt x="511" y="2105"/>
                    </a:cubicBezTo>
                    <a:cubicBezTo>
                      <a:pt x="551" y="2196"/>
                      <a:pt x="632" y="2379"/>
                      <a:pt x="973" y="2379"/>
                    </a:cubicBezTo>
                    <a:cubicBezTo>
                      <a:pt x="997" y="2379"/>
                      <a:pt x="1023" y="2378"/>
                      <a:pt x="1051" y="2376"/>
                    </a:cubicBezTo>
                    <a:cubicBezTo>
                      <a:pt x="1168" y="2368"/>
                      <a:pt x="1304" y="2363"/>
                      <a:pt x="1447" y="2359"/>
                    </a:cubicBezTo>
                    <a:cubicBezTo>
                      <a:pt x="1838" y="2347"/>
                      <a:pt x="2281" y="2334"/>
                      <a:pt x="2401" y="2214"/>
                    </a:cubicBezTo>
                    <a:cubicBezTo>
                      <a:pt x="2489" y="2126"/>
                      <a:pt x="2509" y="1706"/>
                      <a:pt x="2500" y="1373"/>
                    </a:cubicBezTo>
                    <a:cubicBezTo>
                      <a:pt x="2490" y="1015"/>
                      <a:pt x="2441" y="601"/>
                      <a:pt x="2356" y="482"/>
                    </a:cubicBezTo>
                    <a:cubicBezTo>
                      <a:pt x="2272" y="365"/>
                      <a:pt x="2030" y="313"/>
                      <a:pt x="1745" y="261"/>
                    </a:cubicBezTo>
                    <a:cubicBezTo>
                      <a:pt x="1542" y="225"/>
                      <a:pt x="1361" y="142"/>
                      <a:pt x="1241" y="88"/>
                    </a:cubicBezTo>
                    <a:cubicBezTo>
                      <a:pt x="1211" y="75"/>
                      <a:pt x="1185" y="63"/>
                      <a:pt x="1165" y="55"/>
                    </a:cubicBezTo>
                    <a:cubicBezTo>
                      <a:pt x="1114" y="34"/>
                      <a:pt x="1006" y="21"/>
                      <a:pt x="896" y="21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33"/>
              <p:cNvSpPr/>
              <p:nvPr/>
            </p:nvSpPr>
            <p:spPr>
              <a:xfrm>
                <a:off x="4991025" y="2387763"/>
                <a:ext cx="2297111" cy="2070101"/>
              </a:xfrm>
              <a:custGeom>
                <a:rect b="b" l="l" r="r" t="t"/>
                <a:pathLst>
                  <a:path extrusionOk="0" h="2067" w="2295">
                    <a:moveTo>
                      <a:pt x="1081" y="2064"/>
                    </a:moveTo>
                    <a:cubicBezTo>
                      <a:pt x="956" y="2064"/>
                      <a:pt x="786" y="2054"/>
                      <a:pt x="739" y="2004"/>
                    </a:cubicBezTo>
                    <a:cubicBezTo>
                      <a:pt x="629" y="1886"/>
                      <a:pt x="695" y="1604"/>
                      <a:pt x="709" y="1548"/>
                    </a:cubicBezTo>
                    <a:cubicBezTo>
                      <a:pt x="734" y="1451"/>
                      <a:pt x="645" y="1301"/>
                      <a:pt x="581" y="1192"/>
                    </a:cubicBezTo>
                    <a:cubicBezTo>
                      <a:pt x="570" y="1174"/>
                      <a:pt x="559" y="1156"/>
                      <a:pt x="550" y="1140"/>
                    </a:cubicBezTo>
                    <a:cubicBezTo>
                      <a:pt x="489" y="1032"/>
                      <a:pt x="290" y="979"/>
                      <a:pt x="179" y="971"/>
                    </a:cubicBezTo>
                    <a:cubicBezTo>
                      <a:pt x="132" y="968"/>
                      <a:pt x="86" y="940"/>
                      <a:pt x="53" y="894"/>
                    </a:cubicBezTo>
                    <a:cubicBezTo>
                      <a:pt x="14" y="840"/>
                      <a:pt x="0" y="773"/>
                      <a:pt x="15" y="714"/>
                    </a:cubicBezTo>
                    <a:cubicBezTo>
                      <a:pt x="40" y="612"/>
                      <a:pt x="264" y="560"/>
                      <a:pt x="398" y="528"/>
                    </a:cubicBezTo>
                    <a:cubicBezTo>
                      <a:pt x="422" y="522"/>
                      <a:pt x="443" y="518"/>
                      <a:pt x="459" y="513"/>
                    </a:cubicBezTo>
                    <a:cubicBezTo>
                      <a:pt x="554" y="488"/>
                      <a:pt x="547" y="352"/>
                      <a:pt x="541" y="243"/>
                    </a:cubicBezTo>
                    <a:cubicBezTo>
                      <a:pt x="540" y="226"/>
                      <a:pt x="540" y="209"/>
                      <a:pt x="539" y="194"/>
                    </a:cubicBezTo>
                    <a:cubicBezTo>
                      <a:pt x="535" y="76"/>
                      <a:pt x="747" y="31"/>
                      <a:pt x="751" y="30"/>
                    </a:cubicBezTo>
                    <a:cubicBezTo>
                      <a:pt x="861" y="0"/>
                      <a:pt x="1036" y="135"/>
                      <a:pt x="1104" y="219"/>
                    </a:cubicBezTo>
                    <a:cubicBezTo>
                      <a:pt x="1167" y="297"/>
                      <a:pt x="1406" y="324"/>
                      <a:pt x="1626" y="277"/>
                    </a:cubicBezTo>
                    <a:cubicBezTo>
                      <a:pt x="1846" y="230"/>
                      <a:pt x="2116" y="440"/>
                      <a:pt x="2167" y="562"/>
                    </a:cubicBezTo>
                    <a:cubicBezTo>
                      <a:pt x="2217" y="682"/>
                      <a:pt x="2218" y="949"/>
                      <a:pt x="2197" y="1080"/>
                    </a:cubicBezTo>
                    <a:cubicBezTo>
                      <a:pt x="2186" y="1150"/>
                      <a:pt x="2214" y="1273"/>
                      <a:pt x="2241" y="1392"/>
                    </a:cubicBezTo>
                    <a:cubicBezTo>
                      <a:pt x="2268" y="1505"/>
                      <a:pt x="2295" y="1623"/>
                      <a:pt x="2289" y="1700"/>
                    </a:cubicBezTo>
                    <a:cubicBezTo>
                      <a:pt x="2281" y="1824"/>
                      <a:pt x="1999" y="1901"/>
                      <a:pt x="1792" y="1958"/>
                    </a:cubicBezTo>
                    <a:cubicBezTo>
                      <a:pt x="1732" y="1974"/>
                      <a:pt x="1680" y="1988"/>
                      <a:pt x="1646" y="2001"/>
                    </a:cubicBezTo>
                    <a:cubicBezTo>
                      <a:pt x="1569" y="2029"/>
                      <a:pt x="1365" y="2056"/>
                      <a:pt x="1172" y="2063"/>
                    </a:cubicBezTo>
                    <a:cubicBezTo>
                      <a:pt x="1148" y="2063"/>
                      <a:pt x="1116" y="2064"/>
                      <a:pt x="1081" y="2064"/>
                    </a:cubicBezTo>
                    <a:close/>
                    <a:moveTo>
                      <a:pt x="784" y="30"/>
                    </a:moveTo>
                    <a:cubicBezTo>
                      <a:pt x="773" y="30"/>
                      <a:pt x="762" y="31"/>
                      <a:pt x="752" y="34"/>
                    </a:cubicBezTo>
                    <a:cubicBezTo>
                      <a:pt x="752" y="34"/>
                      <a:pt x="752" y="34"/>
                      <a:pt x="752" y="34"/>
                    </a:cubicBezTo>
                    <a:cubicBezTo>
                      <a:pt x="750" y="34"/>
                      <a:pt x="540" y="79"/>
                      <a:pt x="543" y="194"/>
                    </a:cubicBezTo>
                    <a:cubicBezTo>
                      <a:pt x="544" y="209"/>
                      <a:pt x="545" y="225"/>
                      <a:pt x="545" y="242"/>
                    </a:cubicBezTo>
                    <a:cubicBezTo>
                      <a:pt x="551" y="353"/>
                      <a:pt x="558" y="491"/>
                      <a:pt x="461" y="517"/>
                    </a:cubicBezTo>
                    <a:cubicBezTo>
                      <a:pt x="444" y="522"/>
                      <a:pt x="423" y="526"/>
                      <a:pt x="399" y="532"/>
                    </a:cubicBezTo>
                    <a:cubicBezTo>
                      <a:pt x="266" y="563"/>
                      <a:pt x="44" y="616"/>
                      <a:pt x="19" y="715"/>
                    </a:cubicBezTo>
                    <a:cubicBezTo>
                      <a:pt x="4" y="773"/>
                      <a:pt x="18" y="839"/>
                      <a:pt x="56" y="891"/>
                    </a:cubicBezTo>
                    <a:cubicBezTo>
                      <a:pt x="89" y="936"/>
                      <a:pt x="134" y="964"/>
                      <a:pt x="180" y="967"/>
                    </a:cubicBezTo>
                    <a:cubicBezTo>
                      <a:pt x="291" y="975"/>
                      <a:pt x="492" y="1029"/>
                      <a:pt x="554" y="1138"/>
                    </a:cubicBezTo>
                    <a:cubicBezTo>
                      <a:pt x="563" y="1154"/>
                      <a:pt x="573" y="1171"/>
                      <a:pt x="584" y="1190"/>
                    </a:cubicBezTo>
                    <a:cubicBezTo>
                      <a:pt x="649" y="1300"/>
                      <a:pt x="738" y="1451"/>
                      <a:pt x="713" y="1549"/>
                    </a:cubicBezTo>
                    <a:cubicBezTo>
                      <a:pt x="699" y="1604"/>
                      <a:pt x="634" y="1885"/>
                      <a:pt x="742" y="2001"/>
                    </a:cubicBezTo>
                    <a:cubicBezTo>
                      <a:pt x="783" y="2046"/>
                      <a:pt x="940" y="2067"/>
                      <a:pt x="1172" y="2058"/>
                    </a:cubicBezTo>
                    <a:cubicBezTo>
                      <a:pt x="1364" y="2052"/>
                      <a:pt x="1567" y="2025"/>
                      <a:pt x="1644" y="1997"/>
                    </a:cubicBezTo>
                    <a:cubicBezTo>
                      <a:pt x="1679" y="1984"/>
                      <a:pt x="1731" y="1970"/>
                      <a:pt x="1791" y="1954"/>
                    </a:cubicBezTo>
                    <a:cubicBezTo>
                      <a:pt x="1985" y="1901"/>
                      <a:pt x="2277" y="1821"/>
                      <a:pt x="2285" y="1700"/>
                    </a:cubicBezTo>
                    <a:cubicBezTo>
                      <a:pt x="2291" y="1623"/>
                      <a:pt x="2263" y="1506"/>
                      <a:pt x="2237" y="1393"/>
                    </a:cubicBezTo>
                    <a:cubicBezTo>
                      <a:pt x="2209" y="1268"/>
                      <a:pt x="2181" y="1150"/>
                      <a:pt x="2193" y="1080"/>
                    </a:cubicBezTo>
                    <a:cubicBezTo>
                      <a:pt x="2214" y="952"/>
                      <a:pt x="2213" y="681"/>
                      <a:pt x="2164" y="564"/>
                    </a:cubicBezTo>
                    <a:cubicBezTo>
                      <a:pt x="2138" y="503"/>
                      <a:pt x="2055" y="420"/>
                      <a:pt x="1961" y="362"/>
                    </a:cubicBezTo>
                    <a:cubicBezTo>
                      <a:pt x="1893" y="320"/>
                      <a:pt x="1760" y="253"/>
                      <a:pt x="1627" y="281"/>
                    </a:cubicBezTo>
                    <a:cubicBezTo>
                      <a:pt x="1406" y="328"/>
                      <a:pt x="1165" y="301"/>
                      <a:pt x="1101" y="221"/>
                    </a:cubicBezTo>
                    <a:cubicBezTo>
                      <a:pt x="1040" y="146"/>
                      <a:pt x="892" y="30"/>
                      <a:pt x="784" y="3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33"/>
              <p:cNvSpPr/>
              <p:nvPr/>
            </p:nvSpPr>
            <p:spPr>
              <a:xfrm>
                <a:off x="5114850" y="3062451"/>
                <a:ext cx="368300" cy="187325"/>
              </a:xfrm>
              <a:custGeom>
                <a:rect b="b" l="l" r="r" t="t"/>
                <a:pathLst>
                  <a:path extrusionOk="0" h="187" w="368">
                    <a:moveTo>
                      <a:pt x="130" y="185"/>
                    </a:moveTo>
                    <a:cubicBezTo>
                      <a:pt x="93" y="185"/>
                      <a:pt x="53" y="178"/>
                      <a:pt x="28" y="155"/>
                    </a:cubicBezTo>
                    <a:cubicBezTo>
                      <a:pt x="9" y="137"/>
                      <a:pt x="0" y="113"/>
                      <a:pt x="3" y="82"/>
                    </a:cubicBezTo>
                    <a:cubicBezTo>
                      <a:pt x="8" y="11"/>
                      <a:pt x="82" y="11"/>
                      <a:pt x="147" y="11"/>
                    </a:cubicBezTo>
                    <a:cubicBezTo>
                      <a:pt x="173" y="10"/>
                      <a:pt x="198" y="10"/>
                      <a:pt x="218" y="6"/>
                    </a:cubicBezTo>
                    <a:cubicBezTo>
                      <a:pt x="218" y="6"/>
                      <a:pt x="218" y="6"/>
                      <a:pt x="218" y="6"/>
                    </a:cubicBezTo>
                    <a:cubicBezTo>
                      <a:pt x="249" y="0"/>
                      <a:pt x="282" y="9"/>
                      <a:pt x="311" y="31"/>
                    </a:cubicBezTo>
                    <a:cubicBezTo>
                      <a:pt x="341" y="53"/>
                      <a:pt x="363" y="87"/>
                      <a:pt x="365" y="115"/>
                    </a:cubicBezTo>
                    <a:cubicBezTo>
                      <a:pt x="368" y="156"/>
                      <a:pt x="312" y="164"/>
                      <a:pt x="240" y="173"/>
                    </a:cubicBezTo>
                    <a:cubicBezTo>
                      <a:pt x="224" y="175"/>
                      <a:pt x="207" y="177"/>
                      <a:pt x="190" y="180"/>
                    </a:cubicBezTo>
                    <a:cubicBezTo>
                      <a:pt x="174" y="183"/>
                      <a:pt x="153" y="185"/>
                      <a:pt x="130" y="185"/>
                    </a:cubicBezTo>
                    <a:close/>
                    <a:moveTo>
                      <a:pt x="219" y="10"/>
                    </a:moveTo>
                    <a:cubicBezTo>
                      <a:pt x="198" y="15"/>
                      <a:pt x="173" y="15"/>
                      <a:pt x="147" y="15"/>
                    </a:cubicBezTo>
                    <a:cubicBezTo>
                      <a:pt x="81" y="15"/>
                      <a:pt x="12" y="15"/>
                      <a:pt x="7" y="82"/>
                    </a:cubicBezTo>
                    <a:cubicBezTo>
                      <a:pt x="5" y="112"/>
                      <a:pt x="12" y="135"/>
                      <a:pt x="30" y="152"/>
                    </a:cubicBezTo>
                    <a:cubicBezTo>
                      <a:pt x="60" y="179"/>
                      <a:pt x="117" y="187"/>
                      <a:pt x="189" y="176"/>
                    </a:cubicBezTo>
                    <a:cubicBezTo>
                      <a:pt x="206" y="173"/>
                      <a:pt x="223" y="171"/>
                      <a:pt x="240" y="169"/>
                    </a:cubicBezTo>
                    <a:cubicBezTo>
                      <a:pt x="309" y="160"/>
                      <a:pt x="364" y="153"/>
                      <a:pt x="361" y="116"/>
                    </a:cubicBezTo>
                    <a:cubicBezTo>
                      <a:pt x="359" y="89"/>
                      <a:pt x="337" y="56"/>
                      <a:pt x="309" y="34"/>
                    </a:cubicBezTo>
                    <a:cubicBezTo>
                      <a:pt x="281" y="13"/>
                      <a:pt x="249" y="4"/>
                      <a:pt x="219" y="10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95" name="Google Shape;1195;p33"/>
          <p:cNvSpPr txBox="1"/>
          <p:nvPr>
            <p:ph idx="4294967295" type="ctrTitle"/>
          </p:nvPr>
        </p:nvSpPr>
        <p:spPr>
          <a:xfrm>
            <a:off x="2162100" y="163100"/>
            <a:ext cx="5822400" cy="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"/>
                <a:ea typeface="Barlow"/>
                <a:cs typeface="Barlow"/>
                <a:sym typeface="Barlow"/>
              </a:rPr>
              <a:t>Implementation of Analysis cont.</a:t>
            </a:r>
            <a:endParaRPr sz="30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96" name="Google Shape;1196;p33"/>
          <p:cNvSpPr/>
          <p:nvPr/>
        </p:nvSpPr>
        <p:spPr>
          <a:xfrm>
            <a:off x="2399300" y="1054275"/>
            <a:ext cx="5981100" cy="45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97" name="Google Shape;1197;p33"/>
          <p:cNvSpPr/>
          <p:nvPr/>
        </p:nvSpPr>
        <p:spPr>
          <a:xfrm>
            <a:off x="2399300" y="1808313"/>
            <a:ext cx="5981100" cy="453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98" name="Google Shape;1198;p33"/>
          <p:cNvSpPr/>
          <p:nvPr/>
        </p:nvSpPr>
        <p:spPr>
          <a:xfrm>
            <a:off x="2399300" y="2562375"/>
            <a:ext cx="5981100" cy="45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99" name="Google Shape;1199;p33"/>
          <p:cNvSpPr/>
          <p:nvPr/>
        </p:nvSpPr>
        <p:spPr>
          <a:xfrm>
            <a:off x="2399300" y="3316425"/>
            <a:ext cx="5981100" cy="453300"/>
          </a:xfrm>
          <a:prstGeom prst="rect">
            <a:avLst/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00" name="Google Shape;1200;p33"/>
          <p:cNvSpPr/>
          <p:nvPr/>
        </p:nvSpPr>
        <p:spPr>
          <a:xfrm>
            <a:off x="2399300" y="4070475"/>
            <a:ext cx="5981100" cy="453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01" name="Google Shape;1201;p33"/>
          <p:cNvSpPr txBox="1"/>
          <p:nvPr/>
        </p:nvSpPr>
        <p:spPr>
          <a:xfrm>
            <a:off x="2482050" y="1054275"/>
            <a:ext cx="57117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Clean and update location data as needed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02" name="Google Shape;1202;p33"/>
          <p:cNvSpPr txBox="1"/>
          <p:nvPr/>
        </p:nvSpPr>
        <p:spPr>
          <a:xfrm>
            <a:off x="2399300" y="1798475"/>
            <a:ext cx="57117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Create visualizations in Kibana 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03" name="Google Shape;1203;p33"/>
          <p:cNvSpPr txBox="1"/>
          <p:nvPr/>
        </p:nvSpPr>
        <p:spPr>
          <a:xfrm>
            <a:off x="2399300" y="2557450"/>
            <a:ext cx="57117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Upload the dataset to Elastic Cloud for ML Analysis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04" name="Google Shape;1204;p33"/>
          <p:cNvSpPr txBox="1"/>
          <p:nvPr/>
        </p:nvSpPr>
        <p:spPr>
          <a:xfrm>
            <a:off x="2399300" y="3313963"/>
            <a:ext cx="57117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Create a multi-metric </a:t>
            </a: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anomaly</a:t>
            </a: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detection model 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05" name="Google Shape;1205;p33"/>
          <p:cNvSpPr txBox="1"/>
          <p:nvPr/>
        </p:nvSpPr>
        <p:spPr>
          <a:xfrm>
            <a:off x="2399300" y="4070475"/>
            <a:ext cx="59811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Create a regression model to predict temperature values</a:t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06" name="Google Shape;1206;p33"/>
          <p:cNvSpPr txBox="1"/>
          <p:nvPr/>
        </p:nvSpPr>
        <p:spPr>
          <a:xfrm>
            <a:off x="433600" y="1038675"/>
            <a:ext cx="91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7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07" name="Google Shape;1207;p33"/>
          <p:cNvSpPr txBox="1"/>
          <p:nvPr/>
        </p:nvSpPr>
        <p:spPr>
          <a:xfrm>
            <a:off x="388750" y="1792725"/>
            <a:ext cx="91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8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08" name="Google Shape;1208;p33"/>
          <p:cNvSpPr txBox="1"/>
          <p:nvPr/>
        </p:nvSpPr>
        <p:spPr>
          <a:xfrm>
            <a:off x="388750" y="2531175"/>
            <a:ext cx="91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9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09" name="Google Shape;1209;p33"/>
          <p:cNvSpPr txBox="1"/>
          <p:nvPr/>
        </p:nvSpPr>
        <p:spPr>
          <a:xfrm>
            <a:off x="370000" y="3310150"/>
            <a:ext cx="949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10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10" name="Google Shape;1210;p33"/>
          <p:cNvSpPr txBox="1"/>
          <p:nvPr/>
        </p:nvSpPr>
        <p:spPr>
          <a:xfrm>
            <a:off x="388750" y="4089125"/>
            <a:ext cx="91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11</a:t>
            </a:r>
            <a:endParaRPr b="1"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211" name="Google Shape;1211;p33" title="up-arro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460298" y="873788"/>
            <a:ext cx="572161" cy="704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33" title="up-arro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460298" y="1682793"/>
            <a:ext cx="572161" cy="704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33" title="up-arro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460298" y="2491811"/>
            <a:ext cx="572161" cy="704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33" title="up-arro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460298" y="3300816"/>
            <a:ext cx="572161" cy="704379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33"/>
          <p:cNvSpPr/>
          <p:nvPr/>
        </p:nvSpPr>
        <p:spPr>
          <a:xfrm>
            <a:off x="1551975" y="4136950"/>
            <a:ext cx="388800" cy="388800"/>
          </a:xfrm>
          <a:prstGeom prst="roundRect">
            <a:avLst>
              <a:gd fmla="val 16667" name="adj"/>
            </a:avLst>
          </a:prstGeom>
          <a:solidFill>
            <a:srgbClr val="91FAA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34"/>
          <p:cNvSpPr txBox="1"/>
          <p:nvPr>
            <p:ph idx="4294967295" type="ctrTitle"/>
          </p:nvPr>
        </p:nvSpPr>
        <p:spPr>
          <a:xfrm>
            <a:off x="3161375" y="24625"/>
            <a:ext cx="28221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Visualizations</a:t>
            </a:r>
            <a:endParaRPr sz="3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21" name="Google Shape;1221;p34" title="weather-ap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3325" y="85800"/>
            <a:ext cx="498051" cy="498072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34"/>
          <p:cNvSpPr txBox="1"/>
          <p:nvPr/>
        </p:nvSpPr>
        <p:spPr>
          <a:xfrm>
            <a:off x="264549" y="753250"/>
            <a:ext cx="36753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Information used: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3" name="Google Shape;1223;p34"/>
          <p:cNvSpPr txBox="1"/>
          <p:nvPr/>
        </p:nvSpPr>
        <p:spPr>
          <a:xfrm>
            <a:off x="1890150" y="3984125"/>
            <a:ext cx="16329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Tools used: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24" name="Google Shape;1224;p34"/>
          <p:cNvSpPr txBox="1"/>
          <p:nvPr/>
        </p:nvSpPr>
        <p:spPr>
          <a:xfrm>
            <a:off x="1639950" y="4312150"/>
            <a:ext cx="58641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Elasticsearch - organizes and queries data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Kibana - builds visuals insights and dashboards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5" name="Google Shape;1225;p34"/>
          <p:cNvSpPr txBox="1"/>
          <p:nvPr/>
        </p:nvSpPr>
        <p:spPr>
          <a:xfrm>
            <a:off x="4380637" y="753238"/>
            <a:ext cx="3527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50" lIns="100750" spcFirstLastPara="1" rIns="100750" wrap="square" tIns="10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3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Types of Visuals:</a:t>
            </a:r>
            <a:endParaRPr b="1" sz="2003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26" name="Google Shape;1226;p34"/>
          <p:cNvGrpSpPr/>
          <p:nvPr/>
        </p:nvGrpSpPr>
        <p:grpSpPr>
          <a:xfrm>
            <a:off x="300650" y="1240688"/>
            <a:ext cx="3464100" cy="2627688"/>
            <a:chOff x="601725" y="1330875"/>
            <a:chExt cx="3464100" cy="2627688"/>
          </a:xfrm>
        </p:grpSpPr>
        <p:sp>
          <p:nvSpPr>
            <p:cNvPr id="1227" name="Google Shape;1227;p34"/>
            <p:cNvSpPr txBox="1"/>
            <p:nvPr/>
          </p:nvSpPr>
          <p:spPr>
            <a:xfrm>
              <a:off x="601725" y="1330875"/>
              <a:ext cx="3464100" cy="16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42900" lvl="0" marL="45720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    City and Country Data</a:t>
              </a:r>
              <a:endPara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    Weather Conditions</a:t>
              </a:r>
              <a:endPara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    Humidity Levels</a:t>
              </a:r>
              <a:endPara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    UV Index</a:t>
              </a:r>
              <a:endPara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    Air Pollution Severity </a:t>
              </a:r>
              <a:endPara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228" name="Google Shape;1228;p34" title="map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53314" y="1400237"/>
              <a:ext cx="394915" cy="330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9" name="Google Shape;1229;p34" title="half-mo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3302" y="1916187"/>
              <a:ext cx="394915" cy="330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0" name="Google Shape;1230;p34" title="humidity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53303" y="2417850"/>
              <a:ext cx="394915" cy="330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1" name="Google Shape;1231;p34" title="sun (3)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28948" y="2959137"/>
              <a:ext cx="443643" cy="37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2" name="Google Shape;1232;p34" title="air-pollution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01738" y="3541262"/>
              <a:ext cx="498068" cy="417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3" name="Google Shape;1233;p34"/>
          <p:cNvGrpSpPr/>
          <p:nvPr/>
        </p:nvGrpSpPr>
        <p:grpSpPr>
          <a:xfrm>
            <a:off x="4403650" y="1298575"/>
            <a:ext cx="4881450" cy="1766743"/>
            <a:chOff x="4646200" y="1249550"/>
            <a:chExt cx="4881450" cy="1766743"/>
          </a:xfrm>
        </p:grpSpPr>
        <p:sp>
          <p:nvSpPr>
            <p:cNvPr id="1234" name="Google Shape;1234;p34"/>
            <p:cNvSpPr txBox="1"/>
            <p:nvPr/>
          </p:nvSpPr>
          <p:spPr>
            <a:xfrm>
              <a:off x="4746250" y="1249550"/>
              <a:ext cx="4781400" cy="15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750" lIns="100750" spcFirstLastPara="1" rIns="100750" wrap="square" tIns="100750">
              <a:noAutofit/>
            </a:bodyPr>
            <a:lstStyle/>
            <a:p>
              <a:pPr indent="-366205" lvl="0" marL="503812" rtl="0" algn="l">
                <a:lnSpc>
                  <a:spcPct val="2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Pie Chart - </a:t>
              </a:r>
              <a:r>
                <a:rPr lang="en" sz="18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Heat, Weather Conditions </a:t>
              </a:r>
              <a:endPara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66205" lvl="0" marL="503812" rtl="0" algn="l">
                <a:lnSpc>
                  <a:spcPct val="2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Bar Charts - Humidity, UV Index</a:t>
              </a:r>
              <a:endPara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66205" lvl="0" marL="503812" rtl="0" algn="l">
                <a:lnSpc>
                  <a:spcPct val="2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Map Charts - UV Intensity, Air Pollution</a:t>
              </a:r>
              <a:endPara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235" name="Google Shape;1235;p34" title="earth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672317" y="2606695"/>
              <a:ext cx="425782" cy="409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6" name="Google Shape;1236;p34" title="bar-chart.png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646200" y="1905322"/>
              <a:ext cx="478016" cy="4598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7" name="Google Shape;1237;p34" title="pie-chart (1).png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672317" y="1386236"/>
              <a:ext cx="425782" cy="40959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38" name="Google Shape;1238;p34" title="weather-ap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3500" y="85800"/>
            <a:ext cx="498051" cy="49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35"/>
          <p:cNvSpPr txBox="1"/>
          <p:nvPr>
            <p:ph idx="4294967295" type="ctrTitle"/>
          </p:nvPr>
        </p:nvSpPr>
        <p:spPr>
          <a:xfrm>
            <a:off x="3116988" y="-48125"/>
            <a:ext cx="29100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Dashboard</a:t>
            </a:r>
            <a:endParaRPr sz="3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4" name="Google Shape;124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63" y="990315"/>
            <a:ext cx="8964687" cy="39220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35"/>
          <p:cNvSpPr txBox="1"/>
          <p:nvPr/>
        </p:nvSpPr>
        <p:spPr>
          <a:xfrm>
            <a:off x="89650" y="473400"/>
            <a:ext cx="81969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5950" lIns="95950" spcFirstLastPara="1" rIns="95950" wrap="square" tIns="95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Preview of our Dashboard (Pie, Bar, &amp; Map Charts):</a:t>
            </a:r>
            <a:endParaRPr sz="104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0" name="Google Shape;1250;p36" title="Screenshot 2025-10-28 at 10.50.27 PM.png"/>
          <p:cNvPicPr preferRelativeResize="0"/>
          <p:nvPr/>
        </p:nvPicPr>
        <p:blipFill rotWithShape="1">
          <a:blip r:embed="rId4">
            <a:alphaModFix/>
          </a:blip>
          <a:srcRect b="0" l="11138" r="42699" t="13314"/>
          <a:stretch/>
        </p:blipFill>
        <p:spPr>
          <a:xfrm>
            <a:off x="499025" y="1224375"/>
            <a:ext cx="3885076" cy="37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36"/>
          <p:cNvSpPr txBox="1"/>
          <p:nvPr/>
        </p:nvSpPr>
        <p:spPr>
          <a:xfrm>
            <a:off x="206250" y="0"/>
            <a:ext cx="87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Top 10 Cities Experiencing the Most Cumulative </a:t>
            </a:r>
            <a:r>
              <a:rPr b="1" lang="en" sz="2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Heat</a:t>
            </a:r>
            <a:endParaRPr b="1" sz="2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52" name="Google Shape;1252;p36"/>
          <p:cNvSpPr txBox="1"/>
          <p:nvPr/>
        </p:nvSpPr>
        <p:spPr>
          <a:xfrm>
            <a:off x="666300" y="595675"/>
            <a:ext cx="84777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Identify which are the cities that tend to feel the hottest.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3" name="Google Shape;1253;p36"/>
          <p:cNvSpPr txBox="1"/>
          <p:nvPr/>
        </p:nvSpPr>
        <p:spPr>
          <a:xfrm>
            <a:off x="4659175" y="1224375"/>
            <a:ext cx="4350000" cy="3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Summary: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Djibouti is the </a:t>
            </a: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number one city that feels the hottest by 11.11%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25454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Khartoum is the lowest city that feels the hottest by 9.08%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Char char="●"/>
            </a:pPr>
            <a:r>
              <a:rPr lang="en" sz="20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It is very concentrated in cities in Middle East and South Asia</a:t>
            </a:r>
            <a:endParaRPr sz="2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8" name="Google Shape;1258;p37" title="Screenshot 2025-10-28 at 10.19.58 PM.png"/>
          <p:cNvPicPr preferRelativeResize="0"/>
          <p:nvPr/>
        </p:nvPicPr>
        <p:blipFill rotWithShape="1">
          <a:blip r:embed="rId4">
            <a:alphaModFix/>
          </a:blip>
          <a:srcRect b="0" l="13515" r="42099" t="11676"/>
          <a:stretch/>
        </p:blipFill>
        <p:spPr>
          <a:xfrm>
            <a:off x="285650" y="1168000"/>
            <a:ext cx="4056648" cy="379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37"/>
          <p:cNvSpPr txBox="1"/>
          <p:nvPr/>
        </p:nvSpPr>
        <p:spPr>
          <a:xfrm>
            <a:off x="981288" y="-58525"/>
            <a:ext cx="718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Global Distribution of Weather </a:t>
            </a:r>
            <a:r>
              <a:rPr b="1" lang="en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Conditions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60" name="Google Shape;1260;p37"/>
          <p:cNvSpPr txBox="1"/>
          <p:nvPr/>
        </p:nvSpPr>
        <p:spPr>
          <a:xfrm>
            <a:off x="348300" y="557075"/>
            <a:ext cx="844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454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See which types of weather dominate all across the world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1" name="Google Shape;1261;p37"/>
          <p:cNvSpPr txBox="1"/>
          <p:nvPr/>
        </p:nvSpPr>
        <p:spPr>
          <a:xfrm>
            <a:off x="4526275" y="1108200"/>
            <a:ext cx="4617900" cy="40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Summary:</a:t>
            </a:r>
            <a:endParaRPr b="1"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Partly Cloudy is the the number one weather type that dominates all around the world with 36.22%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25454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Sunny is second place with 33.23%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25454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lowest weather condition is Mist with 1.75%</a:t>
            </a:r>
            <a:endParaRPr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6" name="Google Shape;1266;p38"/>
          <p:cNvPicPr preferRelativeResize="0"/>
          <p:nvPr/>
        </p:nvPicPr>
        <p:blipFill rotWithShape="1">
          <a:blip r:embed="rId4">
            <a:alphaModFix/>
          </a:blip>
          <a:srcRect b="0" l="0" r="31233" t="0"/>
          <a:stretch/>
        </p:blipFill>
        <p:spPr>
          <a:xfrm>
            <a:off x="84950" y="1340175"/>
            <a:ext cx="5051874" cy="348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38"/>
          <p:cNvSpPr txBox="1"/>
          <p:nvPr/>
        </p:nvSpPr>
        <p:spPr>
          <a:xfrm>
            <a:off x="1189199" y="-50175"/>
            <a:ext cx="676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Top 10 Cities with the Highest </a:t>
            </a:r>
            <a:r>
              <a:rPr b="1" lang="en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Humidity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68" name="Google Shape;1268;p38"/>
          <p:cNvSpPr txBox="1"/>
          <p:nvPr/>
        </p:nvSpPr>
        <p:spPr>
          <a:xfrm>
            <a:off x="411500" y="508400"/>
            <a:ext cx="8103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454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 </a:t>
            </a:r>
            <a:r>
              <a:rPr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Identify</a:t>
            </a:r>
            <a:r>
              <a:rPr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top 10 cities'  with the highest humidity, which could help for public health, urban planning (heat island combat), and logistics.</a:t>
            </a:r>
            <a:endParaRPr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9" name="Google Shape;1269;p38"/>
          <p:cNvSpPr txBox="1"/>
          <p:nvPr/>
        </p:nvSpPr>
        <p:spPr>
          <a:xfrm>
            <a:off x="5220450" y="1162600"/>
            <a:ext cx="3865200" cy="42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Summary: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Most humid cities are tropical &amp; near the equator, heavily represented by Central/South America and the Caribbean.</a:t>
            </a:r>
            <a:endParaRPr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25454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Average humidity levels are extremely high (clustering just under 90%).</a:t>
            </a:r>
            <a:endParaRPr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25454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data is a key indicator for identifying heat-related public health risks (heat stress).</a:t>
            </a:r>
            <a:endParaRPr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4" name="Google Shape;1274;p39"/>
          <p:cNvPicPr preferRelativeResize="0"/>
          <p:nvPr/>
        </p:nvPicPr>
        <p:blipFill rotWithShape="1">
          <a:blip r:embed="rId4">
            <a:alphaModFix/>
          </a:blip>
          <a:srcRect b="0" l="0" r="30728" t="5329"/>
          <a:stretch/>
        </p:blipFill>
        <p:spPr>
          <a:xfrm>
            <a:off x="160650" y="1326900"/>
            <a:ext cx="5201975" cy="36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39"/>
          <p:cNvSpPr txBox="1"/>
          <p:nvPr/>
        </p:nvSpPr>
        <p:spPr>
          <a:xfrm>
            <a:off x="160650" y="-57725"/>
            <a:ext cx="882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Top 10 Countries with the Highest Average UV </a:t>
            </a:r>
            <a:r>
              <a:rPr b="1" lang="en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Index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76" name="Google Shape;1276;p39"/>
          <p:cNvSpPr txBox="1"/>
          <p:nvPr/>
        </p:nvSpPr>
        <p:spPr>
          <a:xfrm>
            <a:off x="428200" y="504350"/>
            <a:ext cx="84723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454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Use Case: </a:t>
            </a:r>
            <a:r>
              <a:rPr lang="en" sz="15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Identifies regions with extreme average UV exposure to guide public health campaigns, inform sunscreen recommendations, &amp; predict risks for solar power infrastructure degradation.</a:t>
            </a:r>
            <a:endParaRPr sz="15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77" name="Google Shape;1277;p39"/>
          <p:cNvSpPr txBox="1"/>
          <p:nvPr/>
        </p:nvSpPr>
        <p:spPr>
          <a:xfrm>
            <a:off x="5362625" y="1209650"/>
            <a:ext cx="3781500" cy="40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Summary:</a:t>
            </a:r>
            <a:endParaRPr b="1" sz="16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High average UV index (7+) is concentrated in the Middle East &amp; Central Africa, linked to equator proximity, high altitude, &amp; clear skies.</a:t>
            </a:r>
            <a:endParaRPr sz="16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Since UV Index 6+ is considered 'high'  &amp; requires immediate skin protection, governments in these regions must prioritize skin cancer &amp; education initiatives.</a:t>
            </a:r>
            <a:endParaRPr sz="16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40"/>
          <p:cNvSpPr txBox="1"/>
          <p:nvPr>
            <p:ph idx="4294967295" type="ctrTitle"/>
          </p:nvPr>
        </p:nvSpPr>
        <p:spPr>
          <a:xfrm>
            <a:off x="1647000" y="-114050"/>
            <a:ext cx="5850000" cy="7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"/>
                <a:ea typeface="Barlow"/>
                <a:cs typeface="Barlow"/>
                <a:sym typeface="Barlow"/>
              </a:rPr>
              <a:t>Map of UV Index Intensity by </a:t>
            </a:r>
            <a:r>
              <a:rPr lang="en" sz="3000">
                <a:latin typeface="Barlow"/>
                <a:ea typeface="Barlow"/>
                <a:cs typeface="Barlow"/>
                <a:sym typeface="Barlow"/>
              </a:rPr>
              <a:t>City</a:t>
            </a:r>
            <a:endParaRPr sz="300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283" name="Google Shape;1283;p40"/>
          <p:cNvPicPr preferRelativeResize="0"/>
          <p:nvPr/>
        </p:nvPicPr>
        <p:blipFill rotWithShape="1">
          <a:blip r:embed="rId4">
            <a:alphaModFix/>
          </a:blip>
          <a:srcRect b="1106" l="11000" r="0" t="5102"/>
          <a:stretch/>
        </p:blipFill>
        <p:spPr>
          <a:xfrm>
            <a:off x="892688" y="1563625"/>
            <a:ext cx="7358625" cy="35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40"/>
          <p:cNvSpPr txBox="1"/>
          <p:nvPr/>
        </p:nvSpPr>
        <p:spPr>
          <a:xfrm>
            <a:off x="419700" y="775788"/>
            <a:ext cx="10617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Metrics:</a:t>
            </a:r>
            <a:endParaRPr b="1" sz="1800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85" name="Google Shape;1285;p40"/>
          <p:cNvSpPr txBox="1"/>
          <p:nvPr/>
        </p:nvSpPr>
        <p:spPr>
          <a:xfrm>
            <a:off x="2212025" y="795000"/>
            <a:ext cx="43197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●"/>
            </a:pP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Aggregation: average UV Index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86" name="Google Shape;1286;p40"/>
          <p:cNvSpPr txBox="1"/>
          <p:nvPr/>
        </p:nvSpPr>
        <p:spPr>
          <a:xfrm>
            <a:off x="2212025" y="1114800"/>
            <a:ext cx="23673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●"/>
            </a:pP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Field: uv_index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87" name="Google Shape;1287;p40"/>
          <p:cNvSpPr txBox="1"/>
          <p:nvPr/>
        </p:nvSpPr>
        <p:spPr>
          <a:xfrm>
            <a:off x="419700" y="389875"/>
            <a:ext cx="83046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Use Case:</a:t>
            </a: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Identify which region are exposed to the strongest UV radiation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2" name="Google Shape;1292;p41"/>
          <p:cNvPicPr preferRelativeResize="0"/>
          <p:nvPr/>
        </p:nvPicPr>
        <p:blipFill rotWithShape="1">
          <a:blip r:embed="rId4">
            <a:alphaModFix/>
          </a:blip>
          <a:srcRect b="0" l="0" r="1312" t="0"/>
          <a:stretch/>
        </p:blipFill>
        <p:spPr>
          <a:xfrm rot="-10560473">
            <a:off x="-85736" y="5195784"/>
            <a:ext cx="644576" cy="61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3" name="Google Shape;129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373675">
            <a:off x="7625483" y="803563"/>
            <a:ext cx="545374" cy="65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41"/>
          <p:cNvSpPr txBox="1"/>
          <p:nvPr>
            <p:ph idx="4294967295" type="ctrTitle"/>
          </p:nvPr>
        </p:nvSpPr>
        <p:spPr>
          <a:xfrm>
            <a:off x="2209350" y="-121200"/>
            <a:ext cx="4725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"/>
                <a:ea typeface="Barlow"/>
                <a:cs typeface="Barlow"/>
                <a:sym typeface="Barlow"/>
              </a:rPr>
              <a:t>Map of Air Pollution by </a:t>
            </a:r>
            <a:r>
              <a:rPr lang="en" sz="3000">
                <a:latin typeface="Barlow"/>
                <a:ea typeface="Barlow"/>
                <a:cs typeface="Barlow"/>
                <a:sym typeface="Barlow"/>
              </a:rPr>
              <a:t>City</a:t>
            </a:r>
            <a:endParaRPr sz="300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295" name="Google Shape;1295;p41"/>
          <p:cNvPicPr preferRelativeResize="0"/>
          <p:nvPr/>
        </p:nvPicPr>
        <p:blipFill rotWithShape="1">
          <a:blip r:embed="rId6">
            <a:alphaModFix/>
          </a:blip>
          <a:srcRect b="26871" l="1613" r="0" t="8298"/>
          <a:stretch/>
        </p:blipFill>
        <p:spPr>
          <a:xfrm>
            <a:off x="0" y="2037375"/>
            <a:ext cx="9143999" cy="313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41"/>
          <p:cNvSpPr txBox="1"/>
          <p:nvPr/>
        </p:nvSpPr>
        <p:spPr>
          <a:xfrm>
            <a:off x="917850" y="792838"/>
            <a:ext cx="12906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Metrics:</a:t>
            </a:r>
            <a:endParaRPr b="1" sz="1800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97" name="Google Shape;1297;p41"/>
          <p:cNvSpPr txBox="1"/>
          <p:nvPr/>
        </p:nvSpPr>
        <p:spPr>
          <a:xfrm>
            <a:off x="2097275" y="792850"/>
            <a:ext cx="45687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●"/>
            </a:pP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Aggregation: average air quality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98" name="Google Shape;1298;p41"/>
          <p:cNvSpPr txBox="1"/>
          <p:nvPr/>
        </p:nvSpPr>
        <p:spPr>
          <a:xfrm>
            <a:off x="2097275" y="1247538"/>
            <a:ext cx="41157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●"/>
            </a:pP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Field:</a:t>
            </a: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air_quality_us-epa-index</a:t>
            </a:r>
            <a:endParaRPr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99" name="Google Shape;1299;p41"/>
          <p:cNvSpPr txBox="1"/>
          <p:nvPr/>
        </p:nvSpPr>
        <p:spPr>
          <a:xfrm>
            <a:off x="2257050" y="1586550"/>
            <a:ext cx="4629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*standardized overall air quality index from the US EPA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00" name="Google Shape;1300;p41"/>
          <p:cNvSpPr txBox="1"/>
          <p:nvPr/>
        </p:nvSpPr>
        <p:spPr>
          <a:xfrm>
            <a:off x="917850" y="431125"/>
            <a:ext cx="633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Use Case:</a:t>
            </a: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Highlights where air quality is better or worse</a:t>
            </a:r>
            <a:endParaRPr sz="2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42"/>
          <p:cNvSpPr txBox="1"/>
          <p:nvPr>
            <p:ph idx="4294967295" type="ctrTitle"/>
          </p:nvPr>
        </p:nvSpPr>
        <p:spPr>
          <a:xfrm>
            <a:off x="567450" y="-88525"/>
            <a:ext cx="8009100" cy="7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"/>
                <a:ea typeface="Barlow"/>
                <a:cs typeface="Barlow"/>
                <a:sym typeface="Barlow"/>
              </a:rPr>
              <a:t>ML Algorithm: </a:t>
            </a:r>
            <a:r>
              <a:rPr lang="en" sz="3000">
                <a:latin typeface="Barlow"/>
                <a:ea typeface="Barlow"/>
                <a:cs typeface="Barlow"/>
                <a:sym typeface="Barlow"/>
              </a:rPr>
              <a:t>Regression</a:t>
            </a:r>
            <a:endParaRPr sz="30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06" name="Google Shape;1306;p42"/>
          <p:cNvSpPr txBox="1"/>
          <p:nvPr/>
        </p:nvSpPr>
        <p:spPr>
          <a:xfrm>
            <a:off x="4589400" y="539950"/>
            <a:ext cx="4554600" cy="44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Summary:</a:t>
            </a:r>
            <a:endParaRPr b="1" sz="2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Char char="●"/>
            </a:pPr>
            <a:r>
              <a:rPr b="1"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Goal:</a:t>
            </a:r>
            <a:r>
              <a:rPr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Predict temperature_celsius using a comprehensive set of real-world weather data.</a:t>
            </a:r>
            <a:endParaRPr sz="2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Char char="●"/>
            </a:pPr>
            <a:r>
              <a:rPr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Removed redundant &amp; data-leaking variables</a:t>
            </a:r>
            <a:endParaRPr sz="2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Char char="●"/>
            </a:pPr>
            <a:r>
              <a:rPr b="1"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5.9 Mean </a:t>
            </a:r>
            <a:r>
              <a:rPr b="1"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Squared</a:t>
            </a:r>
            <a:r>
              <a:rPr b="1"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Error: </a:t>
            </a:r>
            <a:r>
              <a:rPr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means the predictions are off by 2.43℃.</a:t>
            </a:r>
            <a:endParaRPr sz="2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Char char="●"/>
            </a:pPr>
            <a:r>
              <a:rPr b="1"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0.927 R-</a:t>
            </a:r>
            <a:r>
              <a:rPr b="1"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squared</a:t>
            </a:r>
            <a:r>
              <a:rPr b="1"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: </a:t>
            </a:r>
            <a:r>
              <a:rPr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means the selected features explain 92.7% of the variability. </a:t>
            </a:r>
            <a:endParaRPr sz="2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307" name="Google Shape;1307;p42"/>
          <p:cNvPicPr preferRelativeResize="0"/>
          <p:nvPr/>
        </p:nvPicPr>
        <p:blipFill rotWithShape="1">
          <a:blip r:embed="rId4">
            <a:alphaModFix/>
          </a:blip>
          <a:srcRect b="0" l="0" r="960" t="0"/>
          <a:stretch/>
        </p:blipFill>
        <p:spPr>
          <a:xfrm>
            <a:off x="85475" y="640325"/>
            <a:ext cx="4583170" cy="44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43"/>
          <p:cNvSpPr txBox="1"/>
          <p:nvPr>
            <p:ph idx="4294967295" type="ctrTitle"/>
          </p:nvPr>
        </p:nvSpPr>
        <p:spPr>
          <a:xfrm>
            <a:off x="567450" y="-88525"/>
            <a:ext cx="8009100" cy="7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"/>
                <a:ea typeface="Barlow"/>
                <a:cs typeface="Barlow"/>
                <a:sym typeface="Barlow"/>
              </a:rPr>
              <a:t>ML Algorithm: </a:t>
            </a:r>
            <a:r>
              <a:rPr lang="en" sz="3000">
                <a:latin typeface="Barlow"/>
                <a:ea typeface="Barlow"/>
                <a:cs typeface="Barlow"/>
                <a:sym typeface="Barlow"/>
              </a:rPr>
              <a:t>Multi</a:t>
            </a:r>
            <a:r>
              <a:rPr lang="en" sz="3000">
                <a:latin typeface="Barlow"/>
                <a:ea typeface="Barlow"/>
                <a:cs typeface="Barlow"/>
                <a:sym typeface="Barlow"/>
              </a:rPr>
              <a:t>-metric</a:t>
            </a:r>
            <a:endParaRPr sz="3000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313" name="Google Shape;1313;p43"/>
          <p:cNvPicPr preferRelativeResize="0"/>
          <p:nvPr/>
        </p:nvPicPr>
        <p:blipFill rotWithShape="1">
          <a:blip r:embed="rId4">
            <a:alphaModFix/>
          </a:blip>
          <a:srcRect b="22699" l="20606" r="2758" t="2309"/>
          <a:stretch/>
        </p:blipFill>
        <p:spPr>
          <a:xfrm>
            <a:off x="81525" y="619366"/>
            <a:ext cx="4677950" cy="276595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43"/>
          <p:cNvSpPr txBox="1"/>
          <p:nvPr/>
        </p:nvSpPr>
        <p:spPr>
          <a:xfrm>
            <a:off x="4724400" y="558000"/>
            <a:ext cx="4419600" cy="4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Summary:</a:t>
            </a:r>
            <a:endParaRPr b="1" sz="2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Char char="●"/>
            </a:pPr>
            <a:r>
              <a:rPr b="1"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Goal: </a:t>
            </a:r>
            <a:r>
              <a:rPr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Identify outlier cities &amp; unusual daily weather patterns by monitoring the mean of four key metrics: temperature, humidity, UV index, &amp;  air quality.</a:t>
            </a:r>
            <a:endParaRPr sz="2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lnSpc>
                <a:spcPct val="125454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Char char="●"/>
            </a:pPr>
            <a:r>
              <a:rPr b="1"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Key Findings: </a:t>
            </a:r>
            <a:r>
              <a:rPr lang="en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It detected extreme anomalies (scores up to 99), identifying daily city metrics far outside their historical typical range.</a:t>
            </a:r>
            <a:endParaRPr sz="2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15" name="Google Shape;1315;p43"/>
          <p:cNvSpPr txBox="1"/>
          <p:nvPr/>
        </p:nvSpPr>
        <p:spPr>
          <a:xfrm>
            <a:off x="0" y="3443388"/>
            <a:ext cx="4759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Top Influencers:</a:t>
            </a:r>
            <a:r>
              <a:rPr lang="en" sz="20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 Fields that were most frequently associated with the detected anomalies are: </a:t>
            </a:r>
            <a:endParaRPr sz="20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1) </a:t>
            </a:r>
            <a:r>
              <a:rPr b="1" lang="en" sz="20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country 2) humidity 3) uv_index</a:t>
            </a:r>
            <a:endParaRPr b="1" sz="20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44"/>
          <p:cNvSpPr txBox="1"/>
          <p:nvPr>
            <p:ph idx="4294967295" type="ctrTitle"/>
          </p:nvPr>
        </p:nvSpPr>
        <p:spPr>
          <a:xfrm>
            <a:off x="2439300" y="-165275"/>
            <a:ext cx="42654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"/>
                <a:ea typeface="Barlow"/>
                <a:cs typeface="Barlow"/>
                <a:sym typeface="Barlow"/>
              </a:rPr>
              <a:t>Conclusion</a:t>
            </a:r>
            <a:endParaRPr sz="30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21" name="Google Shape;1321;p44"/>
          <p:cNvSpPr txBox="1"/>
          <p:nvPr/>
        </p:nvSpPr>
        <p:spPr>
          <a:xfrm>
            <a:off x="237600" y="377500"/>
            <a:ext cx="86688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Barlow"/>
              <a:buChar char="●"/>
            </a:pPr>
            <a:r>
              <a:rPr lang="en" sz="18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Air quality mostly good; poorer in China, Chile, Pakistan, Saudi Arabia, &amp; Indonesia</a:t>
            </a:r>
            <a:endParaRPr sz="18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Barlow"/>
              <a:buChar char="●"/>
            </a:pPr>
            <a:r>
              <a:rPr lang="en" sz="18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UV highest in Saudi Arabia and Africa which reflects their dry &amp; sunny regions</a:t>
            </a:r>
            <a:endParaRPr sz="18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Barlow"/>
              <a:buChar char="●"/>
            </a:pPr>
            <a:r>
              <a:rPr lang="en" sz="18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Partly Cloudy, Sunny, Patchy Rain, and clear conditions are most frequent with severe weather being less common.</a:t>
            </a:r>
            <a:endParaRPr sz="18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Barlow"/>
              <a:buChar char="●"/>
            </a:pPr>
            <a:r>
              <a:rPr lang="en" sz="18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The cities that tend to experience the most cumulative heat are heavily concentrated in the Middle East and South Asia (ex: Muscat &amp; Pakistan)</a:t>
            </a:r>
            <a:endParaRPr sz="1800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Font typeface="Barlow"/>
              <a:buChar char="●"/>
            </a:pPr>
            <a:r>
              <a:rPr lang="en" sz="18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Overall, the use of ElasticSearch and Kibana </a:t>
            </a:r>
            <a:r>
              <a:rPr lang="en" sz="18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successfully</a:t>
            </a:r>
            <a:r>
              <a:rPr lang="en" sz="18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 creates a dynamic, geographic </a:t>
            </a:r>
            <a:r>
              <a:rPr lang="en" sz="18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dashboard</a:t>
            </a:r>
            <a:r>
              <a:rPr lang="en" sz="1800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 for transforming raw weather data into actionable insights, enabling effective, real-time risk assessments of global climate vulnerabilities</a:t>
            </a:r>
            <a:r>
              <a:rPr lang="en" sz="18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sz="18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6" name="Google Shape;1326;p45"/>
          <p:cNvGrpSpPr/>
          <p:nvPr/>
        </p:nvGrpSpPr>
        <p:grpSpPr>
          <a:xfrm rot="5400000">
            <a:off x="3143575" y="-1979019"/>
            <a:ext cx="3087397" cy="3195396"/>
            <a:chOff x="5497550" y="-2161969"/>
            <a:chExt cx="3087397" cy="3195396"/>
          </a:xfrm>
        </p:grpSpPr>
        <p:grpSp>
          <p:nvGrpSpPr>
            <p:cNvPr id="1327" name="Google Shape;1327;p45"/>
            <p:cNvGrpSpPr/>
            <p:nvPr/>
          </p:nvGrpSpPr>
          <p:grpSpPr>
            <a:xfrm rot="-5400000">
              <a:off x="5443550" y="-2107969"/>
              <a:ext cx="3195396" cy="3087397"/>
              <a:chOff x="5065775" y="1516606"/>
              <a:chExt cx="3195396" cy="3087397"/>
            </a:xfrm>
          </p:grpSpPr>
          <p:sp>
            <p:nvSpPr>
              <p:cNvPr id="1328" name="Google Shape;1328;p45"/>
              <p:cNvSpPr/>
              <p:nvPr/>
            </p:nvSpPr>
            <p:spPr>
              <a:xfrm>
                <a:off x="6100124" y="1856888"/>
                <a:ext cx="1317800" cy="770784"/>
              </a:xfrm>
              <a:custGeom>
                <a:rect b="b" l="l" r="r" t="t"/>
                <a:pathLst>
                  <a:path extrusionOk="0" h="824" w="1408">
                    <a:moveTo>
                      <a:pt x="1102" y="809"/>
                    </a:moveTo>
                    <a:cubicBezTo>
                      <a:pt x="1057" y="809"/>
                      <a:pt x="1011" y="799"/>
                      <a:pt x="979" y="773"/>
                    </a:cubicBezTo>
                    <a:cubicBezTo>
                      <a:pt x="919" y="723"/>
                      <a:pt x="846" y="740"/>
                      <a:pt x="782" y="754"/>
                    </a:cubicBezTo>
                    <a:cubicBezTo>
                      <a:pt x="776" y="755"/>
                      <a:pt x="770" y="757"/>
                      <a:pt x="764" y="758"/>
                    </a:cubicBezTo>
                    <a:cubicBezTo>
                      <a:pt x="753" y="761"/>
                      <a:pt x="753" y="761"/>
                      <a:pt x="753" y="761"/>
                    </a:cubicBezTo>
                    <a:cubicBezTo>
                      <a:pt x="689" y="775"/>
                      <a:pt x="609" y="792"/>
                      <a:pt x="521" y="762"/>
                    </a:cubicBezTo>
                    <a:cubicBezTo>
                      <a:pt x="494" y="752"/>
                      <a:pt x="466" y="735"/>
                      <a:pt x="437" y="718"/>
                    </a:cubicBezTo>
                    <a:cubicBezTo>
                      <a:pt x="381" y="683"/>
                      <a:pt x="323" y="647"/>
                      <a:pt x="262" y="669"/>
                    </a:cubicBezTo>
                    <a:cubicBezTo>
                      <a:pt x="231" y="680"/>
                      <a:pt x="200" y="676"/>
                      <a:pt x="170" y="658"/>
                    </a:cubicBezTo>
                    <a:cubicBezTo>
                      <a:pt x="122" y="628"/>
                      <a:pt x="91" y="566"/>
                      <a:pt x="87" y="523"/>
                    </a:cubicBezTo>
                    <a:cubicBezTo>
                      <a:pt x="83" y="489"/>
                      <a:pt x="69" y="451"/>
                      <a:pt x="55" y="411"/>
                    </a:cubicBezTo>
                    <a:cubicBezTo>
                      <a:pt x="39" y="368"/>
                      <a:pt x="22" y="319"/>
                      <a:pt x="14" y="269"/>
                    </a:cubicBezTo>
                    <a:cubicBezTo>
                      <a:pt x="0" y="172"/>
                      <a:pt x="114" y="46"/>
                      <a:pt x="115" y="45"/>
                    </a:cubicBezTo>
                    <a:cubicBezTo>
                      <a:pt x="115" y="45"/>
                      <a:pt x="115" y="45"/>
                      <a:pt x="115" y="45"/>
                    </a:cubicBezTo>
                    <a:cubicBezTo>
                      <a:pt x="168" y="1"/>
                      <a:pt x="392" y="0"/>
                      <a:pt x="585" y="15"/>
                    </a:cubicBezTo>
                    <a:cubicBezTo>
                      <a:pt x="782" y="30"/>
                      <a:pt x="1021" y="66"/>
                      <a:pt x="1112" y="115"/>
                    </a:cubicBezTo>
                    <a:cubicBezTo>
                      <a:pt x="1164" y="143"/>
                      <a:pt x="1208" y="161"/>
                      <a:pt x="1243" y="176"/>
                    </a:cubicBezTo>
                    <a:cubicBezTo>
                      <a:pt x="1326" y="210"/>
                      <a:pt x="1371" y="229"/>
                      <a:pt x="1397" y="316"/>
                    </a:cubicBezTo>
                    <a:cubicBezTo>
                      <a:pt x="1408" y="353"/>
                      <a:pt x="1376" y="442"/>
                      <a:pt x="1348" y="520"/>
                    </a:cubicBezTo>
                    <a:cubicBezTo>
                      <a:pt x="1337" y="551"/>
                      <a:pt x="1326" y="580"/>
                      <a:pt x="1321" y="601"/>
                    </a:cubicBezTo>
                    <a:cubicBezTo>
                      <a:pt x="1318" y="611"/>
                      <a:pt x="1315" y="620"/>
                      <a:pt x="1313" y="629"/>
                    </a:cubicBezTo>
                    <a:cubicBezTo>
                      <a:pt x="1294" y="701"/>
                      <a:pt x="1281" y="748"/>
                      <a:pt x="1232" y="778"/>
                    </a:cubicBezTo>
                    <a:cubicBezTo>
                      <a:pt x="1202" y="796"/>
                      <a:pt x="1152" y="809"/>
                      <a:pt x="1102" y="809"/>
                    </a:cubicBezTo>
                    <a:close/>
                    <a:moveTo>
                      <a:pt x="880" y="736"/>
                    </a:moveTo>
                    <a:cubicBezTo>
                      <a:pt x="915" y="736"/>
                      <a:pt x="950" y="744"/>
                      <a:pt x="981" y="770"/>
                    </a:cubicBezTo>
                    <a:cubicBezTo>
                      <a:pt x="1047" y="824"/>
                      <a:pt x="1175" y="809"/>
                      <a:pt x="1230" y="775"/>
                    </a:cubicBezTo>
                    <a:cubicBezTo>
                      <a:pt x="1278" y="745"/>
                      <a:pt x="1290" y="699"/>
                      <a:pt x="1309" y="628"/>
                    </a:cubicBezTo>
                    <a:cubicBezTo>
                      <a:pt x="1311" y="619"/>
                      <a:pt x="1314" y="610"/>
                      <a:pt x="1317" y="600"/>
                    </a:cubicBezTo>
                    <a:cubicBezTo>
                      <a:pt x="1323" y="579"/>
                      <a:pt x="1333" y="550"/>
                      <a:pt x="1344" y="519"/>
                    </a:cubicBezTo>
                    <a:cubicBezTo>
                      <a:pt x="1370" y="445"/>
                      <a:pt x="1403" y="353"/>
                      <a:pt x="1393" y="317"/>
                    </a:cubicBezTo>
                    <a:cubicBezTo>
                      <a:pt x="1368" y="232"/>
                      <a:pt x="1323" y="213"/>
                      <a:pt x="1242" y="179"/>
                    </a:cubicBezTo>
                    <a:cubicBezTo>
                      <a:pt x="1206" y="165"/>
                      <a:pt x="1162" y="146"/>
                      <a:pt x="1110" y="118"/>
                    </a:cubicBezTo>
                    <a:cubicBezTo>
                      <a:pt x="1019" y="70"/>
                      <a:pt x="781" y="34"/>
                      <a:pt x="585" y="19"/>
                    </a:cubicBezTo>
                    <a:cubicBezTo>
                      <a:pt x="344" y="1"/>
                      <a:pt x="160" y="12"/>
                      <a:pt x="118" y="48"/>
                    </a:cubicBezTo>
                    <a:cubicBezTo>
                      <a:pt x="114" y="52"/>
                      <a:pt x="4" y="175"/>
                      <a:pt x="18" y="268"/>
                    </a:cubicBezTo>
                    <a:cubicBezTo>
                      <a:pt x="26" y="318"/>
                      <a:pt x="42" y="364"/>
                      <a:pt x="59" y="409"/>
                    </a:cubicBezTo>
                    <a:cubicBezTo>
                      <a:pt x="73" y="450"/>
                      <a:pt x="87" y="488"/>
                      <a:pt x="91" y="522"/>
                    </a:cubicBezTo>
                    <a:cubicBezTo>
                      <a:pt x="95" y="564"/>
                      <a:pt x="125" y="625"/>
                      <a:pt x="172" y="654"/>
                    </a:cubicBezTo>
                    <a:cubicBezTo>
                      <a:pt x="201" y="672"/>
                      <a:pt x="231" y="675"/>
                      <a:pt x="261" y="665"/>
                    </a:cubicBezTo>
                    <a:cubicBezTo>
                      <a:pt x="323" y="642"/>
                      <a:pt x="382" y="679"/>
                      <a:pt x="439" y="714"/>
                    </a:cubicBezTo>
                    <a:cubicBezTo>
                      <a:pt x="468" y="732"/>
                      <a:pt x="495" y="749"/>
                      <a:pt x="523" y="758"/>
                    </a:cubicBezTo>
                    <a:cubicBezTo>
                      <a:pt x="610" y="788"/>
                      <a:pt x="689" y="771"/>
                      <a:pt x="752" y="757"/>
                    </a:cubicBezTo>
                    <a:cubicBezTo>
                      <a:pt x="763" y="754"/>
                      <a:pt x="763" y="754"/>
                      <a:pt x="763" y="754"/>
                    </a:cubicBezTo>
                    <a:cubicBezTo>
                      <a:pt x="769" y="753"/>
                      <a:pt x="775" y="752"/>
                      <a:pt x="781" y="750"/>
                    </a:cubicBezTo>
                    <a:cubicBezTo>
                      <a:pt x="812" y="743"/>
                      <a:pt x="846" y="736"/>
                      <a:pt x="880" y="73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45"/>
              <p:cNvSpPr/>
              <p:nvPr/>
            </p:nvSpPr>
            <p:spPr>
              <a:xfrm>
                <a:off x="5646176" y="1516606"/>
                <a:ext cx="2614995" cy="1501785"/>
              </a:xfrm>
              <a:custGeom>
                <a:rect b="b" l="l" r="r" t="t"/>
                <a:pathLst>
                  <a:path extrusionOk="0" h="1604" w="2794">
                    <a:moveTo>
                      <a:pt x="1338" y="1603"/>
                    </a:moveTo>
                    <a:cubicBezTo>
                      <a:pt x="1300" y="1603"/>
                      <a:pt x="1263" y="1603"/>
                      <a:pt x="1233" y="1602"/>
                    </a:cubicBezTo>
                    <a:cubicBezTo>
                      <a:pt x="1210" y="1602"/>
                      <a:pt x="1191" y="1602"/>
                      <a:pt x="1176" y="1602"/>
                    </a:cubicBezTo>
                    <a:cubicBezTo>
                      <a:pt x="1068" y="1602"/>
                      <a:pt x="988" y="1546"/>
                      <a:pt x="894" y="1457"/>
                    </a:cubicBezTo>
                    <a:cubicBezTo>
                      <a:pt x="846" y="1411"/>
                      <a:pt x="729" y="1406"/>
                      <a:pt x="616" y="1402"/>
                    </a:cubicBezTo>
                    <a:cubicBezTo>
                      <a:pt x="524" y="1398"/>
                      <a:pt x="438" y="1394"/>
                      <a:pt x="395" y="1369"/>
                    </a:cubicBezTo>
                    <a:cubicBezTo>
                      <a:pt x="307" y="1318"/>
                      <a:pt x="286" y="1244"/>
                      <a:pt x="258" y="1150"/>
                    </a:cubicBezTo>
                    <a:cubicBezTo>
                      <a:pt x="256" y="1140"/>
                      <a:pt x="253" y="1130"/>
                      <a:pt x="250" y="1120"/>
                    </a:cubicBezTo>
                    <a:cubicBezTo>
                      <a:pt x="217" y="1010"/>
                      <a:pt x="172" y="937"/>
                      <a:pt x="82" y="817"/>
                    </a:cubicBezTo>
                    <a:cubicBezTo>
                      <a:pt x="0" y="705"/>
                      <a:pt x="39" y="618"/>
                      <a:pt x="85" y="518"/>
                    </a:cubicBezTo>
                    <a:cubicBezTo>
                      <a:pt x="90" y="505"/>
                      <a:pt x="96" y="492"/>
                      <a:pt x="102" y="479"/>
                    </a:cubicBezTo>
                    <a:cubicBezTo>
                      <a:pt x="158" y="349"/>
                      <a:pt x="302" y="121"/>
                      <a:pt x="447" y="62"/>
                    </a:cubicBezTo>
                    <a:cubicBezTo>
                      <a:pt x="517" y="33"/>
                      <a:pt x="685" y="11"/>
                      <a:pt x="866" y="6"/>
                    </a:cubicBezTo>
                    <a:cubicBezTo>
                      <a:pt x="1061" y="0"/>
                      <a:pt x="1215" y="15"/>
                      <a:pt x="1277" y="46"/>
                    </a:cubicBezTo>
                    <a:cubicBezTo>
                      <a:pt x="1378" y="96"/>
                      <a:pt x="1619" y="113"/>
                      <a:pt x="1794" y="126"/>
                    </a:cubicBezTo>
                    <a:cubicBezTo>
                      <a:pt x="1852" y="130"/>
                      <a:pt x="1903" y="134"/>
                      <a:pt x="1936" y="138"/>
                    </a:cubicBezTo>
                    <a:cubicBezTo>
                      <a:pt x="2068" y="154"/>
                      <a:pt x="2485" y="293"/>
                      <a:pt x="2565" y="410"/>
                    </a:cubicBezTo>
                    <a:cubicBezTo>
                      <a:pt x="2643" y="523"/>
                      <a:pt x="2777" y="733"/>
                      <a:pt x="2786" y="803"/>
                    </a:cubicBezTo>
                    <a:cubicBezTo>
                      <a:pt x="2794" y="872"/>
                      <a:pt x="2706" y="1081"/>
                      <a:pt x="2612" y="1117"/>
                    </a:cubicBezTo>
                    <a:cubicBezTo>
                      <a:pt x="2571" y="1134"/>
                      <a:pt x="2530" y="1162"/>
                      <a:pt x="2487" y="1192"/>
                    </a:cubicBezTo>
                    <a:cubicBezTo>
                      <a:pt x="2434" y="1229"/>
                      <a:pt x="2380" y="1267"/>
                      <a:pt x="2316" y="1289"/>
                    </a:cubicBezTo>
                    <a:cubicBezTo>
                      <a:pt x="2240" y="1316"/>
                      <a:pt x="2153" y="1306"/>
                      <a:pt x="2076" y="1297"/>
                    </a:cubicBezTo>
                    <a:cubicBezTo>
                      <a:pt x="2037" y="1292"/>
                      <a:pt x="1999" y="1288"/>
                      <a:pt x="1968" y="1290"/>
                    </a:cubicBezTo>
                    <a:cubicBezTo>
                      <a:pt x="1897" y="1293"/>
                      <a:pt x="1810" y="1406"/>
                      <a:pt x="1745" y="1489"/>
                    </a:cubicBezTo>
                    <a:cubicBezTo>
                      <a:pt x="1727" y="1513"/>
                      <a:pt x="1711" y="1534"/>
                      <a:pt x="1697" y="1549"/>
                    </a:cubicBezTo>
                    <a:cubicBezTo>
                      <a:pt x="1656" y="1596"/>
                      <a:pt x="1481" y="1603"/>
                      <a:pt x="1338" y="1603"/>
                    </a:cubicBezTo>
                    <a:close/>
                    <a:moveTo>
                      <a:pt x="946" y="8"/>
                    </a:moveTo>
                    <a:cubicBezTo>
                      <a:pt x="920" y="8"/>
                      <a:pt x="894" y="9"/>
                      <a:pt x="866" y="10"/>
                    </a:cubicBezTo>
                    <a:cubicBezTo>
                      <a:pt x="686" y="15"/>
                      <a:pt x="518" y="37"/>
                      <a:pt x="448" y="65"/>
                    </a:cubicBezTo>
                    <a:cubicBezTo>
                      <a:pt x="304" y="124"/>
                      <a:pt x="162" y="351"/>
                      <a:pt x="106" y="480"/>
                    </a:cubicBezTo>
                    <a:cubicBezTo>
                      <a:pt x="100" y="494"/>
                      <a:pt x="94" y="507"/>
                      <a:pt x="88" y="519"/>
                    </a:cubicBezTo>
                    <a:cubicBezTo>
                      <a:pt x="41" y="623"/>
                      <a:pt x="4" y="705"/>
                      <a:pt x="85" y="814"/>
                    </a:cubicBezTo>
                    <a:cubicBezTo>
                      <a:pt x="175" y="935"/>
                      <a:pt x="221" y="1008"/>
                      <a:pt x="254" y="1119"/>
                    </a:cubicBezTo>
                    <a:cubicBezTo>
                      <a:pt x="257" y="1129"/>
                      <a:pt x="259" y="1139"/>
                      <a:pt x="262" y="1149"/>
                    </a:cubicBezTo>
                    <a:cubicBezTo>
                      <a:pt x="289" y="1242"/>
                      <a:pt x="310" y="1315"/>
                      <a:pt x="397" y="1366"/>
                    </a:cubicBezTo>
                    <a:cubicBezTo>
                      <a:pt x="439" y="1391"/>
                      <a:pt x="525" y="1394"/>
                      <a:pt x="616" y="1398"/>
                    </a:cubicBezTo>
                    <a:cubicBezTo>
                      <a:pt x="730" y="1402"/>
                      <a:pt x="848" y="1407"/>
                      <a:pt x="897" y="1454"/>
                    </a:cubicBezTo>
                    <a:cubicBezTo>
                      <a:pt x="990" y="1543"/>
                      <a:pt x="1069" y="1598"/>
                      <a:pt x="1176" y="1598"/>
                    </a:cubicBezTo>
                    <a:cubicBezTo>
                      <a:pt x="1191" y="1598"/>
                      <a:pt x="1210" y="1598"/>
                      <a:pt x="1233" y="1598"/>
                    </a:cubicBezTo>
                    <a:cubicBezTo>
                      <a:pt x="1376" y="1600"/>
                      <a:pt x="1643" y="1604"/>
                      <a:pt x="1694" y="1546"/>
                    </a:cubicBezTo>
                    <a:cubicBezTo>
                      <a:pt x="1708" y="1531"/>
                      <a:pt x="1724" y="1510"/>
                      <a:pt x="1742" y="1486"/>
                    </a:cubicBezTo>
                    <a:cubicBezTo>
                      <a:pt x="1807" y="1403"/>
                      <a:pt x="1895" y="1289"/>
                      <a:pt x="1968" y="1286"/>
                    </a:cubicBezTo>
                    <a:cubicBezTo>
                      <a:pt x="1999" y="1284"/>
                      <a:pt x="2037" y="1288"/>
                      <a:pt x="2077" y="1293"/>
                    </a:cubicBezTo>
                    <a:cubicBezTo>
                      <a:pt x="2153" y="1302"/>
                      <a:pt x="2239" y="1312"/>
                      <a:pt x="2315" y="1286"/>
                    </a:cubicBezTo>
                    <a:cubicBezTo>
                      <a:pt x="2378" y="1264"/>
                      <a:pt x="2432" y="1226"/>
                      <a:pt x="2485" y="1189"/>
                    </a:cubicBezTo>
                    <a:cubicBezTo>
                      <a:pt x="2528" y="1159"/>
                      <a:pt x="2569" y="1130"/>
                      <a:pt x="2611" y="1114"/>
                    </a:cubicBezTo>
                    <a:cubicBezTo>
                      <a:pt x="2703" y="1078"/>
                      <a:pt x="2790" y="871"/>
                      <a:pt x="2782" y="804"/>
                    </a:cubicBezTo>
                    <a:cubicBezTo>
                      <a:pt x="2774" y="735"/>
                      <a:pt x="2634" y="518"/>
                      <a:pt x="2562" y="413"/>
                    </a:cubicBezTo>
                    <a:cubicBezTo>
                      <a:pt x="2482" y="296"/>
                      <a:pt x="2067" y="157"/>
                      <a:pt x="1935" y="142"/>
                    </a:cubicBezTo>
                    <a:cubicBezTo>
                      <a:pt x="1902" y="137"/>
                      <a:pt x="1852" y="134"/>
                      <a:pt x="1794" y="130"/>
                    </a:cubicBezTo>
                    <a:cubicBezTo>
                      <a:pt x="1618" y="117"/>
                      <a:pt x="1377" y="100"/>
                      <a:pt x="1275" y="49"/>
                    </a:cubicBezTo>
                    <a:cubicBezTo>
                      <a:pt x="1222" y="23"/>
                      <a:pt x="1102" y="8"/>
                      <a:pt x="946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45"/>
              <p:cNvSpPr/>
              <p:nvPr/>
            </p:nvSpPr>
            <p:spPr>
              <a:xfrm>
                <a:off x="5196489" y="1854046"/>
                <a:ext cx="1387419" cy="2715155"/>
              </a:xfrm>
              <a:custGeom>
                <a:rect b="b" l="l" r="r" t="t"/>
                <a:pathLst>
                  <a:path extrusionOk="0" h="2901" w="1482">
                    <a:moveTo>
                      <a:pt x="1102" y="2867"/>
                    </a:moveTo>
                    <a:cubicBezTo>
                      <a:pt x="927" y="2867"/>
                      <a:pt x="566" y="2757"/>
                      <a:pt x="337" y="2688"/>
                    </a:cubicBezTo>
                    <a:cubicBezTo>
                      <a:pt x="267" y="2667"/>
                      <a:pt x="212" y="2650"/>
                      <a:pt x="179" y="2641"/>
                    </a:cubicBezTo>
                    <a:cubicBezTo>
                      <a:pt x="93" y="2619"/>
                      <a:pt x="50" y="2439"/>
                      <a:pt x="29" y="2292"/>
                    </a:cubicBezTo>
                    <a:cubicBezTo>
                      <a:pt x="2" y="2107"/>
                      <a:pt x="0" y="1918"/>
                      <a:pt x="6" y="1835"/>
                    </a:cubicBezTo>
                    <a:cubicBezTo>
                      <a:pt x="9" y="1786"/>
                      <a:pt x="23" y="1692"/>
                      <a:pt x="40" y="1574"/>
                    </a:cubicBezTo>
                    <a:cubicBezTo>
                      <a:pt x="88" y="1256"/>
                      <a:pt x="159" y="775"/>
                      <a:pt x="110" y="556"/>
                    </a:cubicBezTo>
                    <a:cubicBezTo>
                      <a:pt x="75" y="402"/>
                      <a:pt x="52" y="203"/>
                      <a:pt x="94" y="103"/>
                    </a:cubicBezTo>
                    <a:cubicBezTo>
                      <a:pt x="120" y="39"/>
                      <a:pt x="169" y="0"/>
                      <a:pt x="223" y="0"/>
                    </a:cubicBezTo>
                    <a:cubicBezTo>
                      <a:pt x="223" y="0"/>
                      <a:pt x="223" y="0"/>
                      <a:pt x="223" y="0"/>
                    </a:cubicBezTo>
                    <a:cubicBezTo>
                      <a:pt x="278" y="0"/>
                      <a:pt x="326" y="38"/>
                      <a:pt x="354" y="103"/>
                    </a:cubicBezTo>
                    <a:cubicBezTo>
                      <a:pt x="354" y="103"/>
                      <a:pt x="354" y="103"/>
                      <a:pt x="354" y="103"/>
                    </a:cubicBezTo>
                    <a:cubicBezTo>
                      <a:pt x="354" y="105"/>
                      <a:pt x="402" y="260"/>
                      <a:pt x="414" y="347"/>
                    </a:cubicBezTo>
                    <a:cubicBezTo>
                      <a:pt x="426" y="434"/>
                      <a:pt x="422" y="470"/>
                      <a:pt x="410" y="544"/>
                    </a:cubicBezTo>
                    <a:cubicBezTo>
                      <a:pt x="408" y="553"/>
                      <a:pt x="408" y="553"/>
                      <a:pt x="408" y="553"/>
                    </a:cubicBezTo>
                    <a:cubicBezTo>
                      <a:pt x="396" y="623"/>
                      <a:pt x="383" y="702"/>
                      <a:pt x="413" y="759"/>
                    </a:cubicBezTo>
                    <a:cubicBezTo>
                      <a:pt x="426" y="782"/>
                      <a:pt x="448" y="806"/>
                      <a:pt x="475" y="833"/>
                    </a:cubicBezTo>
                    <a:cubicBezTo>
                      <a:pt x="517" y="878"/>
                      <a:pt x="565" y="928"/>
                      <a:pt x="590" y="995"/>
                    </a:cubicBezTo>
                    <a:cubicBezTo>
                      <a:pt x="602" y="1027"/>
                      <a:pt x="611" y="1063"/>
                      <a:pt x="620" y="1097"/>
                    </a:cubicBezTo>
                    <a:cubicBezTo>
                      <a:pt x="642" y="1177"/>
                      <a:pt x="662" y="1252"/>
                      <a:pt x="709" y="1274"/>
                    </a:cubicBezTo>
                    <a:cubicBezTo>
                      <a:pt x="745" y="1291"/>
                      <a:pt x="792" y="1300"/>
                      <a:pt x="838" y="1309"/>
                    </a:cubicBezTo>
                    <a:cubicBezTo>
                      <a:pt x="875" y="1316"/>
                      <a:pt x="911" y="1323"/>
                      <a:pt x="937" y="1334"/>
                    </a:cubicBezTo>
                    <a:cubicBezTo>
                      <a:pt x="952" y="1340"/>
                      <a:pt x="963" y="1354"/>
                      <a:pt x="971" y="1375"/>
                    </a:cubicBezTo>
                    <a:cubicBezTo>
                      <a:pt x="988" y="1424"/>
                      <a:pt x="975" y="1499"/>
                      <a:pt x="953" y="1540"/>
                    </a:cubicBezTo>
                    <a:cubicBezTo>
                      <a:pt x="946" y="1555"/>
                      <a:pt x="934" y="1573"/>
                      <a:pt x="920" y="1594"/>
                    </a:cubicBezTo>
                    <a:cubicBezTo>
                      <a:pt x="880" y="1656"/>
                      <a:pt x="825" y="1741"/>
                      <a:pt x="834" y="1803"/>
                    </a:cubicBezTo>
                    <a:cubicBezTo>
                      <a:pt x="845" y="1884"/>
                      <a:pt x="946" y="2069"/>
                      <a:pt x="1021" y="2102"/>
                    </a:cubicBezTo>
                    <a:cubicBezTo>
                      <a:pt x="1039" y="2110"/>
                      <a:pt x="1063" y="2119"/>
                      <a:pt x="1089" y="2129"/>
                    </a:cubicBezTo>
                    <a:cubicBezTo>
                      <a:pt x="1169" y="2160"/>
                      <a:pt x="1268" y="2199"/>
                      <a:pt x="1313" y="2238"/>
                    </a:cubicBezTo>
                    <a:cubicBezTo>
                      <a:pt x="1390" y="2305"/>
                      <a:pt x="1438" y="2381"/>
                      <a:pt x="1458" y="2471"/>
                    </a:cubicBezTo>
                    <a:cubicBezTo>
                      <a:pt x="1482" y="2582"/>
                      <a:pt x="1322" y="2798"/>
                      <a:pt x="1172" y="2857"/>
                    </a:cubicBezTo>
                    <a:cubicBezTo>
                      <a:pt x="1155" y="2864"/>
                      <a:pt x="1131" y="2867"/>
                      <a:pt x="1102" y="2867"/>
                    </a:cubicBezTo>
                    <a:close/>
                    <a:moveTo>
                      <a:pt x="223" y="4"/>
                    </a:moveTo>
                    <a:cubicBezTo>
                      <a:pt x="223" y="4"/>
                      <a:pt x="223" y="4"/>
                      <a:pt x="223" y="4"/>
                    </a:cubicBezTo>
                    <a:cubicBezTo>
                      <a:pt x="170" y="4"/>
                      <a:pt x="123" y="42"/>
                      <a:pt x="98" y="104"/>
                    </a:cubicBezTo>
                    <a:cubicBezTo>
                      <a:pt x="57" y="203"/>
                      <a:pt x="79" y="402"/>
                      <a:pt x="114" y="555"/>
                    </a:cubicBezTo>
                    <a:cubicBezTo>
                      <a:pt x="163" y="775"/>
                      <a:pt x="92" y="1256"/>
                      <a:pt x="44" y="1575"/>
                    </a:cubicBezTo>
                    <a:cubicBezTo>
                      <a:pt x="27" y="1693"/>
                      <a:pt x="13" y="1786"/>
                      <a:pt x="10" y="1836"/>
                    </a:cubicBezTo>
                    <a:cubicBezTo>
                      <a:pt x="4" y="1918"/>
                      <a:pt x="6" y="2107"/>
                      <a:pt x="33" y="2291"/>
                    </a:cubicBezTo>
                    <a:cubicBezTo>
                      <a:pt x="54" y="2437"/>
                      <a:pt x="97" y="2616"/>
                      <a:pt x="180" y="2638"/>
                    </a:cubicBezTo>
                    <a:cubicBezTo>
                      <a:pt x="213" y="2646"/>
                      <a:pt x="268" y="2663"/>
                      <a:pt x="338" y="2684"/>
                    </a:cubicBezTo>
                    <a:cubicBezTo>
                      <a:pt x="605" y="2765"/>
                      <a:pt x="1051" y="2901"/>
                      <a:pt x="1171" y="2854"/>
                    </a:cubicBezTo>
                    <a:cubicBezTo>
                      <a:pt x="1319" y="2795"/>
                      <a:pt x="1478" y="2581"/>
                      <a:pt x="1454" y="2472"/>
                    </a:cubicBezTo>
                    <a:cubicBezTo>
                      <a:pt x="1434" y="2383"/>
                      <a:pt x="1387" y="2308"/>
                      <a:pt x="1310" y="2241"/>
                    </a:cubicBezTo>
                    <a:cubicBezTo>
                      <a:pt x="1266" y="2202"/>
                      <a:pt x="1167" y="2164"/>
                      <a:pt x="1087" y="2133"/>
                    </a:cubicBezTo>
                    <a:cubicBezTo>
                      <a:pt x="1062" y="2123"/>
                      <a:pt x="1037" y="2113"/>
                      <a:pt x="1019" y="2105"/>
                    </a:cubicBezTo>
                    <a:cubicBezTo>
                      <a:pt x="943" y="2073"/>
                      <a:pt x="841" y="1886"/>
                      <a:pt x="830" y="1804"/>
                    </a:cubicBezTo>
                    <a:cubicBezTo>
                      <a:pt x="821" y="1740"/>
                      <a:pt x="876" y="1654"/>
                      <a:pt x="917" y="1592"/>
                    </a:cubicBezTo>
                    <a:cubicBezTo>
                      <a:pt x="930" y="1571"/>
                      <a:pt x="942" y="1553"/>
                      <a:pt x="950" y="1539"/>
                    </a:cubicBezTo>
                    <a:cubicBezTo>
                      <a:pt x="971" y="1498"/>
                      <a:pt x="984" y="1425"/>
                      <a:pt x="967" y="1376"/>
                    </a:cubicBezTo>
                    <a:cubicBezTo>
                      <a:pt x="960" y="1356"/>
                      <a:pt x="949" y="1344"/>
                      <a:pt x="935" y="1337"/>
                    </a:cubicBezTo>
                    <a:cubicBezTo>
                      <a:pt x="910" y="1327"/>
                      <a:pt x="874" y="1320"/>
                      <a:pt x="837" y="1313"/>
                    </a:cubicBezTo>
                    <a:cubicBezTo>
                      <a:pt x="791" y="1304"/>
                      <a:pt x="744" y="1295"/>
                      <a:pt x="707" y="1277"/>
                    </a:cubicBezTo>
                    <a:cubicBezTo>
                      <a:pt x="658" y="1255"/>
                      <a:pt x="638" y="1179"/>
                      <a:pt x="617" y="1098"/>
                    </a:cubicBezTo>
                    <a:cubicBezTo>
                      <a:pt x="607" y="1064"/>
                      <a:pt x="598" y="1029"/>
                      <a:pt x="586" y="996"/>
                    </a:cubicBezTo>
                    <a:cubicBezTo>
                      <a:pt x="561" y="930"/>
                      <a:pt x="514" y="880"/>
                      <a:pt x="472" y="836"/>
                    </a:cubicBezTo>
                    <a:cubicBezTo>
                      <a:pt x="445" y="808"/>
                      <a:pt x="422" y="784"/>
                      <a:pt x="410" y="760"/>
                    </a:cubicBezTo>
                    <a:cubicBezTo>
                      <a:pt x="379" y="702"/>
                      <a:pt x="392" y="623"/>
                      <a:pt x="404" y="553"/>
                    </a:cubicBezTo>
                    <a:cubicBezTo>
                      <a:pt x="406" y="543"/>
                      <a:pt x="406" y="543"/>
                      <a:pt x="406" y="543"/>
                    </a:cubicBezTo>
                    <a:cubicBezTo>
                      <a:pt x="418" y="470"/>
                      <a:pt x="421" y="434"/>
                      <a:pt x="410" y="348"/>
                    </a:cubicBezTo>
                    <a:cubicBezTo>
                      <a:pt x="398" y="262"/>
                      <a:pt x="351" y="109"/>
                      <a:pt x="350" y="104"/>
                    </a:cubicBezTo>
                    <a:cubicBezTo>
                      <a:pt x="323" y="42"/>
                      <a:pt x="276" y="4"/>
                      <a:pt x="22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45"/>
              <p:cNvSpPr/>
              <p:nvPr/>
            </p:nvSpPr>
            <p:spPr>
              <a:xfrm>
                <a:off x="6269200" y="3164025"/>
                <a:ext cx="1121729" cy="936307"/>
              </a:xfrm>
              <a:custGeom>
                <a:rect b="b" l="l" r="r" t="t"/>
                <a:pathLst>
                  <a:path extrusionOk="0" h="1000" w="1198">
                    <a:moveTo>
                      <a:pt x="495" y="994"/>
                    </a:moveTo>
                    <a:cubicBezTo>
                      <a:pt x="471" y="994"/>
                      <a:pt x="451" y="989"/>
                      <a:pt x="435" y="984"/>
                    </a:cubicBezTo>
                    <a:cubicBezTo>
                      <a:pt x="402" y="971"/>
                      <a:pt x="376" y="947"/>
                      <a:pt x="366" y="920"/>
                    </a:cubicBezTo>
                    <a:cubicBezTo>
                      <a:pt x="361" y="906"/>
                      <a:pt x="354" y="882"/>
                      <a:pt x="345" y="852"/>
                    </a:cubicBezTo>
                    <a:cubicBezTo>
                      <a:pt x="319" y="759"/>
                      <a:pt x="279" y="618"/>
                      <a:pt x="230" y="567"/>
                    </a:cubicBezTo>
                    <a:cubicBezTo>
                      <a:pt x="228" y="565"/>
                      <a:pt x="168" y="511"/>
                      <a:pt x="103" y="474"/>
                    </a:cubicBezTo>
                    <a:cubicBezTo>
                      <a:pt x="50" y="445"/>
                      <a:pt x="0" y="375"/>
                      <a:pt x="5" y="285"/>
                    </a:cubicBezTo>
                    <a:cubicBezTo>
                      <a:pt x="10" y="198"/>
                      <a:pt x="150" y="61"/>
                      <a:pt x="214" y="63"/>
                    </a:cubicBezTo>
                    <a:cubicBezTo>
                      <a:pt x="232" y="64"/>
                      <a:pt x="261" y="69"/>
                      <a:pt x="295" y="75"/>
                    </a:cubicBezTo>
                    <a:cubicBezTo>
                      <a:pt x="386" y="92"/>
                      <a:pt x="511" y="114"/>
                      <a:pt x="589" y="84"/>
                    </a:cubicBezTo>
                    <a:cubicBezTo>
                      <a:pt x="655" y="58"/>
                      <a:pt x="817" y="0"/>
                      <a:pt x="875" y="12"/>
                    </a:cubicBezTo>
                    <a:cubicBezTo>
                      <a:pt x="926" y="22"/>
                      <a:pt x="972" y="52"/>
                      <a:pt x="987" y="85"/>
                    </a:cubicBezTo>
                    <a:cubicBezTo>
                      <a:pt x="993" y="98"/>
                      <a:pt x="988" y="119"/>
                      <a:pt x="984" y="143"/>
                    </a:cubicBezTo>
                    <a:cubicBezTo>
                      <a:pt x="977" y="179"/>
                      <a:pt x="968" y="223"/>
                      <a:pt x="987" y="263"/>
                    </a:cubicBezTo>
                    <a:cubicBezTo>
                      <a:pt x="1009" y="309"/>
                      <a:pt x="1056" y="401"/>
                      <a:pt x="1077" y="424"/>
                    </a:cubicBezTo>
                    <a:cubicBezTo>
                      <a:pt x="1106" y="455"/>
                      <a:pt x="1170" y="567"/>
                      <a:pt x="1176" y="624"/>
                    </a:cubicBezTo>
                    <a:cubicBezTo>
                      <a:pt x="1176" y="628"/>
                      <a:pt x="1176" y="628"/>
                      <a:pt x="1176" y="628"/>
                    </a:cubicBezTo>
                    <a:cubicBezTo>
                      <a:pt x="1183" y="686"/>
                      <a:pt x="1198" y="821"/>
                      <a:pt x="1060" y="889"/>
                    </a:cubicBezTo>
                    <a:cubicBezTo>
                      <a:pt x="995" y="921"/>
                      <a:pt x="936" y="916"/>
                      <a:pt x="874" y="912"/>
                    </a:cubicBezTo>
                    <a:cubicBezTo>
                      <a:pt x="804" y="906"/>
                      <a:pt x="732" y="901"/>
                      <a:pt x="646" y="948"/>
                    </a:cubicBezTo>
                    <a:cubicBezTo>
                      <a:pt x="584" y="983"/>
                      <a:pt x="533" y="994"/>
                      <a:pt x="495" y="994"/>
                    </a:cubicBezTo>
                    <a:close/>
                    <a:moveTo>
                      <a:pt x="212" y="67"/>
                    </a:moveTo>
                    <a:cubicBezTo>
                      <a:pt x="149" y="67"/>
                      <a:pt x="14" y="200"/>
                      <a:pt x="9" y="285"/>
                    </a:cubicBezTo>
                    <a:cubicBezTo>
                      <a:pt x="4" y="373"/>
                      <a:pt x="53" y="442"/>
                      <a:pt x="105" y="471"/>
                    </a:cubicBezTo>
                    <a:cubicBezTo>
                      <a:pt x="172" y="508"/>
                      <a:pt x="232" y="563"/>
                      <a:pt x="232" y="564"/>
                    </a:cubicBezTo>
                    <a:cubicBezTo>
                      <a:pt x="232" y="564"/>
                      <a:pt x="232" y="564"/>
                      <a:pt x="232" y="564"/>
                    </a:cubicBezTo>
                    <a:cubicBezTo>
                      <a:pt x="282" y="616"/>
                      <a:pt x="323" y="758"/>
                      <a:pt x="349" y="851"/>
                    </a:cubicBezTo>
                    <a:cubicBezTo>
                      <a:pt x="358" y="881"/>
                      <a:pt x="364" y="905"/>
                      <a:pt x="370" y="918"/>
                    </a:cubicBezTo>
                    <a:cubicBezTo>
                      <a:pt x="379" y="945"/>
                      <a:pt x="405" y="968"/>
                      <a:pt x="437" y="980"/>
                    </a:cubicBezTo>
                    <a:cubicBezTo>
                      <a:pt x="476" y="994"/>
                      <a:pt x="544" y="1000"/>
                      <a:pt x="644" y="945"/>
                    </a:cubicBezTo>
                    <a:cubicBezTo>
                      <a:pt x="731" y="897"/>
                      <a:pt x="804" y="902"/>
                      <a:pt x="874" y="908"/>
                    </a:cubicBezTo>
                    <a:cubicBezTo>
                      <a:pt x="936" y="912"/>
                      <a:pt x="994" y="917"/>
                      <a:pt x="1059" y="885"/>
                    </a:cubicBezTo>
                    <a:cubicBezTo>
                      <a:pt x="1193" y="819"/>
                      <a:pt x="1179" y="685"/>
                      <a:pt x="1172" y="628"/>
                    </a:cubicBezTo>
                    <a:cubicBezTo>
                      <a:pt x="1172" y="624"/>
                      <a:pt x="1172" y="624"/>
                      <a:pt x="1172" y="624"/>
                    </a:cubicBezTo>
                    <a:cubicBezTo>
                      <a:pt x="1166" y="568"/>
                      <a:pt x="1103" y="457"/>
                      <a:pt x="1074" y="427"/>
                    </a:cubicBezTo>
                    <a:cubicBezTo>
                      <a:pt x="1053" y="404"/>
                      <a:pt x="1006" y="311"/>
                      <a:pt x="984" y="265"/>
                    </a:cubicBezTo>
                    <a:cubicBezTo>
                      <a:pt x="964" y="223"/>
                      <a:pt x="973" y="178"/>
                      <a:pt x="980" y="142"/>
                    </a:cubicBezTo>
                    <a:cubicBezTo>
                      <a:pt x="984" y="119"/>
                      <a:pt x="988" y="99"/>
                      <a:pt x="983" y="86"/>
                    </a:cubicBezTo>
                    <a:cubicBezTo>
                      <a:pt x="969" y="55"/>
                      <a:pt x="923" y="26"/>
                      <a:pt x="874" y="16"/>
                    </a:cubicBezTo>
                    <a:cubicBezTo>
                      <a:pt x="817" y="4"/>
                      <a:pt x="657" y="62"/>
                      <a:pt x="590" y="88"/>
                    </a:cubicBezTo>
                    <a:cubicBezTo>
                      <a:pt x="511" y="118"/>
                      <a:pt x="386" y="96"/>
                      <a:pt x="294" y="79"/>
                    </a:cubicBezTo>
                    <a:cubicBezTo>
                      <a:pt x="261" y="73"/>
                      <a:pt x="232" y="68"/>
                      <a:pt x="214" y="67"/>
                    </a:cubicBezTo>
                    <a:cubicBezTo>
                      <a:pt x="213" y="67"/>
                      <a:pt x="213" y="67"/>
                      <a:pt x="212" y="6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45"/>
              <p:cNvSpPr/>
              <p:nvPr/>
            </p:nvSpPr>
            <p:spPr>
              <a:xfrm>
                <a:off x="6255703" y="1937873"/>
                <a:ext cx="929919" cy="467443"/>
              </a:xfrm>
              <a:custGeom>
                <a:rect b="b" l="l" r="r" t="t"/>
                <a:pathLst>
                  <a:path extrusionOk="0" h="499" w="994">
                    <a:moveTo>
                      <a:pt x="546" y="494"/>
                    </a:moveTo>
                    <a:cubicBezTo>
                      <a:pt x="532" y="494"/>
                      <a:pt x="518" y="492"/>
                      <a:pt x="504" y="487"/>
                    </a:cubicBezTo>
                    <a:cubicBezTo>
                      <a:pt x="434" y="464"/>
                      <a:pt x="259" y="447"/>
                      <a:pt x="169" y="456"/>
                    </a:cubicBezTo>
                    <a:cubicBezTo>
                      <a:pt x="108" y="461"/>
                      <a:pt x="96" y="422"/>
                      <a:pt x="79" y="372"/>
                    </a:cubicBezTo>
                    <a:cubicBezTo>
                      <a:pt x="72" y="348"/>
                      <a:pt x="63" y="321"/>
                      <a:pt x="47" y="295"/>
                    </a:cubicBezTo>
                    <a:cubicBezTo>
                      <a:pt x="0" y="216"/>
                      <a:pt x="35" y="113"/>
                      <a:pt x="43" y="93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78" y="0"/>
                      <a:pt x="159" y="25"/>
                      <a:pt x="230" y="48"/>
                    </a:cubicBezTo>
                    <a:cubicBezTo>
                      <a:pt x="250" y="54"/>
                      <a:pt x="268" y="60"/>
                      <a:pt x="285" y="64"/>
                    </a:cubicBezTo>
                    <a:cubicBezTo>
                      <a:pt x="338" y="74"/>
                      <a:pt x="437" y="74"/>
                      <a:pt x="524" y="74"/>
                    </a:cubicBezTo>
                    <a:cubicBezTo>
                      <a:pt x="567" y="74"/>
                      <a:pt x="607" y="74"/>
                      <a:pt x="637" y="76"/>
                    </a:cubicBezTo>
                    <a:cubicBezTo>
                      <a:pt x="756" y="81"/>
                      <a:pt x="848" y="105"/>
                      <a:pt x="910" y="148"/>
                    </a:cubicBezTo>
                    <a:cubicBezTo>
                      <a:pt x="987" y="200"/>
                      <a:pt x="994" y="347"/>
                      <a:pt x="958" y="414"/>
                    </a:cubicBezTo>
                    <a:cubicBezTo>
                      <a:pt x="935" y="458"/>
                      <a:pt x="888" y="454"/>
                      <a:pt x="834" y="448"/>
                    </a:cubicBezTo>
                    <a:cubicBezTo>
                      <a:pt x="802" y="445"/>
                      <a:pt x="767" y="442"/>
                      <a:pt x="733" y="448"/>
                    </a:cubicBezTo>
                    <a:cubicBezTo>
                      <a:pt x="700" y="453"/>
                      <a:pt x="672" y="463"/>
                      <a:pt x="644" y="472"/>
                    </a:cubicBezTo>
                    <a:cubicBezTo>
                      <a:pt x="609" y="484"/>
                      <a:pt x="578" y="494"/>
                      <a:pt x="546" y="494"/>
                    </a:cubicBezTo>
                    <a:close/>
                    <a:moveTo>
                      <a:pt x="223" y="449"/>
                    </a:moveTo>
                    <a:cubicBezTo>
                      <a:pt x="317" y="449"/>
                      <a:pt x="447" y="464"/>
                      <a:pt x="505" y="484"/>
                    </a:cubicBezTo>
                    <a:cubicBezTo>
                      <a:pt x="551" y="499"/>
                      <a:pt x="594" y="485"/>
                      <a:pt x="643" y="468"/>
                    </a:cubicBezTo>
                    <a:cubicBezTo>
                      <a:pt x="671" y="459"/>
                      <a:pt x="699" y="449"/>
                      <a:pt x="732" y="444"/>
                    </a:cubicBezTo>
                    <a:cubicBezTo>
                      <a:pt x="767" y="438"/>
                      <a:pt x="803" y="441"/>
                      <a:pt x="834" y="444"/>
                    </a:cubicBezTo>
                    <a:cubicBezTo>
                      <a:pt x="887" y="450"/>
                      <a:pt x="933" y="454"/>
                      <a:pt x="955" y="413"/>
                    </a:cubicBezTo>
                    <a:cubicBezTo>
                      <a:pt x="990" y="346"/>
                      <a:pt x="983" y="203"/>
                      <a:pt x="908" y="151"/>
                    </a:cubicBezTo>
                    <a:cubicBezTo>
                      <a:pt x="846" y="109"/>
                      <a:pt x="755" y="85"/>
                      <a:pt x="637" y="80"/>
                    </a:cubicBezTo>
                    <a:cubicBezTo>
                      <a:pt x="607" y="78"/>
                      <a:pt x="567" y="78"/>
                      <a:pt x="524" y="78"/>
                    </a:cubicBezTo>
                    <a:cubicBezTo>
                      <a:pt x="437" y="78"/>
                      <a:pt x="338" y="78"/>
                      <a:pt x="284" y="67"/>
                    </a:cubicBezTo>
                    <a:cubicBezTo>
                      <a:pt x="267" y="64"/>
                      <a:pt x="249" y="58"/>
                      <a:pt x="229" y="52"/>
                    </a:cubicBezTo>
                    <a:cubicBezTo>
                      <a:pt x="160" y="30"/>
                      <a:pt x="81" y="5"/>
                      <a:pt x="47" y="94"/>
                    </a:cubicBezTo>
                    <a:cubicBezTo>
                      <a:pt x="47" y="94"/>
                      <a:pt x="47" y="94"/>
                      <a:pt x="47" y="94"/>
                    </a:cubicBezTo>
                    <a:cubicBezTo>
                      <a:pt x="39" y="114"/>
                      <a:pt x="4" y="216"/>
                      <a:pt x="50" y="293"/>
                    </a:cubicBezTo>
                    <a:cubicBezTo>
                      <a:pt x="66" y="319"/>
                      <a:pt x="75" y="347"/>
                      <a:pt x="83" y="371"/>
                    </a:cubicBezTo>
                    <a:cubicBezTo>
                      <a:pt x="99" y="421"/>
                      <a:pt x="111" y="457"/>
                      <a:pt x="169" y="452"/>
                    </a:cubicBezTo>
                    <a:cubicBezTo>
                      <a:pt x="184" y="450"/>
                      <a:pt x="203" y="449"/>
                      <a:pt x="223" y="44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45"/>
              <p:cNvSpPr/>
              <p:nvPr/>
            </p:nvSpPr>
            <p:spPr>
              <a:xfrm>
                <a:off x="6537733" y="3354412"/>
                <a:ext cx="636523" cy="552691"/>
              </a:xfrm>
              <a:custGeom>
                <a:rect b="b" l="l" r="r" t="t"/>
                <a:pathLst>
                  <a:path extrusionOk="0" h="591" w="680">
                    <a:moveTo>
                      <a:pt x="334" y="589"/>
                    </a:moveTo>
                    <a:cubicBezTo>
                      <a:pt x="315" y="589"/>
                      <a:pt x="296" y="586"/>
                      <a:pt x="278" y="580"/>
                    </a:cubicBezTo>
                    <a:cubicBezTo>
                      <a:pt x="246" y="570"/>
                      <a:pt x="223" y="553"/>
                      <a:pt x="213" y="533"/>
                    </a:cubicBezTo>
                    <a:cubicBezTo>
                      <a:pt x="187" y="482"/>
                      <a:pt x="165" y="398"/>
                      <a:pt x="161" y="341"/>
                    </a:cubicBezTo>
                    <a:cubicBezTo>
                      <a:pt x="158" y="305"/>
                      <a:pt x="122" y="273"/>
                      <a:pt x="84" y="239"/>
                    </a:cubicBezTo>
                    <a:cubicBezTo>
                      <a:pt x="59" y="217"/>
                      <a:pt x="33" y="194"/>
                      <a:pt x="17" y="170"/>
                    </a:cubicBezTo>
                    <a:cubicBezTo>
                      <a:pt x="3" y="148"/>
                      <a:pt x="0" y="123"/>
                      <a:pt x="9" y="99"/>
                    </a:cubicBezTo>
                    <a:cubicBezTo>
                      <a:pt x="22" y="64"/>
                      <a:pt x="56" y="38"/>
                      <a:pt x="82" y="31"/>
                    </a:cubicBezTo>
                    <a:cubicBezTo>
                      <a:pt x="102" y="25"/>
                      <a:pt x="136" y="32"/>
                      <a:pt x="176" y="40"/>
                    </a:cubicBezTo>
                    <a:cubicBezTo>
                      <a:pt x="223" y="49"/>
                      <a:pt x="277" y="59"/>
                      <a:pt x="318" y="51"/>
                    </a:cubicBezTo>
                    <a:cubicBezTo>
                      <a:pt x="355" y="43"/>
                      <a:pt x="387" y="32"/>
                      <a:pt x="415" y="23"/>
                    </a:cubicBezTo>
                    <a:cubicBezTo>
                      <a:pt x="445" y="13"/>
                      <a:pt x="471" y="5"/>
                      <a:pt x="495" y="3"/>
                    </a:cubicBezTo>
                    <a:cubicBezTo>
                      <a:pt x="524" y="0"/>
                      <a:pt x="549" y="46"/>
                      <a:pt x="578" y="100"/>
                    </a:cubicBezTo>
                    <a:cubicBezTo>
                      <a:pt x="595" y="132"/>
                      <a:pt x="612" y="164"/>
                      <a:pt x="632" y="191"/>
                    </a:cubicBezTo>
                    <a:cubicBezTo>
                      <a:pt x="665" y="236"/>
                      <a:pt x="680" y="293"/>
                      <a:pt x="670" y="339"/>
                    </a:cubicBezTo>
                    <a:cubicBezTo>
                      <a:pt x="664" y="368"/>
                      <a:pt x="649" y="390"/>
                      <a:pt x="628" y="402"/>
                    </a:cubicBezTo>
                    <a:cubicBezTo>
                      <a:pt x="603" y="417"/>
                      <a:pt x="575" y="442"/>
                      <a:pt x="546" y="470"/>
                    </a:cubicBezTo>
                    <a:cubicBezTo>
                      <a:pt x="509" y="504"/>
                      <a:pt x="468" y="542"/>
                      <a:pt x="424" y="566"/>
                    </a:cubicBezTo>
                    <a:cubicBezTo>
                      <a:pt x="397" y="581"/>
                      <a:pt x="366" y="589"/>
                      <a:pt x="334" y="589"/>
                    </a:cubicBezTo>
                    <a:close/>
                    <a:moveTo>
                      <a:pt x="100" y="33"/>
                    </a:moveTo>
                    <a:cubicBezTo>
                      <a:pt x="94" y="33"/>
                      <a:pt x="88" y="33"/>
                      <a:pt x="83" y="34"/>
                    </a:cubicBezTo>
                    <a:cubicBezTo>
                      <a:pt x="58" y="41"/>
                      <a:pt x="25" y="67"/>
                      <a:pt x="13" y="100"/>
                    </a:cubicBezTo>
                    <a:cubicBezTo>
                      <a:pt x="4" y="124"/>
                      <a:pt x="7" y="147"/>
                      <a:pt x="20" y="167"/>
                    </a:cubicBezTo>
                    <a:cubicBezTo>
                      <a:pt x="36" y="191"/>
                      <a:pt x="62" y="214"/>
                      <a:pt x="86" y="236"/>
                    </a:cubicBezTo>
                    <a:cubicBezTo>
                      <a:pt x="125" y="270"/>
                      <a:pt x="162" y="303"/>
                      <a:pt x="165" y="340"/>
                    </a:cubicBezTo>
                    <a:cubicBezTo>
                      <a:pt x="168" y="397"/>
                      <a:pt x="191" y="481"/>
                      <a:pt x="217" y="532"/>
                    </a:cubicBezTo>
                    <a:cubicBezTo>
                      <a:pt x="226" y="551"/>
                      <a:pt x="249" y="567"/>
                      <a:pt x="279" y="576"/>
                    </a:cubicBezTo>
                    <a:cubicBezTo>
                      <a:pt x="326" y="591"/>
                      <a:pt x="380" y="586"/>
                      <a:pt x="422" y="563"/>
                    </a:cubicBezTo>
                    <a:cubicBezTo>
                      <a:pt x="466" y="539"/>
                      <a:pt x="507" y="501"/>
                      <a:pt x="543" y="467"/>
                    </a:cubicBezTo>
                    <a:cubicBezTo>
                      <a:pt x="572" y="439"/>
                      <a:pt x="600" y="413"/>
                      <a:pt x="626" y="399"/>
                    </a:cubicBezTo>
                    <a:cubicBezTo>
                      <a:pt x="646" y="387"/>
                      <a:pt x="660" y="366"/>
                      <a:pt x="666" y="338"/>
                    </a:cubicBezTo>
                    <a:cubicBezTo>
                      <a:pt x="675" y="293"/>
                      <a:pt x="661" y="237"/>
                      <a:pt x="629" y="194"/>
                    </a:cubicBezTo>
                    <a:cubicBezTo>
                      <a:pt x="609" y="166"/>
                      <a:pt x="591" y="134"/>
                      <a:pt x="574" y="102"/>
                    </a:cubicBezTo>
                    <a:cubicBezTo>
                      <a:pt x="546" y="50"/>
                      <a:pt x="522" y="4"/>
                      <a:pt x="495" y="7"/>
                    </a:cubicBezTo>
                    <a:cubicBezTo>
                      <a:pt x="472" y="9"/>
                      <a:pt x="446" y="17"/>
                      <a:pt x="416" y="27"/>
                    </a:cubicBezTo>
                    <a:cubicBezTo>
                      <a:pt x="388" y="36"/>
                      <a:pt x="356" y="47"/>
                      <a:pt x="319" y="54"/>
                    </a:cubicBezTo>
                    <a:cubicBezTo>
                      <a:pt x="277" y="63"/>
                      <a:pt x="223" y="53"/>
                      <a:pt x="175" y="43"/>
                    </a:cubicBezTo>
                    <a:cubicBezTo>
                      <a:pt x="146" y="38"/>
                      <a:pt x="120" y="33"/>
                      <a:pt x="100" y="3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45"/>
              <p:cNvSpPr/>
              <p:nvPr/>
            </p:nvSpPr>
            <p:spPr>
              <a:xfrm>
                <a:off x="6792768" y="3523487"/>
                <a:ext cx="220936" cy="225907"/>
              </a:xfrm>
              <a:custGeom>
                <a:rect b="b" l="l" r="r" t="t"/>
                <a:pathLst>
                  <a:path extrusionOk="0" h="241" w="236">
                    <a:moveTo>
                      <a:pt x="78" y="239"/>
                    </a:moveTo>
                    <a:cubicBezTo>
                      <a:pt x="66" y="239"/>
                      <a:pt x="54" y="238"/>
                      <a:pt x="43" y="238"/>
                    </a:cubicBezTo>
                    <a:cubicBezTo>
                      <a:pt x="6" y="235"/>
                      <a:pt x="7" y="198"/>
                      <a:pt x="8" y="159"/>
                    </a:cubicBezTo>
                    <a:cubicBezTo>
                      <a:pt x="8" y="139"/>
                      <a:pt x="9" y="119"/>
                      <a:pt x="5" y="100"/>
                    </a:cubicBezTo>
                    <a:cubicBezTo>
                      <a:pt x="0" y="76"/>
                      <a:pt x="4" y="55"/>
                      <a:pt x="16" y="38"/>
                    </a:cubicBezTo>
                    <a:cubicBezTo>
                      <a:pt x="29" y="20"/>
                      <a:pt x="52" y="8"/>
                      <a:pt x="79" y="6"/>
                    </a:cubicBezTo>
                    <a:cubicBezTo>
                      <a:pt x="143" y="0"/>
                      <a:pt x="186" y="8"/>
                      <a:pt x="208" y="30"/>
                    </a:cubicBezTo>
                    <a:cubicBezTo>
                      <a:pt x="236" y="58"/>
                      <a:pt x="231" y="97"/>
                      <a:pt x="188" y="173"/>
                    </a:cubicBezTo>
                    <a:cubicBezTo>
                      <a:pt x="157" y="229"/>
                      <a:pt x="118" y="239"/>
                      <a:pt x="78" y="239"/>
                    </a:cubicBezTo>
                    <a:close/>
                    <a:moveTo>
                      <a:pt x="117" y="8"/>
                    </a:moveTo>
                    <a:cubicBezTo>
                      <a:pt x="105" y="8"/>
                      <a:pt x="92" y="8"/>
                      <a:pt x="79" y="10"/>
                    </a:cubicBezTo>
                    <a:cubicBezTo>
                      <a:pt x="54" y="12"/>
                      <a:pt x="32" y="23"/>
                      <a:pt x="19" y="40"/>
                    </a:cubicBezTo>
                    <a:cubicBezTo>
                      <a:pt x="7" y="56"/>
                      <a:pt x="4" y="77"/>
                      <a:pt x="9" y="99"/>
                    </a:cubicBezTo>
                    <a:cubicBezTo>
                      <a:pt x="13" y="118"/>
                      <a:pt x="12" y="139"/>
                      <a:pt x="12" y="159"/>
                    </a:cubicBezTo>
                    <a:cubicBezTo>
                      <a:pt x="11" y="198"/>
                      <a:pt x="10" y="231"/>
                      <a:pt x="43" y="234"/>
                    </a:cubicBezTo>
                    <a:cubicBezTo>
                      <a:pt x="96" y="238"/>
                      <a:pt x="146" y="241"/>
                      <a:pt x="185" y="171"/>
                    </a:cubicBezTo>
                    <a:cubicBezTo>
                      <a:pt x="226" y="97"/>
                      <a:pt x="232" y="59"/>
                      <a:pt x="205" y="33"/>
                    </a:cubicBezTo>
                    <a:cubicBezTo>
                      <a:pt x="188" y="16"/>
                      <a:pt x="159" y="8"/>
                      <a:pt x="117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45"/>
              <p:cNvSpPr/>
              <p:nvPr/>
            </p:nvSpPr>
            <p:spPr>
              <a:xfrm>
                <a:off x="7558584" y="1983339"/>
                <a:ext cx="553405" cy="613075"/>
              </a:xfrm>
              <a:custGeom>
                <a:rect b="b" l="l" r="r" t="t"/>
                <a:pathLst>
                  <a:path extrusionOk="0" h="655" w="592">
                    <a:moveTo>
                      <a:pt x="168" y="655"/>
                    </a:moveTo>
                    <a:cubicBezTo>
                      <a:pt x="159" y="655"/>
                      <a:pt x="151" y="654"/>
                      <a:pt x="144" y="651"/>
                    </a:cubicBezTo>
                    <a:cubicBezTo>
                      <a:pt x="56" y="622"/>
                      <a:pt x="55" y="571"/>
                      <a:pt x="63" y="501"/>
                    </a:cubicBezTo>
                    <a:cubicBezTo>
                      <a:pt x="66" y="472"/>
                      <a:pt x="63" y="417"/>
                      <a:pt x="60" y="352"/>
                    </a:cubicBezTo>
                    <a:cubicBezTo>
                      <a:pt x="59" y="335"/>
                      <a:pt x="58" y="316"/>
                      <a:pt x="57" y="298"/>
                    </a:cubicBezTo>
                    <a:cubicBezTo>
                      <a:pt x="55" y="256"/>
                      <a:pt x="41" y="221"/>
                      <a:pt x="27" y="187"/>
                    </a:cubicBezTo>
                    <a:cubicBezTo>
                      <a:pt x="18" y="164"/>
                      <a:pt x="9" y="142"/>
                      <a:pt x="5" y="120"/>
                    </a:cubicBezTo>
                    <a:cubicBezTo>
                      <a:pt x="0" y="91"/>
                      <a:pt x="7" y="68"/>
                      <a:pt x="26" y="49"/>
                    </a:cubicBezTo>
                    <a:cubicBezTo>
                      <a:pt x="76" y="0"/>
                      <a:pt x="196" y="2"/>
                      <a:pt x="259" y="16"/>
                    </a:cubicBezTo>
                    <a:cubicBezTo>
                      <a:pt x="358" y="36"/>
                      <a:pt x="551" y="186"/>
                      <a:pt x="571" y="273"/>
                    </a:cubicBezTo>
                    <a:cubicBezTo>
                      <a:pt x="592" y="366"/>
                      <a:pt x="561" y="452"/>
                      <a:pt x="494" y="487"/>
                    </a:cubicBezTo>
                    <a:cubicBezTo>
                      <a:pt x="477" y="496"/>
                      <a:pt x="453" y="512"/>
                      <a:pt x="424" y="531"/>
                    </a:cubicBezTo>
                    <a:cubicBezTo>
                      <a:pt x="343" y="584"/>
                      <a:pt x="236" y="655"/>
                      <a:pt x="168" y="655"/>
                    </a:cubicBezTo>
                    <a:close/>
                    <a:moveTo>
                      <a:pt x="173" y="11"/>
                    </a:moveTo>
                    <a:cubicBezTo>
                      <a:pt x="119" y="11"/>
                      <a:pt x="60" y="21"/>
                      <a:pt x="29" y="52"/>
                    </a:cubicBezTo>
                    <a:cubicBezTo>
                      <a:pt x="11" y="69"/>
                      <a:pt x="4" y="92"/>
                      <a:pt x="9" y="119"/>
                    </a:cubicBezTo>
                    <a:cubicBezTo>
                      <a:pt x="13" y="141"/>
                      <a:pt x="21" y="163"/>
                      <a:pt x="31" y="186"/>
                    </a:cubicBezTo>
                    <a:cubicBezTo>
                      <a:pt x="44" y="220"/>
                      <a:pt x="59" y="255"/>
                      <a:pt x="61" y="297"/>
                    </a:cubicBezTo>
                    <a:cubicBezTo>
                      <a:pt x="62" y="316"/>
                      <a:pt x="63" y="334"/>
                      <a:pt x="64" y="352"/>
                    </a:cubicBezTo>
                    <a:cubicBezTo>
                      <a:pt x="67" y="417"/>
                      <a:pt x="70" y="472"/>
                      <a:pt x="67" y="502"/>
                    </a:cubicBezTo>
                    <a:cubicBezTo>
                      <a:pt x="59" y="569"/>
                      <a:pt x="60" y="619"/>
                      <a:pt x="145" y="648"/>
                    </a:cubicBezTo>
                    <a:cubicBezTo>
                      <a:pt x="152" y="650"/>
                      <a:pt x="159" y="651"/>
                      <a:pt x="167" y="651"/>
                    </a:cubicBezTo>
                    <a:cubicBezTo>
                      <a:pt x="235" y="651"/>
                      <a:pt x="346" y="578"/>
                      <a:pt x="422" y="527"/>
                    </a:cubicBezTo>
                    <a:cubicBezTo>
                      <a:pt x="451" y="509"/>
                      <a:pt x="475" y="493"/>
                      <a:pt x="492" y="484"/>
                    </a:cubicBezTo>
                    <a:cubicBezTo>
                      <a:pt x="557" y="449"/>
                      <a:pt x="587" y="365"/>
                      <a:pt x="567" y="274"/>
                    </a:cubicBezTo>
                    <a:cubicBezTo>
                      <a:pt x="547" y="188"/>
                      <a:pt x="356" y="40"/>
                      <a:pt x="258" y="19"/>
                    </a:cubicBezTo>
                    <a:cubicBezTo>
                      <a:pt x="235" y="15"/>
                      <a:pt x="205" y="11"/>
                      <a:pt x="173" y="11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45"/>
              <p:cNvSpPr/>
              <p:nvPr/>
            </p:nvSpPr>
            <p:spPr>
              <a:xfrm>
                <a:off x="5381195" y="2729970"/>
                <a:ext cx="664228" cy="1338394"/>
              </a:xfrm>
              <a:custGeom>
                <a:rect b="b" l="l" r="r" t="t"/>
                <a:pathLst>
                  <a:path extrusionOk="0" h="1430" w="710">
                    <a:moveTo>
                      <a:pt x="304" y="1427"/>
                    </a:moveTo>
                    <a:cubicBezTo>
                      <a:pt x="141" y="1427"/>
                      <a:pt x="62" y="1380"/>
                      <a:pt x="33" y="1272"/>
                    </a:cubicBezTo>
                    <a:cubicBezTo>
                      <a:pt x="13" y="1199"/>
                      <a:pt x="19" y="998"/>
                      <a:pt x="24" y="820"/>
                    </a:cubicBezTo>
                    <a:cubicBezTo>
                      <a:pt x="27" y="704"/>
                      <a:pt x="29" y="604"/>
                      <a:pt x="25" y="560"/>
                    </a:cubicBezTo>
                    <a:cubicBezTo>
                      <a:pt x="14" y="461"/>
                      <a:pt x="0" y="87"/>
                      <a:pt x="76" y="14"/>
                    </a:cubicBezTo>
                    <a:cubicBezTo>
                      <a:pt x="86" y="4"/>
                      <a:pt x="98" y="0"/>
                      <a:pt x="111" y="2"/>
                    </a:cubicBezTo>
                    <a:cubicBezTo>
                      <a:pt x="116" y="2"/>
                      <a:pt x="277" y="13"/>
                      <a:pt x="297" y="151"/>
                    </a:cubicBezTo>
                    <a:cubicBezTo>
                      <a:pt x="300" y="171"/>
                      <a:pt x="302" y="191"/>
                      <a:pt x="305" y="211"/>
                    </a:cubicBezTo>
                    <a:cubicBezTo>
                      <a:pt x="320" y="333"/>
                      <a:pt x="335" y="448"/>
                      <a:pt x="399" y="462"/>
                    </a:cubicBezTo>
                    <a:cubicBezTo>
                      <a:pt x="451" y="473"/>
                      <a:pt x="512" y="518"/>
                      <a:pt x="540" y="568"/>
                    </a:cubicBezTo>
                    <a:cubicBezTo>
                      <a:pt x="559" y="602"/>
                      <a:pt x="564" y="637"/>
                      <a:pt x="553" y="668"/>
                    </a:cubicBezTo>
                    <a:cubicBezTo>
                      <a:pt x="522" y="756"/>
                      <a:pt x="536" y="948"/>
                      <a:pt x="581" y="1063"/>
                    </a:cubicBezTo>
                    <a:cubicBezTo>
                      <a:pt x="598" y="1108"/>
                      <a:pt x="625" y="1150"/>
                      <a:pt x="648" y="1186"/>
                    </a:cubicBezTo>
                    <a:cubicBezTo>
                      <a:pt x="681" y="1239"/>
                      <a:pt x="710" y="1285"/>
                      <a:pt x="701" y="1324"/>
                    </a:cubicBezTo>
                    <a:cubicBezTo>
                      <a:pt x="683" y="1396"/>
                      <a:pt x="498" y="1419"/>
                      <a:pt x="347" y="1426"/>
                    </a:cubicBezTo>
                    <a:cubicBezTo>
                      <a:pt x="332" y="1426"/>
                      <a:pt x="318" y="1427"/>
                      <a:pt x="304" y="1427"/>
                    </a:cubicBezTo>
                    <a:close/>
                    <a:moveTo>
                      <a:pt x="105" y="5"/>
                    </a:moveTo>
                    <a:cubicBezTo>
                      <a:pt x="96" y="5"/>
                      <a:pt x="87" y="9"/>
                      <a:pt x="79" y="17"/>
                    </a:cubicBezTo>
                    <a:cubicBezTo>
                      <a:pt x="4" y="89"/>
                      <a:pt x="18" y="461"/>
                      <a:pt x="29" y="559"/>
                    </a:cubicBezTo>
                    <a:cubicBezTo>
                      <a:pt x="33" y="604"/>
                      <a:pt x="31" y="704"/>
                      <a:pt x="28" y="820"/>
                    </a:cubicBezTo>
                    <a:cubicBezTo>
                      <a:pt x="23" y="997"/>
                      <a:pt x="17" y="1199"/>
                      <a:pt x="37" y="1271"/>
                    </a:cubicBezTo>
                    <a:cubicBezTo>
                      <a:pt x="67" y="1386"/>
                      <a:pt x="157" y="1430"/>
                      <a:pt x="347" y="1422"/>
                    </a:cubicBezTo>
                    <a:cubicBezTo>
                      <a:pt x="562" y="1412"/>
                      <a:pt x="683" y="1378"/>
                      <a:pt x="697" y="1323"/>
                    </a:cubicBezTo>
                    <a:cubicBezTo>
                      <a:pt x="706" y="1286"/>
                      <a:pt x="677" y="1241"/>
                      <a:pt x="644" y="1188"/>
                    </a:cubicBezTo>
                    <a:cubicBezTo>
                      <a:pt x="621" y="1152"/>
                      <a:pt x="595" y="1110"/>
                      <a:pt x="577" y="1064"/>
                    </a:cubicBezTo>
                    <a:cubicBezTo>
                      <a:pt x="532" y="949"/>
                      <a:pt x="518" y="756"/>
                      <a:pt x="549" y="667"/>
                    </a:cubicBezTo>
                    <a:cubicBezTo>
                      <a:pt x="559" y="637"/>
                      <a:pt x="555" y="603"/>
                      <a:pt x="536" y="570"/>
                    </a:cubicBezTo>
                    <a:cubicBezTo>
                      <a:pt x="509" y="521"/>
                      <a:pt x="449" y="476"/>
                      <a:pt x="398" y="465"/>
                    </a:cubicBezTo>
                    <a:cubicBezTo>
                      <a:pt x="332" y="451"/>
                      <a:pt x="317" y="335"/>
                      <a:pt x="301" y="211"/>
                    </a:cubicBezTo>
                    <a:cubicBezTo>
                      <a:pt x="298" y="192"/>
                      <a:pt x="296" y="171"/>
                      <a:pt x="293" y="152"/>
                    </a:cubicBezTo>
                    <a:cubicBezTo>
                      <a:pt x="273" y="15"/>
                      <a:pt x="112" y="6"/>
                      <a:pt x="111" y="6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09" y="5"/>
                      <a:pt x="107" y="5"/>
                      <a:pt x="105" y="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45"/>
              <p:cNvSpPr/>
              <p:nvPr/>
            </p:nvSpPr>
            <p:spPr>
              <a:xfrm>
                <a:off x="5464312" y="3187468"/>
                <a:ext cx="319682" cy="681275"/>
              </a:xfrm>
              <a:custGeom>
                <a:rect b="b" l="l" r="r" t="t"/>
                <a:pathLst>
                  <a:path extrusionOk="0" h="728" w="341">
                    <a:moveTo>
                      <a:pt x="209" y="725"/>
                    </a:moveTo>
                    <a:cubicBezTo>
                      <a:pt x="204" y="725"/>
                      <a:pt x="199" y="725"/>
                      <a:pt x="194" y="725"/>
                    </a:cubicBezTo>
                    <a:cubicBezTo>
                      <a:pt x="120" y="717"/>
                      <a:pt x="41" y="698"/>
                      <a:pt x="20" y="603"/>
                    </a:cubicBezTo>
                    <a:cubicBezTo>
                      <a:pt x="0" y="514"/>
                      <a:pt x="14" y="139"/>
                      <a:pt x="24" y="70"/>
                    </a:cubicBezTo>
                    <a:cubicBezTo>
                      <a:pt x="29" y="33"/>
                      <a:pt x="48" y="17"/>
                      <a:pt x="64" y="10"/>
                    </a:cubicBezTo>
                    <a:cubicBezTo>
                      <a:pt x="85" y="0"/>
                      <a:pt x="112" y="1"/>
                      <a:pt x="131" y="13"/>
                    </a:cubicBezTo>
                    <a:cubicBezTo>
                      <a:pt x="165" y="34"/>
                      <a:pt x="300" y="149"/>
                      <a:pt x="308" y="242"/>
                    </a:cubicBezTo>
                    <a:cubicBezTo>
                      <a:pt x="311" y="282"/>
                      <a:pt x="299" y="328"/>
                      <a:pt x="289" y="368"/>
                    </a:cubicBezTo>
                    <a:cubicBezTo>
                      <a:pt x="280" y="404"/>
                      <a:pt x="272" y="434"/>
                      <a:pt x="276" y="454"/>
                    </a:cubicBezTo>
                    <a:cubicBezTo>
                      <a:pt x="280" y="477"/>
                      <a:pt x="298" y="501"/>
                      <a:pt x="315" y="523"/>
                    </a:cubicBezTo>
                    <a:cubicBezTo>
                      <a:pt x="329" y="541"/>
                      <a:pt x="341" y="556"/>
                      <a:pt x="340" y="567"/>
                    </a:cubicBezTo>
                    <a:cubicBezTo>
                      <a:pt x="328" y="671"/>
                      <a:pt x="283" y="725"/>
                      <a:pt x="209" y="725"/>
                    </a:cubicBezTo>
                    <a:close/>
                    <a:moveTo>
                      <a:pt x="95" y="7"/>
                    </a:moveTo>
                    <a:cubicBezTo>
                      <a:pt x="85" y="7"/>
                      <a:pt x="75" y="9"/>
                      <a:pt x="66" y="13"/>
                    </a:cubicBezTo>
                    <a:cubicBezTo>
                      <a:pt x="51" y="20"/>
                      <a:pt x="33" y="36"/>
                      <a:pt x="28" y="71"/>
                    </a:cubicBezTo>
                    <a:cubicBezTo>
                      <a:pt x="18" y="139"/>
                      <a:pt x="4" y="514"/>
                      <a:pt x="24" y="602"/>
                    </a:cubicBezTo>
                    <a:cubicBezTo>
                      <a:pt x="45" y="694"/>
                      <a:pt x="118" y="713"/>
                      <a:pt x="194" y="721"/>
                    </a:cubicBezTo>
                    <a:cubicBezTo>
                      <a:pt x="275" y="728"/>
                      <a:pt x="324" y="675"/>
                      <a:pt x="336" y="566"/>
                    </a:cubicBezTo>
                    <a:cubicBezTo>
                      <a:pt x="337" y="557"/>
                      <a:pt x="325" y="542"/>
                      <a:pt x="312" y="525"/>
                    </a:cubicBezTo>
                    <a:cubicBezTo>
                      <a:pt x="295" y="504"/>
                      <a:pt x="276" y="479"/>
                      <a:pt x="272" y="455"/>
                    </a:cubicBezTo>
                    <a:cubicBezTo>
                      <a:pt x="268" y="434"/>
                      <a:pt x="276" y="403"/>
                      <a:pt x="285" y="367"/>
                    </a:cubicBezTo>
                    <a:cubicBezTo>
                      <a:pt x="295" y="327"/>
                      <a:pt x="307" y="282"/>
                      <a:pt x="304" y="243"/>
                    </a:cubicBezTo>
                    <a:cubicBezTo>
                      <a:pt x="296" y="151"/>
                      <a:pt x="158" y="34"/>
                      <a:pt x="129" y="16"/>
                    </a:cubicBezTo>
                    <a:cubicBezTo>
                      <a:pt x="119" y="10"/>
                      <a:pt x="107" y="7"/>
                      <a:pt x="95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45"/>
              <p:cNvSpPr/>
              <p:nvPr/>
            </p:nvSpPr>
            <p:spPr>
              <a:xfrm>
                <a:off x="5543877" y="3414796"/>
                <a:ext cx="120059" cy="314708"/>
              </a:xfrm>
              <a:custGeom>
                <a:rect b="b" l="l" r="r" t="t"/>
                <a:pathLst>
                  <a:path extrusionOk="0" h="336" w="128">
                    <a:moveTo>
                      <a:pt x="57" y="336"/>
                    </a:moveTo>
                    <a:cubicBezTo>
                      <a:pt x="53" y="336"/>
                      <a:pt x="48" y="335"/>
                      <a:pt x="44" y="333"/>
                    </a:cubicBezTo>
                    <a:cubicBezTo>
                      <a:pt x="0" y="319"/>
                      <a:pt x="8" y="260"/>
                      <a:pt x="15" y="208"/>
                    </a:cubicBezTo>
                    <a:cubicBezTo>
                      <a:pt x="17" y="187"/>
                      <a:pt x="20" y="167"/>
                      <a:pt x="19" y="152"/>
                    </a:cubicBezTo>
                    <a:cubicBezTo>
                      <a:pt x="15" y="97"/>
                      <a:pt x="15" y="6"/>
                      <a:pt x="65" y="2"/>
                    </a:cubicBezTo>
                    <a:cubicBezTo>
                      <a:pt x="77" y="0"/>
                      <a:pt x="88" y="5"/>
                      <a:pt x="98" y="15"/>
                    </a:cubicBezTo>
                    <a:cubicBezTo>
                      <a:pt x="120" y="39"/>
                      <a:pt x="128" y="94"/>
                      <a:pt x="119" y="152"/>
                    </a:cubicBezTo>
                    <a:cubicBezTo>
                      <a:pt x="116" y="166"/>
                      <a:pt x="115" y="182"/>
                      <a:pt x="113" y="198"/>
                    </a:cubicBezTo>
                    <a:cubicBezTo>
                      <a:pt x="106" y="253"/>
                      <a:pt x="99" y="314"/>
                      <a:pt x="72" y="331"/>
                    </a:cubicBezTo>
                    <a:cubicBezTo>
                      <a:pt x="68" y="334"/>
                      <a:pt x="62" y="336"/>
                      <a:pt x="57" y="336"/>
                    </a:cubicBezTo>
                    <a:close/>
                    <a:moveTo>
                      <a:pt x="68" y="5"/>
                    </a:moveTo>
                    <a:cubicBezTo>
                      <a:pt x="67" y="5"/>
                      <a:pt x="66" y="5"/>
                      <a:pt x="65" y="6"/>
                    </a:cubicBezTo>
                    <a:cubicBezTo>
                      <a:pt x="17" y="10"/>
                      <a:pt x="19" y="109"/>
                      <a:pt x="23" y="151"/>
                    </a:cubicBezTo>
                    <a:cubicBezTo>
                      <a:pt x="24" y="167"/>
                      <a:pt x="21" y="187"/>
                      <a:pt x="18" y="208"/>
                    </a:cubicBezTo>
                    <a:cubicBezTo>
                      <a:pt x="12" y="259"/>
                      <a:pt x="4" y="316"/>
                      <a:pt x="45" y="330"/>
                    </a:cubicBezTo>
                    <a:cubicBezTo>
                      <a:pt x="55" y="333"/>
                      <a:pt x="63" y="332"/>
                      <a:pt x="70" y="328"/>
                    </a:cubicBezTo>
                    <a:cubicBezTo>
                      <a:pt x="95" y="312"/>
                      <a:pt x="102" y="251"/>
                      <a:pt x="109" y="198"/>
                    </a:cubicBezTo>
                    <a:cubicBezTo>
                      <a:pt x="111" y="181"/>
                      <a:pt x="112" y="165"/>
                      <a:pt x="115" y="151"/>
                    </a:cubicBezTo>
                    <a:cubicBezTo>
                      <a:pt x="124" y="95"/>
                      <a:pt x="116" y="41"/>
                      <a:pt x="95" y="18"/>
                    </a:cubicBezTo>
                    <a:cubicBezTo>
                      <a:pt x="87" y="10"/>
                      <a:pt x="78" y="5"/>
                      <a:pt x="68" y="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45"/>
              <p:cNvSpPr/>
              <p:nvPr/>
            </p:nvSpPr>
            <p:spPr>
              <a:xfrm>
                <a:off x="6444670" y="2063615"/>
                <a:ext cx="489469" cy="195360"/>
              </a:xfrm>
              <a:custGeom>
                <a:rect b="b" l="l" r="r" t="t"/>
                <a:pathLst>
                  <a:path extrusionOk="0" h="209" w="523">
                    <a:moveTo>
                      <a:pt x="283" y="206"/>
                    </a:moveTo>
                    <a:cubicBezTo>
                      <a:pt x="207" y="206"/>
                      <a:pt x="116" y="192"/>
                      <a:pt x="62" y="169"/>
                    </a:cubicBezTo>
                    <a:cubicBezTo>
                      <a:pt x="0" y="144"/>
                      <a:pt x="6" y="104"/>
                      <a:pt x="14" y="59"/>
                    </a:cubicBezTo>
                    <a:cubicBezTo>
                      <a:pt x="15" y="54"/>
                      <a:pt x="16" y="49"/>
                      <a:pt x="17" y="43"/>
                    </a:cubicBezTo>
                    <a:cubicBezTo>
                      <a:pt x="18" y="35"/>
                      <a:pt x="22" y="28"/>
                      <a:pt x="29" y="23"/>
                    </a:cubicBezTo>
                    <a:cubicBezTo>
                      <a:pt x="51" y="7"/>
                      <a:pt x="102" y="15"/>
                      <a:pt x="147" y="22"/>
                    </a:cubicBezTo>
                    <a:cubicBezTo>
                      <a:pt x="166" y="26"/>
                      <a:pt x="184" y="29"/>
                      <a:pt x="199" y="30"/>
                    </a:cubicBezTo>
                    <a:cubicBezTo>
                      <a:pt x="229" y="32"/>
                      <a:pt x="270" y="23"/>
                      <a:pt x="308" y="15"/>
                    </a:cubicBezTo>
                    <a:cubicBezTo>
                      <a:pt x="346" y="7"/>
                      <a:pt x="381" y="0"/>
                      <a:pt x="407" y="2"/>
                    </a:cubicBezTo>
                    <a:cubicBezTo>
                      <a:pt x="437" y="4"/>
                      <a:pt x="476" y="31"/>
                      <a:pt x="499" y="65"/>
                    </a:cubicBezTo>
                    <a:cubicBezTo>
                      <a:pt x="517" y="91"/>
                      <a:pt x="523" y="116"/>
                      <a:pt x="517" y="136"/>
                    </a:cubicBezTo>
                    <a:cubicBezTo>
                      <a:pt x="503" y="182"/>
                      <a:pt x="450" y="188"/>
                      <a:pt x="383" y="197"/>
                    </a:cubicBezTo>
                    <a:cubicBezTo>
                      <a:pt x="371" y="198"/>
                      <a:pt x="359" y="200"/>
                      <a:pt x="347" y="202"/>
                    </a:cubicBezTo>
                    <a:cubicBezTo>
                      <a:pt x="328" y="204"/>
                      <a:pt x="306" y="206"/>
                      <a:pt x="283" y="206"/>
                    </a:cubicBezTo>
                    <a:close/>
                    <a:moveTo>
                      <a:pt x="70" y="18"/>
                    </a:moveTo>
                    <a:cubicBezTo>
                      <a:pt x="54" y="18"/>
                      <a:pt x="40" y="20"/>
                      <a:pt x="31" y="27"/>
                    </a:cubicBezTo>
                    <a:cubicBezTo>
                      <a:pt x="25" y="31"/>
                      <a:pt x="22" y="36"/>
                      <a:pt x="21" y="44"/>
                    </a:cubicBezTo>
                    <a:cubicBezTo>
                      <a:pt x="20" y="49"/>
                      <a:pt x="19" y="55"/>
                      <a:pt x="18" y="60"/>
                    </a:cubicBezTo>
                    <a:cubicBezTo>
                      <a:pt x="10" y="105"/>
                      <a:pt x="4" y="141"/>
                      <a:pt x="63" y="166"/>
                    </a:cubicBezTo>
                    <a:cubicBezTo>
                      <a:pt x="133" y="194"/>
                      <a:pt x="265" y="209"/>
                      <a:pt x="346" y="198"/>
                    </a:cubicBezTo>
                    <a:cubicBezTo>
                      <a:pt x="359" y="196"/>
                      <a:pt x="371" y="194"/>
                      <a:pt x="382" y="193"/>
                    </a:cubicBezTo>
                    <a:cubicBezTo>
                      <a:pt x="448" y="185"/>
                      <a:pt x="500" y="178"/>
                      <a:pt x="513" y="135"/>
                    </a:cubicBezTo>
                    <a:cubicBezTo>
                      <a:pt x="519" y="116"/>
                      <a:pt x="513" y="92"/>
                      <a:pt x="496" y="68"/>
                    </a:cubicBezTo>
                    <a:cubicBezTo>
                      <a:pt x="473" y="34"/>
                      <a:pt x="435" y="8"/>
                      <a:pt x="407" y="6"/>
                    </a:cubicBezTo>
                    <a:cubicBezTo>
                      <a:pt x="382" y="4"/>
                      <a:pt x="346" y="11"/>
                      <a:pt x="309" y="19"/>
                    </a:cubicBezTo>
                    <a:cubicBezTo>
                      <a:pt x="270" y="27"/>
                      <a:pt x="230" y="36"/>
                      <a:pt x="199" y="34"/>
                    </a:cubicBezTo>
                    <a:cubicBezTo>
                      <a:pt x="184" y="33"/>
                      <a:pt x="166" y="30"/>
                      <a:pt x="146" y="26"/>
                    </a:cubicBezTo>
                    <a:cubicBezTo>
                      <a:pt x="121" y="22"/>
                      <a:pt x="93" y="18"/>
                      <a:pt x="7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45"/>
              <p:cNvSpPr/>
              <p:nvPr/>
            </p:nvSpPr>
            <p:spPr>
              <a:xfrm>
                <a:off x="7694271" y="2246898"/>
                <a:ext cx="274216" cy="206016"/>
              </a:xfrm>
              <a:custGeom>
                <a:rect b="b" l="l" r="r" t="t"/>
                <a:pathLst>
                  <a:path extrusionOk="0" h="220" w="293">
                    <a:moveTo>
                      <a:pt x="87" y="218"/>
                    </a:moveTo>
                    <a:cubicBezTo>
                      <a:pt x="81" y="218"/>
                      <a:pt x="76" y="218"/>
                      <a:pt x="71" y="217"/>
                    </a:cubicBezTo>
                    <a:cubicBezTo>
                      <a:pt x="57" y="213"/>
                      <a:pt x="47" y="206"/>
                      <a:pt x="43" y="194"/>
                    </a:cubicBezTo>
                    <a:cubicBezTo>
                      <a:pt x="40" y="188"/>
                      <a:pt x="38" y="182"/>
                      <a:pt x="35" y="175"/>
                    </a:cubicBezTo>
                    <a:cubicBezTo>
                      <a:pt x="19" y="137"/>
                      <a:pt x="0" y="88"/>
                      <a:pt x="43" y="54"/>
                    </a:cubicBezTo>
                    <a:cubicBezTo>
                      <a:pt x="94" y="15"/>
                      <a:pt x="150" y="8"/>
                      <a:pt x="197" y="4"/>
                    </a:cubicBezTo>
                    <a:cubicBezTo>
                      <a:pt x="198" y="6"/>
                      <a:pt x="198" y="6"/>
                      <a:pt x="198" y="6"/>
                    </a:cubicBezTo>
                    <a:cubicBezTo>
                      <a:pt x="197" y="4"/>
                      <a:pt x="197" y="4"/>
                      <a:pt x="197" y="4"/>
                    </a:cubicBezTo>
                    <a:cubicBezTo>
                      <a:pt x="247" y="0"/>
                      <a:pt x="270" y="36"/>
                      <a:pt x="284" y="63"/>
                    </a:cubicBezTo>
                    <a:cubicBezTo>
                      <a:pt x="293" y="82"/>
                      <a:pt x="256" y="116"/>
                      <a:pt x="221" y="148"/>
                    </a:cubicBezTo>
                    <a:cubicBezTo>
                      <a:pt x="210" y="158"/>
                      <a:pt x="200" y="167"/>
                      <a:pt x="191" y="176"/>
                    </a:cubicBezTo>
                    <a:cubicBezTo>
                      <a:pt x="167" y="201"/>
                      <a:pt x="121" y="218"/>
                      <a:pt x="87" y="218"/>
                    </a:cubicBezTo>
                    <a:close/>
                    <a:moveTo>
                      <a:pt x="204" y="8"/>
                    </a:moveTo>
                    <a:cubicBezTo>
                      <a:pt x="202" y="8"/>
                      <a:pt x="200" y="8"/>
                      <a:pt x="198" y="8"/>
                    </a:cubicBezTo>
                    <a:cubicBezTo>
                      <a:pt x="151" y="12"/>
                      <a:pt x="96" y="19"/>
                      <a:pt x="46" y="58"/>
                    </a:cubicBezTo>
                    <a:cubicBezTo>
                      <a:pt x="4" y="89"/>
                      <a:pt x="23" y="134"/>
                      <a:pt x="39" y="174"/>
                    </a:cubicBezTo>
                    <a:cubicBezTo>
                      <a:pt x="42" y="181"/>
                      <a:pt x="44" y="187"/>
                      <a:pt x="46" y="193"/>
                    </a:cubicBezTo>
                    <a:cubicBezTo>
                      <a:pt x="50" y="203"/>
                      <a:pt x="59" y="210"/>
                      <a:pt x="72" y="213"/>
                    </a:cubicBezTo>
                    <a:cubicBezTo>
                      <a:pt x="105" y="220"/>
                      <a:pt x="161" y="201"/>
                      <a:pt x="189" y="173"/>
                    </a:cubicBezTo>
                    <a:cubicBezTo>
                      <a:pt x="197" y="164"/>
                      <a:pt x="208" y="155"/>
                      <a:pt x="218" y="145"/>
                    </a:cubicBezTo>
                    <a:cubicBezTo>
                      <a:pt x="251" y="115"/>
                      <a:pt x="288" y="81"/>
                      <a:pt x="280" y="65"/>
                    </a:cubicBezTo>
                    <a:cubicBezTo>
                      <a:pt x="268" y="40"/>
                      <a:pt x="247" y="8"/>
                      <a:pt x="204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45"/>
              <p:cNvSpPr/>
              <p:nvPr/>
            </p:nvSpPr>
            <p:spPr>
              <a:xfrm>
                <a:off x="7653068" y="2122578"/>
                <a:ext cx="378646" cy="436186"/>
              </a:xfrm>
              <a:custGeom>
                <a:rect b="b" l="l" r="r" t="t"/>
                <a:pathLst>
                  <a:path extrusionOk="0" h="466" w="405">
                    <a:moveTo>
                      <a:pt x="89" y="455"/>
                    </a:moveTo>
                    <a:cubicBezTo>
                      <a:pt x="80" y="455"/>
                      <a:pt x="72" y="454"/>
                      <a:pt x="65" y="450"/>
                    </a:cubicBezTo>
                    <a:cubicBezTo>
                      <a:pt x="22" y="430"/>
                      <a:pt x="7" y="361"/>
                      <a:pt x="18" y="308"/>
                    </a:cubicBezTo>
                    <a:cubicBezTo>
                      <a:pt x="24" y="276"/>
                      <a:pt x="17" y="223"/>
                      <a:pt x="10" y="172"/>
                    </a:cubicBezTo>
                    <a:cubicBezTo>
                      <a:pt x="7" y="144"/>
                      <a:pt x="3" y="119"/>
                      <a:pt x="2" y="97"/>
                    </a:cubicBezTo>
                    <a:cubicBezTo>
                      <a:pt x="0" y="63"/>
                      <a:pt x="14" y="41"/>
                      <a:pt x="27" y="29"/>
                    </a:cubicBezTo>
                    <a:cubicBezTo>
                      <a:pt x="46" y="10"/>
                      <a:pt x="75" y="0"/>
                      <a:pt x="100" y="3"/>
                    </a:cubicBezTo>
                    <a:cubicBezTo>
                      <a:pt x="139" y="6"/>
                      <a:pt x="174" y="24"/>
                      <a:pt x="222" y="49"/>
                    </a:cubicBezTo>
                    <a:cubicBezTo>
                      <a:pt x="233" y="55"/>
                      <a:pt x="233" y="55"/>
                      <a:pt x="233" y="55"/>
                    </a:cubicBezTo>
                    <a:cubicBezTo>
                      <a:pt x="251" y="64"/>
                      <a:pt x="270" y="71"/>
                      <a:pt x="289" y="77"/>
                    </a:cubicBezTo>
                    <a:cubicBezTo>
                      <a:pt x="324" y="89"/>
                      <a:pt x="357" y="100"/>
                      <a:pt x="383" y="131"/>
                    </a:cubicBezTo>
                    <a:cubicBezTo>
                      <a:pt x="398" y="149"/>
                      <a:pt x="405" y="170"/>
                      <a:pt x="402" y="192"/>
                    </a:cubicBezTo>
                    <a:cubicBezTo>
                      <a:pt x="399" y="221"/>
                      <a:pt x="381" y="251"/>
                      <a:pt x="355" y="272"/>
                    </a:cubicBezTo>
                    <a:cubicBezTo>
                      <a:pt x="351" y="275"/>
                      <a:pt x="346" y="279"/>
                      <a:pt x="342" y="283"/>
                    </a:cubicBezTo>
                    <a:cubicBezTo>
                      <a:pt x="305" y="311"/>
                      <a:pt x="260" y="346"/>
                      <a:pt x="237" y="380"/>
                    </a:cubicBezTo>
                    <a:cubicBezTo>
                      <a:pt x="215" y="413"/>
                      <a:pt x="138" y="455"/>
                      <a:pt x="89" y="455"/>
                    </a:cubicBezTo>
                    <a:close/>
                    <a:moveTo>
                      <a:pt x="93" y="6"/>
                    </a:moveTo>
                    <a:cubicBezTo>
                      <a:pt x="70" y="6"/>
                      <a:pt x="46" y="16"/>
                      <a:pt x="30" y="32"/>
                    </a:cubicBezTo>
                    <a:cubicBezTo>
                      <a:pt x="18" y="44"/>
                      <a:pt x="4" y="64"/>
                      <a:pt x="6" y="96"/>
                    </a:cubicBezTo>
                    <a:cubicBezTo>
                      <a:pt x="7" y="118"/>
                      <a:pt x="11" y="144"/>
                      <a:pt x="14" y="171"/>
                    </a:cubicBezTo>
                    <a:cubicBezTo>
                      <a:pt x="21" y="223"/>
                      <a:pt x="28" y="276"/>
                      <a:pt x="22" y="309"/>
                    </a:cubicBezTo>
                    <a:cubicBezTo>
                      <a:pt x="11" y="360"/>
                      <a:pt x="27" y="428"/>
                      <a:pt x="67" y="447"/>
                    </a:cubicBezTo>
                    <a:cubicBezTo>
                      <a:pt x="107" y="466"/>
                      <a:pt x="209" y="415"/>
                      <a:pt x="234" y="377"/>
                    </a:cubicBezTo>
                    <a:cubicBezTo>
                      <a:pt x="257" y="343"/>
                      <a:pt x="303" y="308"/>
                      <a:pt x="339" y="279"/>
                    </a:cubicBezTo>
                    <a:cubicBezTo>
                      <a:pt x="344" y="276"/>
                      <a:pt x="348" y="272"/>
                      <a:pt x="352" y="269"/>
                    </a:cubicBezTo>
                    <a:cubicBezTo>
                      <a:pt x="372" y="253"/>
                      <a:pt x="395" y="225"/>
                      <a:pt x="398" y="192"/>
                    </a:cubicBezTo>
                    <a:cubicBezTo>
                      <a:pt x="400" y="170"/>
                      <a:pt x="394" y="151"/>
                      <a:pt x="380" y="134"/>
                    </a:cubicBezTo>
                    <a:cubicBezTo>
                      <a:pt x="355" y="103"/>
                      <a:pt x="322" y="92"/>
                      <a:pt x="288" y="81"/>
                    </a:cubicBezTo>
                    <a:cubicBezTo>
                      <a:pt x="269" y="75"/>
                      <a:pt x="250" y="68"/>
                      <a:pt x="231" y="58"/>
                    </a:cubicBezTo>
                    <a:cubicBezTo>
                      <a:pt x="220" y="53"/>
                      <a:pt x="220" y="53"/>
                      <a:pt x="220" y="53"/>
                    </a:cubicBezTo>
                    <a:cubicBezTo>
                      <a:pt x="173" y="28"/>
                      <a:pt x="138" y="10"/>
                      <a:pt x="100" y="7"/>
                    </a:cubicBezTo>
                    <a:cubicBezTo>
                      <a:pt x="97" y="6"/>
                      <a:pt x="95" y="6"/>
                      <a:pt x="93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45"/>
              <p:cNvSpPr/>
              <p:nvPr/>
            </p:nvSpPr>
            <p:spPr>
              <a:xfrm>
                <a:off x="6377181" y="3242169"/>
                <a:ext cx="891558" cy="790677"/>
              </a:xfrm>
              <a:custGeom>
                <a:rect b="b" l="l" r="r" t="t"/>
                <a:pathLst>
                  <a:path extrusionOk="0" h="845" w="953">
                    <a:moveTo>
                      <a:pt x="384" y="819"/>
                    </a:moveTo>
                    <a:cubicBezTo>
                      <a:pt x="358" y="819"/>
                      <a:pt x="336" y="811"/>
                      <a:pt x="325" y="788"/>
                    </a:cubicBezTo>
                    <a:cubicBezTo>
                      <a:pt x="313" y="765"/>
                      <a:pt x="306" y="717"/>
                      <a:pt x="298" y="661"/>
                    </a:cubicBezTo>
                    <a:cubicBezTo>
                      <a:pt x="286" y="576"/>
                      <a:pt x="272" y="480"/>
                      <a:pt x="237" y="445"/>
                    </a:cubicBezTo>
                    <a:cubicBezTo>
                      <a:pt x="208" y="415"/>
                      <a:pt x="177" y="391"/>
                      <a:pt x="147" y="368"/>
                    </a:cubicBezTo>
                    <a:cubicBezTo>
                      <a:pt x="119" y="346"/>
                      <a:pt x="89" y="323"/>
                      <a:pt x="61" y="295"/>
                    </a:cubicBezTo>
                    <a:cubicBezTo>
                      <a:pt x="8" y="242"/>
                      <a:pt x="0" y="199"/>
                      <a:pt x="32" y="138"/>
                    </a:cubicBezTo>
                    <a:cubicBezTo>
                      <a:pt x="60" y="84"/>
                      <a:pt x="132" y="46"/>
                      <a:pt x="186" y="57"/>
                    </a:cubicBezTo>
                    <a:cubicBezTo>
                      <a:pt x="234" y="67"/>
                      <a:pt x="352" y="89"/>
                      <a:pt x="407" y="95"/>
                    </a:cubicBezTo>
                    <a:cubicBezTo>
                      <a:pt x="460" y="100"/>
                      <a:pt x="568" y="74"/>
                      <a:pt x="616" y="49"/>
                    </a:cubicBezTo>
                    <a:cubicBezTo>
                      <a:pt x="692" y="12"/>
                      <a:pt x="734" y="0"/>
                      <a:pt x="744" y="13"/>
                    </a:cubicBezTo>
                    <a:cubicBezTo>
                      <a:pt x="744" y="13"/>
                      <a:pt x="744" y="13"/>
                      <a:pt x="744" y="13"/>
                    </a:cubicBezTo>
                    <a:cubicBezTo>
                      <a:pt x="747" y="16"/>
                      <a:pt x="752" y="20"/>
                      <a:pt x="757" y="24"/>
                    </a:cubicBezTo>
                    <a:cubicBezTo>
                      <a:pt x="776" y="39"/>
                      <a:pt x="804" y="62"/>
                      <a:pt x="795" y="102"/>
                    </a:cubicBezTo>
                    <a:cubicBezTo>
                      <a:pt x="785" y="153"/>
                      <a:pt x="780" y="187"/>
                      <a:pt x="811" y="223"/>
                    </a:cubicBezTo>
                    <a:cubicBezTo>
                      <a:pt x="833" y="249"/>
                      <a:pt x="861" y="313"/>
                      <a:pt x="887" y="369"/>
                    </a:cubicBezTo>
                    <a:cubicBezTo>
                      <a:pt x="898" y="395"/>
                      <a:pt x="909" y="419"/>
                      <a:pt x="918" y="437"/>
                    </a:cubicBezTo>
                    <a:cubicBezTo>
                      <a:pt x="951" y="503"/>
                      <a:pt x="953" y="560"/>
                      <a:pt x="923" y="612"/>
                    </a:cubicBezTo>
                    <a:cubicBezTo>
                      <a:pt x="898" y="656"/>
                      <a:pt x="825" y="677"/>
                      <a:pt x="765" y="694"/>
                    </a:cubicBezTo>
                    <a:cubicBezTo>
                      <a:pt x="747" y="699"/>
                      <a:pt x="730" y="704"/>
                      <a:pt x="717" y="709"/>
                    </a:cubicBezTo>
                    <a:cubicBezTo>
                      <a:pt x="696" y="717"/>
                      <a:pt x="678" y="722"/>
                      <a:pt x="658" y="727"/>
                    </a:cubicBezTo>
                    <a:cubicBezTo>
                      <a:pt x="625" y="736"/>
                      <a:pt x="591" y="745"/>
                      <a:pt x="538" y="770"/>
                    </a:cubicBezTo>
                    <a:cubicBezTo>
                      <a:pt x="490" y="794"/>
                      <a:pt x="430" y="819"/>
                      <a:pt x="384" y="819"/>
                    </a:cubicBezTo>
                    <a:close/>
                    <a:moveTo>
                      <a:pt x="166" y="59"/>
                    </a:moveTo>
                    <a:cubicBezTo>
                      <a:pt x="117" y="59"/>
                      <a:pt x="60" y="93"/>
                      <a:pt x="35" y="140"/>
                    </a:cubicBezTo>
                    <a:cubicBezTo>
                      <a:pt x="4" y="199"/>
                      <a:pt x="12" y="240"/>
                      <a:pt x="64" y="292"/>
                    </a:cubicBezTo>
                    <a:cubicBezTo>
                      <a:pt x="92" y="320"/>
                      <a:pt x="120" y="342"/>
                      <a:pt x="150" y="365"/>
                    </a:cubicBezTo>
                    <a:cubicBezTo>
                      <a:pt x="180" y="388"/>
                      <a:pt x="210" y="412"/>
                      <a:pt x="240" y="442"/>
                    </a:cubicBezTo>
                    <a:cubicBezTo>
                      <a:pt x="276" y="478"/>
                      <a:pt x="290" y="575"/>
                      <a:pt x="302" y="661"/>
                    </a:cubicBezTo>
                    <a:cubicBezTo>
                      <a:pt x="310" y="714"/>
                      <a:pt x="317" y="764"/>
                      <a:pt x="329" y="786"/>
                    </a:cubicBezTo>
                    <a:cubicBezTo>
                      <a:pt x="358" y="845"/>
                      <a:pt x="461" y="803"/>
                      <a:pt x="537" y="767"/>
                    </a:cubicBezTo>
                    <a:cubicBezTo>
                      <a:pt x="590" y="741"/>
                      <a:pt x="624" y="732"/>
                      <a:pt x="657" y="723"/>
                    </a:cubicBezTo>
                    <a:cubicBezTo>
                      <a:pt x="676" y="718"/>
                      <a:pt x="694" y="713"/>
                      <a:pt x="715" y="705"/>
                    </a:cubicBezTo>
                    <a:cubicBezTo>
                      <a:pt x="729" y="700"/>
                      <a:pt x="746" y="695"/>
                      <a:pt x="764" y="690"/>
                    </a:cubicBezTo>
                    <a:cubicBezTo>
                      <a:pt x="823" y="673"/>
                      <a:pt x="896" y="652"/>
                      <a:pt x="920" y="610"/>
                    </a:cubicBezTo>
                    <a:cubicBezTo>
                      <a:pt x="948" y="560"/>
                      <a:pt x="947" y="504"/>
                      <a:pt x="914" y="439"/>
                    </a:cubicBezTo>
                    <a:cubicBezTo>
                      <a:pt x="905" y="420"/>
                      <a:pt x="894" y="396"/>
                      <a:pt x="883" y="371"/>
                    </a:cubicBezTo>
                    <a:cubicBezTo>
                      <a:pt x="858" y="315"/>
                      <a:pt x="830" y="251"/>
                      <a:pt x="808" y="226"/>
                    </a:cubicBezTo>
                    <a:cubicBezTo>
                      <a:pt x="776" y="189"/>
                      <a:pt x="780" y="154"/>
                      <a:pt x="791" y="101"/>
                    </a:cubicBezTo>
                    <a:cubicBezTo>
                      <a:pt x="799" y="64"/>
                      <a:pt x="774" y="43"/>
                      <a:pt x="755" y="28"/>
                    </a:cubicBezTo>
                    <a:cubicBezTo>
                      <a:pt x="749" y="23"/>
                      <a:pt x="744" y="19"/>
                      <a:pt x="741" y="15"/>
                    </a:cubicBezTo>
                    <a:cubicBezTo>
                      <a:pt x="741" y="15"/>
                      <a:pt x="741" y="15"/>
                      <a:pt x="741" y="15"/>
                    </a:cubicBezTo>
                    <a:cubicBezTo>
                      <a:pt x="735" y="8"/>
                      <a:pt x="708" y="8"/>
                      <a:pt x="618" y="53"/>
                    </a:cubicBezTo>
                    <a:cubicBezTo>
                      <a:pt x="568" y="78"/>
                      <a:pt x="461" y="104"/>
                      <a:pt x="407" y="99"/>
                    </a:cubicBezTo>
                    <a:cubicBezTo>
                      <a:pt x="351" y="93"/>
                      <a:pt x="233" y="71"/>
                      <a:pt x="185" y="61"/>
                    </a:cubicBezTo>
                    <a:cubicBezTo>
                      <a:pt x="179" y="60"/>
                      <a:pt x="172" y="59"/>
                      <a:pt x="166" y="5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45"/>
              <p:cNvSpPr/>
              <p:nvPr/>
            </p:nvSpPr>
            <p:spPr>
              <a:xfrm>
                <a:off x="6133513" y="3027628"/>
                <a:ext cx="1349770" cy="1174294"/>
              </a:xfrm>
              <a:custGeom>
                <a:rect b="b" l="l" r="r" t="t"/>
                <a:pathLst>
                  <a:path extrusionOk="0" h="1255" w="1442">
                    <a:moveTo>
                      <a:pt x="655" y="1251"/>
                    </a:moveTo>
                    <a:cubicBezTo>
                      <a:pt x="605" y="1251"/>
                      <a:pt x="560" y="1247"/>
                      <a:pt x="535" y="1239"/>
                    </a:cubicBezTo>
                    <a:cubicBezTo>
                      <a:pt x="470" y="1220"/>
                      <a:pt x="422" y="1020"/>
                      <a:pt x="425" y="963"/>
                    </a:cubicBezTo>
                    <a:cubicBezTo>
                      <a:pt x="427" y="920"/>
                      <a:pt x="383" y="853"/>
                      <a:pt x="352" y="805"/>
                    </a:cubicBezTo>
                    <a:cubicBezTo>
                      <a:pt x="340" y="786"/>
                      <a:pt x="330" y="771"/>
                      <a:pt x="324" y="758"/>
                    </a:cubicBezTo>
                    <a:cubicBezTo>
                      <a:pt x="303" y="719"/>
                      <a:pt x="256" y="698"/>
                      <a:pt x="212" y="677"/>
                    </a:cubicBezTo>
                    <a:cubicBezTo>
                      <a:pt x="206" y="674"/>
                      <a:pt x="200" y="671"/>
                      <a:pt x="194" y="669"/>
                    </a:cubicBezTo>
                    <a:cubicBezTo>
                      <a:pt x="160" y="653"/>
                      <a:pt x="121" y="620"/>
                      <a:pt x="87" y="591"/>
                    </a:cubicBezTo>
                    <a:cubicBezTo>
                      <a:pt x="70" y="576"/>
                      <a:pt x="54" y="563"/>
                      <a:pt x="42" y="554"/>
                    </a:cubicBezTo>
                    <a:cubicBezTo>
                      <a:pt x="1" y="525"/>
                      <a:pt x="0" y="448"/>
                      <a:pt x="38" y="386"/>
                    </a:cubicBezTo>
                    <a:cubicBezTo>
                      <a:pt x="67" y="340"/>
                      <a:pt x="123" y="276"/>
                      <a:pt x="173" y="219"/>
                    </a:cubicBezTo>
                    <a:cubicBezTo>
                      <a:pt x="193" y="196"/>
                      <a:pt x="212" y="175"/>
                      <a:pt x="228" y="156"/>
                    </a:cubicBezTo>
                    <a:cubicBezTo>
                      <a:pt x="228" y="156"/>
                      <a:pt x="228" y="156"/>
                      <a:pt x="228" y="156"/>
                    </a:cubicBezTo>
                    <a:cubicBezTo>
                      <a:pt x="307" y="62"/>
                      <a:pt x="447" y="87"/>
                      <a:pt x="539" y="104"/>
                    </a:cubicBezTo>
                    <a:cubicBezTo>
                      <a:pt x="561" y="108"/>
                      <a:pt x="580" y="111"/>
                      <a:pt x="595" y="113"/>
                    </a:cubicBezTo>
                    <a:cubicBezTo>
                      <a:pt x="673" y="120"/>
                      <a:pt x="814" y="79"/>
                      <a:pt x="919" y="38"/>
                    </a:cubicBezTo>
                    <a:cubicBezTo>
                      <a:pt x="1017" y="0"/>
                      <a:pt x="1157" y="70"/>
                      <a:pt x="1207" y="132"/>
                    </a:cubicBezTo>
                    <a:cubicBezTo>
                      <a:pt x="1244" y="179"/>
                      <a:pt x="1230" y="235"/>
                      <a:pt x="1218" y="284"/>
                    </a:cubicBezTo>
                    <a:cubicBezTo>
                      <a:pt x="1213" y="304"/>
                      <a:pt x="1208" y="323"/>
                      <a:pt x="1207" y="339"/>
                    </a:cubicBezTo>
                    <a:cubicBezTo>
                      <a:pt x="1205" y="393"/>
                      <a:pt x="1330" y="522"/>
                      <a:pt x="1393" y="567"/>
                    </a:cubicBezTo>
                    <a:cubicBezTo>
                      <a:pt x="1442" y="601"/>
                      <a:pt x="1439" y="638"/>
                      <a:pt x="1433" y="721"/>
                    </a:cubicBezTo>
                    <a:cubicBezTo>
                      <a:pt x="1432" y="744"/>
                      <a:pt x="1430" y="770"/>
                      <a:pt x="1429" y="800"/>
                    </a:cubicBezTo>
                    <a:cubicBezTo>
                      <a:pt x="1423" y="944"/>
                      <a:pt x="1350" y="1029"/>
                      <a:pt x="1287" y="1087"/>
                    </a:cubicBezTo>
                    <a:cubicBezTo>
                      <a:pt x="1221" y="1147"/>
                      <a:pt x="1080" y="1127"/>
                      <a:pt x="1026" y="1120"/>
                    </a:cubicBezTo>
                    <a:cubicBezTo>
                      <a:pt x="970" y="1111"/>
                      <a:pt x="902" y="1147"/>
                      <a:pt x="868" y="1201"/>
                    </a:cubicBezTo>
                    <a:cubicBezTo>
                      <a:pt x="846" y="1237"/>
                      <a:pt x="744" y="1251"/>
                      <a:pt x="655" y="1251"/>
                    </a:cubicBezTo>
                    <a:close/>
                    <a:moveTo>
                      <a:pt x="229" y="158"/>
                    </a:moveTo>
                    <a:cubicBezTo>
                      <a:pt x="231" y="159"/>
                      <a:pt x="231" y="159"/>
                      <a:pt x="231" y="159"/>
                    </a:cubicBezTo>
                    <a:cubicBezTo>
                      <a:pt x="216" y="177"/>
                      <a:pt x="197" y="199"/>
                      <a:pt x="176" y="222"/>
                    </a:cubicBezTo>
                    <a:cubicBezTo>
                      <a:pt x="127" y="278"/>
                      <a:pt x="70" y="343"/>
                      <a:pt x="42" y="388"/>
                    </a:cubicBezTo>
                    <a:cubicBezTo>
                      <a:pt x="1" y="454"/>
                      <a:pt x="10" y="526"/>
                      <a:pt x="44" y="551"/>
                    </a:cubicBezTo>
                    <a:cubicBezTo>
                      <a:pt x="57" y="560"/>
                      <a:pt x="73" y="573"/>
                      <a:pt x="90" y="588"/>
                    </a:cubicBezTo>
                    <a:cubicBezTo>
                      <a:pt x="124" y="617"/>
                      <a:pt x="162" y="649"/>
                      <a:pt x="196" y="665"/>
                    </a:cubicBezTo>
                    <a:cubicBezTo>
                      <a:pt x="201" y="668"/>
                      <a:pt x="207" y="671"/>
                      <a:pt x="213" y="673"/>
                    </a:cubicBezTo>
                    <a:cubicBezTo>
                      <a:pt x="259" y="694"/>
                      <a:pt x="306" y="716"/>
                      <a:pt x="327" y="757"/>
                    </a:cubicBezTo>
                    <a:cubicBezTo>
                      <a:pt x="333" y="769"/>
                      <a:pt x="344" y="784"/>
                      <a:pt x="355" y="802"/>
                    </a:cubicBezTo>
                    <a:cubicBezTo>
                      <a:pt x="387" y="852"/>
                      <a:pt x="431" y="919"/>
                      <a:pt x="429" y="963"/>
                    </a:cubicBezTo>
                    <a:cubicBezTo>
                      <a:pt x="426" y="1020"/>
                      <a:pt x="473" y="1217"/>
                      <a:pt x="537" y="1236"/>
                    </a:cubicBezTo>
                    <a:cubicBezTo>
                      <a:pt x="601" y="1255"/>
                      <a:pt x="832" y="1253"/>
                      <a:pt x="865" y="1199"/>
                    </a:cubicBezTo>
                    <a:cubicBezTo>
                      <a:pt x="900" y="1143"/>
                      <a:pt x="969" y="1107"/>
                      <a:pt x="1027" y="1116"/>
                    </a:cubicBezTo>
                    <a:cubicBezTo>
                      <a:pt x="1080" y="1123"/>
                      <a:pt x="1220" y="1143"/>
                      <a:pt x="1284" y="1084"/>
                    </a:cubicBezTo>
                    <a:cubicBezTo>
                      <a:pt x="1347" y="1027"/>
                      <a:pt x="1419" y="942"/>
                      <a:pt x="1425" y="800"/>
                    </a:cubicBezTo>
                    <a:cubicBezTo>
                      <a:pt x="1426" y="769"/>
                      <a:pt x="1428" y="743"/>
                      <a:pt x="1429" y="720"/>
                    </a:cubicBezTo>
                    <a:cubicBezTo>
                      <a:pt x="1435" y="640"/>
                      <a:pt x="1438" y="603"/>
                      <a:pt x="1391" y="570"/>
                    </a:cubicBezTo>
                    <a:cubicBezTo>
                      <a:pt x="1334" y="530"/>
                      <a:pt x="1201" y="398"/>
                      <a:pt x="1203" y="339"/>
                    </a:cubicBezTo>
                    <a:cubicBezTo>
                      <a:pt x="1204" y="322"/>
                      <a:pt x="1209" y="303"/>
                      <a:pt x="1214" y="284"/>
                    </a:cubicBezTo>
                    <a:cubicBezTo>
                      <a:pt x="1226" y="235"/>
                      <a:pt x="1239" y="179"/>
                      <a:pt x="1204" y="135"/>
                    </a:cubicBezTo>
                    <a:cubicBezTo>
                      <a:pt x="1155" y="73"/>
                      <a:pt x="1017" y="5"/>
                      <a:pt x="921" y="42"/>
                    </a:cubicBezTo>
                    <a:cubicBezTo>
                      <a:pt x="815" y="83"/>
                      <a:pt x="674" y="125"/>
                      <a:pt x="595" y="117"/>
                    </a:cubicBezTo>
                    <a:cubicBezTo>
                      <a:pt x="579" y="115"/>
                      <a:pt x="560" y="112"/>
                      <a:pt x="539" y="108"/>
                    </a:cubicBezTo>
                    <a:cubicBezTo>
                      <a:pt x="447" y="91"/>
                      <a:pt x="308" y="66"/>
                      <a:pt x="231" y="159"/>
                    </a:cubicBezTo>
                    <a:lnTo>
                      <a:pt x="229" y="158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45"/>
              <p:cNvSpPr/>
              <p:nvPr/>
            </p:nvSpPr>
            <p:spPr>
              <a:xfrm>
                <a:off x="5850061" y="1656555"/>
                <a:ext cx="1650981" cy="1096147"/>
              </a:xfrm>
              <a:custGeom>
                <a:rect b="b" l="l" r="r" t="t"/>
                <a:pathLst>
                  <a:path extrusionOk="0" h="1171" w="1764">
                    <a:moveTo>
                      <a:pt x="1412" y="1171"/>
                    </a:moveTo>
                    <a:cubicBezTo>
                      <a:pt x="1406" y="1171"/>
                      <a:pt x="1401" y="1170"/>
                      <a:pt x="1396" y="1168"/>
                    </a:cubicBezTo>
                    <a:cubicBezTo>
                      <a:pt x="1318" y="1139"/>
                      <a:pt x="1188" y="1137"/>
                      <a:pt x="1093" y="1147"/>
                    </a:cubicBezTo>
                    <a:cubicBezTo>
                      <a:pt x="996" y="1158"/>
                      <a:pt x="754" y="1128"/>
                      <a:pt x="664" y="1056"/>
                    </a:cubicBezTo>
                    <a:cubicBezTo>
                      <a:pt x="625" y="1024"/>
                      <a:pt x="547" y="1011"/>
                      <a:pt x="472" y="998"/>
                    </a:cubicBezTo>
                    <a:cubicBezTo>
                      <a:pt x="375" y="980"/>
                      <a:pt x="283" y="964"/>
                      <a:pt x="264" y="911"/>
                    </a:cubicBezTo>
                    <a:cubicBezTo>
                      <a:pt x="239" y="844"/>
                      <a:pt x="160" y="771"/>
                      <a:pt x="103" y="717"/>
                    </a:cubicBezTo>
                    <a:cubicBezTo>
                      <a:pt x="81" y="696"/>
                      <a:pt x="61" y="678"/>
                      <a:pt x="48" y="664"/>
                    </a:cubicBezTo>
                    <a:cubicBezTo>
                      <a:pt x="0" y="610"/>
                      <a:pt x="15" y="460"/>
                      <a:pt x="77" y="381"/>
                    </a:cubicBezTo>
                    <a:cubicBezTo>
                      <a:pt x="138" y="305"/>
                      <a:pt x="236" y="80"/>
                      <a:pt x="237" y="78"/>
                    </a:cubicBezTo>
                    <a:cubicBezTo>
                      <a:pt x="237" y="77"/>
                      <a:pt x="237" y="77"/>
                      <a:pt x="237" y="77"/>
                    </a:cubicBezTo>
                    <a:cubicBezTo>
                      <a:pt x="295" y="0"/>
                      <a:pt x="427" y="12"/>
                      <a:pt x="522" y="29"/>
                    </a:cubicBezTo>
                    <a:cubicBezTo>
                      <a:pt x="605" y="43"/>
                      <a:pt x="796" y="70"/>
                      <a:pt x="936" y="90"/>
                    </a:cubicBezTo>
                    <a:cubicBezTo>
                      <a:pt x="980" y="96"/>
                      <a:pt x="1018" y="102"/>
                      <a:pt x="1045" y="106"/>
                    </a:cubicBezTo>
                    <a:cubicBezTo>
                      <a:pt x="1159" y="123"/>
                      <a:pt x="1648" y="271"/>
                      <a:pt x="1707" y="355"/>
                    </a:cubicBezTo>
                    <a:cubicBezTo>
                      <a:pt x="1764" y="435"/>
                      <a:pt x="1747" y="534"/>
                      <a:pt x="1726" y="612"/>
                    </a:cubicBezTo>
                    <a:cubicBezTo>
                      <a:pt x="1719" y="640"/>
                      <a:pt x="1715" y="673"/>
                      <a:pt x="1710" y="709"/>
                    </a:cubicBezTo>
                    <a:cubicBezTo>
                      <a:pt x="1704" y="762"/>
                      <a:pt x="1696" y="823"/>
                      <a:pt x="1676" y="882"/>
                    </a:cubicBezTo>
                    <a:cubicBezTo>
                      <a:pt x="1647" y="962"/>
                      <a:pt x="1531" y="1123"/>
                      <a:pt x="1446" y="1162"/>
                    </a:cubicBezTo>
                    <a:cubicBezTo>
                      <a:pt x="1434" y="1168"/>
                      <a:pt x="1422" y="1171"/>
                      <a:pt x="1412" y="1171"/>
                    </a:cubicBezTo>
                    <a:close/>
                    <a:moveTo>
                      <a:pt x="1199" y="1137"/>
                    </a:moveTo>
                    <a:cubicBezTo>
                      <a:pt x="1271" y="1137"/>
                      <a:pt x="1346" y="1145"/>
                      <a:pt x="1397" y="1165"/>
                    </a:cubicBezTo>
                    <a:cubicBezTo>
                      <a:pt x="1410" y="1170"/>
                      <a:pt x="1426" y="1168"/>
                      <a:pt x="1445" y="1159"/>
                    </a:cubicBezTo>
                    <a:cubicBezTo>
                      <a:pt x="1529" y="1120"/>
                      <a:pt x="1644" y="960"/>
                      <a:pt x="1672" y="881"/>
                    </a:cubicBezTo>
                    <a:cubicBezTo>
                      <a:pt x="1693" y="822"/>
                      <a:pt x="1700" y="761"/>
                      <a:pt x="1706" y="708"/>
                    </a:cubicBezTo>
                    <a:cubicBezTo>
                      <a:pt x="1711" y="673"/>
                      <a:pt x="1715" y="639"/>
                      <a:pt x="1722" y="611"/>
                    </a:cubicBezTo>
                    <a:cubicBezTo>
                      <a:pt x="1743" y="534"/>
                      <a:pt x="1760" y="436"/>
                      <a:pt x="1704" y="357"/>
                    </a:cubicBezTo>
                    <a:cubicBezTo>
                      <a:pt x="1647" y="276"/>
                      <a:pt x="1155" y="126"/>
                      <a:pt x="1044" y="110"/>
                    </a:cubicBezTo>
                    <a:cubicBezTo>
                      <a:pt x="1017" y="106"/>
                      <a:pt x="979" y="100"/>
                      <a:pt x="935" y="94"/>
                    </a:cubicBezTo>
                    <a:cubicBezTo>
                      <a:pt x="795" y="74"/>
                      <a:pt x="604" y="47"/>
                      <a:pt x="521" y="32"/>
                    </a:cubicBezTo>
                    <a:cubicBezTo>
                      <a:pt x="428" y="17"/>
                      <a:pt x="297" y="4"/>
                      <a:pt x="241" y="80"/>
                    </a:cubicBezTo>
                    <a:cubicBezTo>
                      <a:pt x="237" y="88"/>
                      <a:pt x="141" y="308"/>
                      <a:pt x="81" y="384"/>
                    </a:cubicBezTo>
                    <a:cubicBezTo>
                      <a:pt x="20" y="461"/>
                      <a:pt x="4" y="609"/>
                      <a:pt x="51" y="661"/>
                    </a:cubicBezTo>
                    <a:cubicBezTo>
                      <a:pt x="64" y="676"/>
                      <a:pt x="83" y="694"/>
                      <a:pt x="106" y="714"/>
                    </a:cubicBezTo>
                    <a:cubicBezTo>
                      <a:pt x="163" y="768"/>
                      <a:pt x="242" y="842"/>
                      <a:pt x="268" y="910"/>
                    </a:cubicBezTo>
                    <a:cubicBezTo>
                      <a:pt x="286" y="961"/>
                      <a:pt x="381" y="977"/>
                      <a:pt x="473" y="994"/>
                    </a:cubicBezTo>
                    <a:cubicBezTo>
                      <a:pt x="548" y="1007"/>
                      <a:pt x="626" y="1021"/>
                      <a:pt x="667" y="1053"/>
                    </a:cubicBezTo>
                    <a:cubicBezTo>
                      <a:pt x="756" y="1124"/>
                      <a:pt x="996" y="1154"/>
                      <a:pt x="1092" y="1143"/>
                    </a:cubicBezTo>
                    <a:cubicBezTo>
                      <a:pt x="1125" y="1140"/>
                      <a:pt x="1162" y="1137"/>
                      <a:pt x="1199" y="113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45"/>
              <p:cNvSpPr/>
              <p:nvPr/>
            </p:nvSpPr>
            <p:spPr>
              <a:xfrm>
                <a:off x="5701587" y="1588356"/>
                <a:ext cx="2467942" cy="1297192"/>
              </a:xfrm>
              <a:custGeom>
                <a:rect b="b" l="l" r="r" t="t"/>
                <a:pathLst>
                  <a:path extrusionOk="0" h="1386" w="2637">
                    <a:moveTo>
                      <a:pt x="1394" y="1385"/>
                    </a:moveTo>
                    <a:cubicBezTo>
                      <a:pt x="1357" y="1385"/>
                      <a:pt x="1322" y="1384"/>
                      <a:pt x="1291" y="1383"/>
                    </a:cubicBezTo>
                    <a:cubicBezTo>
                      <a:pt x="1281" y="1383"/>
                      <a:pt x="1281" y="1383"/>
                      <a:pt x="1281" y="1383"/>
                    </a:cubicBezTo>
                    <a:cubicBezTo>
                      <a:pt x="1165" y="1380"/>
                      <a:pt x="1038" y="1368"/>
                      <a:pt x="965" y="1308"/>
                    </a:cubicBezTo>
                    <a:cubicBezTo>
                      <a:pt x="959" y="1303"/>
                      <a:pt x="959" y="1303"/>
                      <a:pt x="959" y="1303"/>
                    </a:cubicBezTo>
                    <a:cubicBezTo>
                      <a:pt x="885" y="1242"/>
                      <a:pt x="827" y="1194"/>
                      <a:pt x="739" y="1196"/>
                    </a:cubicBezTo>
                    <a:cubicBezTo>
                      <a:pt x="732" y="1196"/>
                      <a:pt x="723" y="1197"/>
                      <a:pt x="713" y="1197"/>
                    </a:cubicBezTo>
                    <a:cubicBezTo>
                      <a:pt x="605" y="1201"/>
                      <a:pt x="351" y="1211"/>
                      <a:pt x="316" y="1110"/>
                    </a:cubicBezTo>
                    <a:cubicBezTo>
                      <a:pt x="306" y="1081"/>
                      <a:pt x="299" y="1055"/>
                      <a:pt x="292" y="1032"/>
                    </a:cubicBezTo>
                    <a:cubicBezTo>
                      <a:pt x="273" y="966"/>
                      <a:pt x="258" y="917"/>
                      <a:pt x="215" y="878"/>
                    </a:cubicBezTo>
                    <a:cubicBezTo>
                      <a:pt x="165" y="832"/>
                      <a:pt x="0" y="640"/>
                      <a:pt x="47" y="548"/>
                    </a:cubicBezTo>
                    <a:cubicBezTo>
                      <a:pt x="64" y="515"/>
                      <a:pt x="91" y="474"/>
                      <a:pt x="120" y="430"/>
                    </a:cubicBezTo>
                    <a:cubicBezTo>
                      <a:pt x="168" y="358"/>
                      <a:pt x="221" y="277"/>
                      <a:pt x="236" y="220"/>
                    </a:cubicBezTo>
                    <a:cubicBezTo>
                      <a:pt x="260" y="132"/>
                      <a:pt x="449" y="0"/>
                      <a:pt x="529" y="0"/>
                    </a:cubicBezTo>
                    <a:cubicBezTo>
                      <a:pt x="530" y="0"/>
                      <a:pt x="531" y="0"/>
                      <a:pt x="531" y="0"/>
                    </a:cubicBezTo>
                    <a:cubicBezTo>
                      <a:pt x="537" y="0"/>
                      <a:pt x="544" y="1"/>
                      <a:pt x="552" y="1"/>
                    </a:cubicBezTo>
                    <a:cubicBezTo>
                      <a:pt x="660" y="5"/>
                      <a:pt x="991" y="16"/>
                      <a:pt x="1065" y="43"/>
                    </a:cubicBezTo>
                    <a:cubicBezTo>
                      <a:pt x="1091" y="52"/>
                      <a:pt x="1319" y="135"/>
                      <a:pt x="1438" y="147"/>
                    </a:cubicBezTo>
                    <a:cubicBezTo>
                      <a:pt x="1544" y="157"/>
                      <a:pt x="1791" y="272"/>
                      <a:pt x="1850" y="307"/>
                    </a:cubicBezTo>
                    <a:cubicBezTo>
                      <a:pt x="1864" y="316"/>
                      <a:pt x="1878" y="325"/>
                      <a:pt x="1891" y="335"/>
                    </a:cubicBezTo>
                    <a:cubicBezTo>
                      <a:pt x="1933" y="364"/>
                      <a:pt x="1970" y="390"/>
                      <a:pt x="2008" y="374"/>
                    </a:cubicBezTo>
                    <a:cubicBezTo>
                      <a:pt x="2038" y="361"/>
                      <a:pt x="2059" y="335"/>
                      <a:pt x="2077" y="312"/>
                    </a:cubicBezTo>
                    <a:cubicBezTo>
                      <a:pt x="2089" y="297"/>
                      <a:pt x="2100" y="283"/>
                      <a:pt x="2112" y="275"/>
                    </a:cubicBezTo>
                    <a:cubicBezTo>
                      <a:pt x="2142" y="256"/>
                      <a:pt x="2216" y="252"/>
                      <a:pt x="2257" y="262"/>
                    </a:cubicBezTo>
                    <a:cubicBezTo>
                      <a:pt x="2304" y="273"/>
                      <a:pt x="2389" y="337"/>
                      <a:pt x="2429" y="404"/>
                    </a:cubicBezTo>
                    <a:cubicBezTo>
                      <a:pt x="2454" y="445"/>
                      <a:pt x="2489" y="481"/>
                      <a:pt x="2520" y="513"/>
                    </a:cubicBezTo>
                    <a:cubicBezTo>
                      <a:pt x="2539" y="533"/>
                      <a:pt x="2557" y="552"/>
                      <a:pt x="2570" y="569"/>
                    </a:cubicBezTo>
                    <a:cubicBezTo>
                      <a:pt x="2605" y="615"/>
                      <a:pt x="2637" y="707"/>
                      <a:pt x="2627" y="765"/>
                    </a:cubicBezTo>
                    <a:cubicBezTo>
                      <a:pt x="2617" y="820"/>
                      <a:pt x="2568" y="943"/>
                      <a:pt x="2495" y="991"/>
                    </a:cubicBezTo>
                    <a:cubicBezTo>
                      <a:pt x="2461" y="1013"/>
                      <a:pt x="2433" y="1024"/>
                      <a:pt x="2400" y="1036"/>
                    </a:cubicBezTo>
                    <a:cubicBezTo>
                      <a:pt x="2369" y="1048"/>
                      <a:pt x="2333" y="1061"/>
                      <a:pt x="2284" y="1089"/>
                    </a:cubicBezTo>
                    <a:cubicBezTo>
                      <a:pt x="2244" y="1113"/>
                      <a:pt x="2224" y="1129"/>
                      <a:pt x="2210" y="1139"/>
                    </a:cubicBezTo>
                    <a:cubicBezTo>
                      <a:pt x="2190" y="1155"/>
                      <a:pt x="2182" y="1161"/>
                      <a:pt x="2150" y="1164"/>
                    </a:cubicBezTo>
                    <a:cubicBezTo>
                      <a:pt x="2121" y="1167"/>
                      <a:pt x="2093" y="1142"/>
                      <a:pt x="2064" y="1115"/>
                    </a:cubicBezTo>
                    <a:cubicBezTo>
                      <a:pt x="2039" y="1092"/>
                      <a:pt x="2013" y="1069"/>
                      <a:pt x="1984" y="1060"/>
                    </a:cubicBezTo>
                    <a:cubicBezTo>
                      <a:pt x="1966" y="1055"/>
                      <a:pt x="1951" y="1047"/>
                      <a:pt x="1938" y="1040"/>
                    </a:cubicBezTo>
                    <a:cubicBezTo>
                      <a:pt x="1906" y="1022"/>
                      <a:pt x="1886" y="1012"/>
                      <a:pt x="1853" y="1062"/>
                    </a:cubicBezTo>
                    <a:cubicBezTo>
                      <a:pt x="1848" y="1069"/>
                      <a:pt x="1842" y="1078"/>
                      <a:pt x="1836" y="1088"/>
                    </a:cubicBezTo>
                    <a:cubicBezTo>
                      <a:pt x="1779" y="1174"/>
                      <a:pt x="1674" y="1335"/>
                      <a:pt x="1604" y="1361"/>
                    </a:cubicBezTo>
                    <a:cubicBezTo>
                      <a:pt x="1553" y="1381"/>
                      <a:pt x="1471" y="1385"/>
                      <a:pt x="1394" y="1385"/>
                    </a:cubicBezTo>
                    <a:close/>
                    <a:moveTo>
                      <a:pt x="746" y="1192"/>
                    </a:moveTo>
                    <a:cubicBezTo>
                      <a:pt x="831" y="1192"/>
                      <a:pt x="889" y="1240"/>
                      <a:pt x="961" y="1300"/>
                    </a:cubicBezTo>
                    <a:cubicBezTo>
                      <a:pt x="967" y="1305"/>
                      <a:pt x="967" y="1305"/>
                      <a:pt x="967" y="1305"/>
                    </a:cubicBezTo>
                    <a:cubicBezTo>
                      <a:pt x="1039" y="1364"/>
                      <a:pt x="1166" y="1376"/>
                      <a:pt x="1281" y="1379"/>
                    </a:cubicBezTo>
                    <a:cubicBezTo>
                      <a:pt x="1291" y="1379"/>
                      <a:pt x="1291" y="1379"/>
                      <a:pt x="1291" y="1379"/>
                    </a:cubicBezTo>
                    <a:cubicBezTo>
                      <a:pt x="1385" y="1382"/>
                      <a:pt x="1528" y="1386"/>
                      <a:pt x="1603" y="1358"/>
                    </a:cubicBezTo>
                    <a:cubicBezTo>
                      <a:pt x="1671" y="1332"/>
                      <a:pt x="1776" y="1172"/>
                      <a:pt x="1832" y="1086"/>
                    </a:cubicBezTo>
                    <a:cubicBezTo>
                      <a:pt x="1839" y="1076"/>
                      <a:pt x="1845" y="1067"/>
                      <a:pt x="1850" y="1060"/>
                    </a:cubicBezTo>
                    <a:cubicBezTo>
                      <a:pt x="1885" y="1007"/>
                      <a:pt x="1907" y="1019"/>
                      <a:pt x="1940" y="1036"/>
                    </a:cubicBezTo>
                    <a:cubicBezTo>
                      <a:pt x="1953" y="1043"/>
                      <a:pt x="1967" y="1051"/>
                      <a:pt x="1985" y="1056"/>
                    </a:cubicBezTo>
                    <a:cubicBezTo>
                      <a:pt x="2015" y="1065"/>
                      <a:pt x="2041" y="1089"/>
                      <a:pt x="2067" y="1112"/>
                    </a:cubicBezTo>
                    <a:cubicBezTo>
                      <a:pt x="2095" y="1138"/>
                      <a:pt x="2122" y="1163"/>
                      <a:pt x="2150" y="1160"/>
                    </a:cubicBezTo>
                    <a:cubicBezTo>
                      <a:pt x="2180" y="1157"/>
                      <a:pt x="2188" y="1151"/>
                      <a:pt x="2207" y="1136"/>
                    </a:cubicBezTo>
                    <a:cubicBezTo>
                      <a:pt x="2221" y="1125"/>
                      <a:pt x="2242" y="1109"/>
                      <a:pt x="2282" y="1086"/>
                    </a:cubicBezTo>
                    <a:cubicBezTo>
                      <a:pt x="2331" y="1057"/>
                      <a:pt x="2367" y="1044"/>
                      <a:pt x="2399" y="1032"/>
                    </a:cubicBezTo>
                    <a:cubicBezTo>
                      <a:pt x="2431" y="1020"/>
                      <a:pt x="2459" y="1010"/>
                      <a:pt x="2493" y="987"/>
                    </a:cubicBezTo>
                    <a:cubicBezTo>
                      <a:pt x="2558" y="945"/>
                      <a:pt x="2611" y="828"/>
                      <a:pt x="2623" y="765"/>
                    </a:cubicBezTo>
                    <a:cubicBezTo>
                      <a:pt x="2633" y="707"/>
                      <a:pt x="2602" y="617"/>
                      <a:pt x="2567" y="571"/>
                    </a:cubicBezTo>
                    <a:cubicBezTo>
                      <a:pt x="2554" y="554"/>
                      <a:pt x="2536" y="536"/>
                      <a:pt x="2517" y="516"/>
                    </a:cubicBezTo>
                    <a:cubicBezTo>
                      <a:pt x="2486" y="484"/>
                      <a:pt x="2451" y="447"/>
                      <a:pt x="2426" y="406"/>
                    </a:cubicBezTo>
                    <a:cubicBezTo>
                      <a:pt x="2386" y="340"/>
                      <a:pt x="2302" y="276"/>
                      <a:pt x="2256" y="265"/>
                    </a:cubicBezTo>
                    <a:cubicBezTo>
                      <a:pt x="2256" y="265"/>
                      <a:pt x="2256" y="265"/>
                      <a:pt x="2256" y="265"/>
                    </a:cubicBezTo>
                    <a:cubicBezTo>
                      <a:pt x="2216" y="256"/>
                      <a:pt x="2143" y="260"/>
                      <a:pt x="2114" y="279"/>
                    </a:cubicBezTo>
                    <a:cubicBezTo>
                      <a:pt x="2102" y="286"/>
                      <a:pt x="2092" y="299"/>
                      <a:pt x="2080" y="314"/>
                    </a:cubicBezTo>
                    <a:cubicBezTo>
                      <a:pt x="2061" y="338"/>
                      <a:pt x="2041" y="364"/>
                      <a:pt x="2009" y="377"/>
                    </a:cubicBezTo>
                    <a:cubicBezTo>
                      <a:pt x="1970" y="394"/>
                      <a:pt x="1932" y="368"/>
                      <a:pt x="1889" y="338"/>
                    </a:cubicBezTo>
                    <a:cubicBezTo>
                      <a:pt x="1876" y="329"/>
                      <a:pt x="1862" y="319"/>
                      <a:pt x="1848" y="311"/>
                    </a:cubicBezTo>
                    <a:cubicBezTo>
                      <a:pt x="1789" y="275"/>
                      <a:pt x="1543" y="161"/>
                      <a:pt x="1438" y="151"/>
                    </a:cubicBezTo>
                    <a:cubicBezTo>
                      <a:pt x="1318" y="139"/>
                      <a:pt x="1090" y="56"/>
                      <a:pt x="1064" y="47"/>
                    </a:cubicBezTo>
                    <a:cubicBezTo>
                      <a:pt x="990" y="20"/>
                      <a:pt x="660" y="9"/>
                      <a:pt x="552" y="5"/>
                    </a:cubicBezTo>
                    <a:cubicBezTo>
                      <a:pt x="544" y="5"/>
                      <a:pt x="537" y="4"/>
                      <a:pt x="531" y="4"/>
                    </a:cubicBezTo>
                    <a:cubicBezTo>
                      <a:pt x="497" y="3"/>
                      <a:pt x="430" y="33"/>
                      <a:pt x="367" y="78"/>
                    </a:cubicBezTo>
                    <a:cubicBezTo>
                      <a:pt x="298" y="127"/>
                      <a:pt x="251" y="181"/>
                      <a:pt x="240" y="221"/>
                    </a:cubicBezTo>
                    <a:cubicBezTo>
                      <a:pt x="225" y="278"/>
                      <a:pt x="171" y="360"/>
                      <a:pt x="124" y="432"/>
                    </a:cubicBezTo>
                    <a:cubicBezTo>
                      <a:pt x="95" y="476"/>
                      <a:pt x="67" y="517"/>
                      <a:pt x="50" y="550"/>
                    </a:cubicBezTo>
                    <a:cubicBezTo>
                      <a:pt x="4" y="640"/>
                      <a:pt x="168" y="830"/>
                      <a:pt x="218" y="875"/>
                    </a:cubicBezTo>
                    <a:cubicBezTo>
                      <a:pt x="262" y="915"/>
                      <a:pt x="276" y="964"/>
                      <a:pt x="296" y="1031"/>
                    </a:cubicBezTo>
                    <a:cubicBezTo>
                      <a:pt x="303" y="1054"/>
                      <a:pt x="310" y="1080"/>
                      <a:pt x="320" y="1108"/>
                    </a:cubicBezTo>
                    <a:cubicBezTo>
                      <a:pt x="354" y="1207"/>
                      <a:pt x="606" y="1197"/>
                      <a:pt x="713" y="1193"/>
                    </a:cubicBezTo>
                    <a:cubicBezTo>
                      <a:pt x="723" y="1193"/>
                      <a:pt x="732" y="1192"/>
                      <a:pt x="739" y="1192"/>
                    </a:cubicBezTo>
                    <a:cubicBezTo>
                      <a:pt x="742" y="1192"/>
                      <a:pt x="744" y="1192"/>
                      <a:pt x="746" y="119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45"/>
              <p:cNvSpPr/>
              <p:nvPr/>
            </p:nvSpPr>
            <p:spPr>
              <a:xfrm>
                <a:off x="6539154" y="2125419"/>
                <a:ext cx="159841" cy="88090"/>
              </a:xfrm>
              <a:custGeom>
                <a:rect b="b" l="l" r="r" t="t"/>
                <a:pathLst>
                  <a:path extrusionOk="0" h="94" w="171">
                    <a:moveTo>
                      <a:pt x="125" y="92"/>
                    </a:moveTo>
                    <a:cubicBezTo>
                      <a:pt x="114" y="92"/>
                      <a:pt x="103" y="88"/>
                      <a:pt x="91" y="84"/>
                    </a:cubicBezTo>
                    <a:cubicBezTo>
                      <a:pt x="80" y="81"/>
                      <a:pt x="68" y="77"/>
                      <a:pt x="55" y="76"/>
                    </a:cubicBezTo>
                    <a:cubicBezTo>
                      <a:pt x="30" y="72"/>
                      <a:pt x="14" y="64"/>
                      <a:pt x="6" y="51"/>
                    </a:cubicBezTo>
                    <a:cubicBezTo>
                      <a:pt x="1" y="42"/>
                      <a:pt x="0" y="31"/>
                      <a:pt x="5" y="19"/>
                    </a:cubicBezTo>
                    <a:cubicBezTo>
                      <a:pt x="13" y="0"/>
                      <a:pt x="49" y="10"/>
                      <a:pt x="85" y="19"/>
                    </a:cubicBezTo>
                    <a:cubicBezTo>
                      <a:pt x="101" y="24"/>
                      <a:pt x="116" y="28"/>
                      <a:pt x="127" y="29"/>
                    </a:cubicBezTo>
                    <a:cubicBezTo>
                      <a:pt x="150" y="31"/>
                      <a:pt x="163" y="37"/>
                      <a:pt x="167" y="46"/>
                    </a:cubicBezTo>
                    <a:cubicBezTo>
                      <a:pt x="171" y="55"/>
                      <a:pt x="166" y="65"/>
                      <a:pt x="155" y="78"/>
                    </a:cubicBezTo>
                    <a:cubicBezTo>
                      <a:pt x="146" y="88"/>
                      <a:pt x="136" y="92"/>
                      <a:pt x="125" y="92"/>
                    </a:cubicBezTo>
                    <a:close/>
                    <a:moveTo>
                      <a:pt x="28" y="12"/>
                    </a:moveTo>
                    <a:cubicBezTo>
                      <a:pt x="19" y="12"/>
                      <a:pt x="11" y="15"/>
                      <a:pt x="9" y="21"/>
                    </a:cubicBezTo>
                    <a:cubicBezTo>
                      <a:pt x="5" y="32"/>
                      <a:pt x="5" y="41"/>
                      <a:pt x="10" y="49"/>
                    </a:cubicBezTo>
                    <a:cubicBezTo>
                      <a:pt x="16" y="61"/>
                      <a:pt x="32" y="69"/>
                      <a:pt x="55" y="72"/>
                    </a:cubicBezTo>
                    <a:cubicBezTo>
                      <a:pt x="69" y="73"/>
                      <a:pt x="81" y="77"/>
                      <a:pt x="92" y="81"/>
                    </a:cubicBezTo>
                    <a:cubicBezTo>
                      <a:pt x="116" y="88"/>
                      <a:pt x="135" y="94"/>
                      <a:pt x="152" y="75"/>
                    </a:cubicBezTo>
                    <a:cubicBezTo>
                      <a:pt x="162" y="64"/>
                      <a:pt x="166" y="55"/>
                      <a:pt x="164" y="48"/>
                    </a:cubicBezTo>
                    <a:cubicBezTo>
                      <a:pt x="160" y="40"/>
                      <a:pt x="147" y="34"/>
                      <a:pt x="127" y="33"/>
                    </a:cubicBezTo>
                    <a:cubicBezTo>
                      <a:pt x="115" y="32"/>
                      <a:pt x="100" y="28"/>
                      <a:pt x="84" y="23"/>
                    </a:cubicBezTo>
                    <a:cubicBezTo>
                      <a:pt x="64" y="18"/>
                      <a:pt x="43" y="12"/>
                      <a:pt x="28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45"/>
              <p:cNvSpPr/>
              <p:nvPr/>
            </p:nvSpPr>
            <p:spPr>
              <a:xfrm>
                <a:off x="5994274" y="1780164"/>
                <a:ext cx="1469116" cy="902919"/>
              </a:xfrm>
              <a:custGeom>
                <a:rect b="b" l="l" r="r" t="t"/>
                <a:pathLst>
                  <a:path extrusionOk="0" h="965" w="1570">
                    <a:moveTo>
                      <a:pt x="1212" y="954"/>
                    </a:moveTo>
                    <a:cubicBezTo>
                      <a:pt x="1180" y="954"/>
                      <a:pt x="1151" y="949"/>
                      <a:pt x="1132" y="938"/>
                    </a:cubicBezTo>
                    <a:cubicBezTo>
                      <a:pt x="1074" y="903"/>
                      <a:pt x="890" y="923"/>
                      <a:pt x="829" y="930"/>
                    </a:cubicBezTo>
                    <a:cubicBezTo>
                      <a:pt x="733" y="941"/>
                      <a:pt x="607" y="893"/>
                      <a:pt x="550" y="841"/>
                    </a:cubicBezTo>
                    <a:cubicBezTo>
                      <a:pt x="494" y="791"/>
                      <a:pt x="435" y="789"/>
                      <a:pt x="317" y="789"/>
                    </a:cubicBezTo>
                    <a:cubicBezTo>
                      <a:pt x="250" y="789"/>
                      <a:pt x="205" y="752"/>
                      <a:pt x="179" y="721"/>
                    </a:cubicBezTo>
                    <a:cubicBezTo>
                      <a:pt x="145" y="681"/>
                      <a:pt x="131" y="635"/>
                      <a:pt x="128" y="608"/>
                    </a:cubicBezTo>
                    <a:cubicBezTo>
                      <a:pt x="123" y="550"/>
                      <a:pt x="57" y="455"/>
                      <a:pt x="25" y="420"/>
                    </a:cubicBezTo>
                    <a:cubicBezTo>
                      <a:pt x="0" y="393"/>
                      <a:pt x="26" y="354"/>
                      <a:pt x="55" y="309"/>
                    </a:cubicBezTo>
                    <a:cubicBezTo>
                      <a:pt x="62" y="299"/>
                      <a:pt x="69" y="289"/>
                      <a:pt x="75" y="279"/>
                    </a:cubicBezTo>
                    <a:cubicBezTo>
                      <a:pt x="109" y="225"/>
                      <a:pt x="143" y="139"/>
                      <a:pt x="144" y="135"/>
                    </a:cubicBezTo>
                    <a:cubicBezTo>
                      <a:pt x="146" y="128"/>
                      <a:pt x="148" y="121"/>
                      <a:pt x="149" y="113"/>
                    </a:cubicBezTo>
                    <a:cubicBezTo>
                      <a:pt x="157" y="75"/>
                      <a:pt x="166" y="35"/>
                      <a:pt x="204" y="19"/>
                    </a:cubicBezTo>
                    <a:cubicBezTo>
                      <a:pt x="252" y="0"/>
                      <a:pt x="601" y="4"/>
                      <a:pt x="694" y="30"/>
                    </a:cubicBezTo>
                    <a:cubicBezTo>
                      <a:pt x="769" y="51"/>
                      <a:pt x="1004" y="97"/>
                      <a:pt x="1130" y="121"/>
                    </a:cubicBezTo>
                    <a:cubicBezTo>
                      <a:pt x="1161" y="127"/>
                      <a:pt x="1184" y="131"/>
                      <a:pt x="1197" y="134"/>
                    </a:cubicBezTo>
                    <a:cubicBezTo>
                      <a:pt x="1266" y="148"/>
                      <a:pt x="1493" y="261"/>
                      <a:pt x="1537" y="317"/>
                    </a:cubicBezTo>
                    <a:cubicBezTo>
                      <a:pt x="1570" y="359"/>
                      <a:pt x="1560" y="383"/>
                      <a:pt x="1546" y="415"/>
                    </a:cubicBezTo>
                    <a:cubicBezTo>
                      <a:pt x="1541" y="429"/>
                      <a:pt x="1534" y="443"/>
                      <a:pt x="1530" y="462"/>
                    </a:cubicBezTo>
                    <a:cubicBezTo>
                      <a:pt x="1522" y="493"/>
                      <a:pt x="1515" y="536"/>
                      <a:pt x="1507" y="581"/>
                    </a:cubicBezTo>
                    <a:cubicBezTo>
                      <a:pt x="1499" y="627"/>
                      <a:pt x="1491" y="676"/>
                      <a:pt x="1482" y="715"/>
                    </a:cubicBezTo>
                    <a:cubicBezTo>
                      <a:pt x="1463" y="792"/>
                      <a:pt x="1410" y="881"/>
                      <a:pt x="1361" y="916"/>
                    </a:cubicBezTo>
                    <a:cubicBezTo>
                      <a:pt x="1329" y="939"/>
                      <a:pt x="1267" y="954"/>
                      <a:pt x="1212" y="954"/>
                    </a:cubicBezTo>
                    <a:close/>
                    <a:moveTo>
                      <a:pt x="1008" y="914"/>
                    </a:moveTo>
                    <a:cubicBezTo>
                      <a:pt x="1070" y="914"/>
                      <a:pt x="1112" y="921"/>
                      <a:pt x="1134" y="934"/>
                    </a:cubicBezTo>
                    <a:cubicBezTo>
                      <a:pt x="1186" y="965"/>
                      <a:pt x="1310" y="948"/>
                      <a:pt x="1359" y="913"/>
                    </a:cubicBezTo>
                    <a:cubicBezTo>
                      <a:pt x="1407" y="878"/>
                      <a:pt x="1459" y="791"/>
                      <a:pt x="1478" y="714"/>
                    </a:cubicBezTo>
                    <a:cubicBezTo>
                      <a:pt x="1487" y="675"/>
                      <a:pt x="1495" y="626"/>
                      <a:pt x="1503" y="580"/>
                    </a:cubicBezTo>
                    <a:cubicBezTo>
                      <a:pt x="1511" y="535"/>
                      <a:pt x="1518" y="492"/>
                      <a:pt x="1526" y="461"/>
                    </a:cubicBezTo>
                    <a:cubicBezTo>
                      <a:pt x="1530" y="442"/>
                      <a:pt x="1537" y="427"/>
                      <a:pt x="1542" y="414"/>
                    </a:cubicBezTo>
                    <a:cubicBezTo>
                      <a:pt x="1556" y="381"/>
                      <a:pt x="1566" y="360"/>
                      <a:pt x="1534" y="320"/>
                    </a:cubicBezTo>
                    <a:cubicBezTo>
                      <a:pt x="1490" y="264"/>
                      <a:pt x="1265" y="152"/>
                      <a:pt x="1197" y="138"/>
                    </a:cubicBezTo>
                    <a:cubicBezTo>
                      <a:pt x="1184" y="135"/>
                      <a:pt x="1160" y="131"/>
                      <a:pt x="1130" y="125"/>
                    </a:cubicBezTo>
                    <a:cubicBezTo>
                      <a:pt x="1003" y="101"/>
                      <a:pt x="768" y="55"/>
                      <a:pt x="692" y="34"/>
                    </a:cubicBezTo>
                    <a:cubicBezTo>
                      <a:pt x="600" y="7"/>
                      <a:pt x="253" y="4"/>
                      <a:pt x="206" y="23"/>
                    </a:cubicBezTo>
                    <a:cubicBezTo>
                      <a:pt x="169" y="38"/>
                      <a:pt x="161" y="77"/>
                      <a:pt x="153" y="114"/>
                    </a:cubicBezTo>
                    <a:cubicBezTo>
                      <a:pt x="152" y="121"/>
                      <a:pt x="150" y="129"/>
                      <a:pt x="148" y="136"/>
                    </a:cubicBezTo>
                    <a:cubicBezTo>
                      <a:pt x="148" y="137"/>
                      <a:pt x="148" y="137"/>
                      <a:pt x="148" y="137"/>
                    </a:cubicBezTo>
                    <a:cubicBezTo>
                      <a:pt x="148" y="137"/>
                      <a:pt x="113" y="225"/>
                      <a:pt x="79" y="281"/>
                    </a:cubicBezTo>
                    <a:cubicBezTo>
                      <a:pt x="72" y="291"/>
                      <a:pt x="65" y="302"/>
                      <a:pt x="59" y="312"/>
                    </a:cubicBezTo>
                    <a:cubicBezTo>
                      <a:pt x="30" y="355"/>
                      <a:pt x="5" y="392"/>
                      <a:pt x="28" y="417"/>
                    </a:cubicBezTo>
                    <a:cubicBezTo>
                      <a:pt x="54" y="445"/>
                      <a:pt x="127" y="543"/>
                      <a:pt x="132" y="608"/>
                    </a:cubicBezTo>
                    <a:cubicBezTo>
                      <a:pt x="138" y="667"/>
                      <a:pt x="199" y="785"/>
                      <a:pt x="317" y="785"/>
                    </a:cubicBezTo>
                    <a:cubicBezTo>
                      <a:pt x="436" y="785"/>
                      <a:pt x="496" y="787"/>
                      <a:pt x="553" y="838"/>
                    </a:cubicBezTo>
                    <a:cubicBezTo>
                      <a:pt x="609" y="889"/>
                      <a:pt x="733" y="936"/>
                      <a:pt x="829" y="926"/>
                    </a:cubicBezTo>
                    <a:cubicBezTo>
                      <a:pt x="901" y="918"/>
                      <a:pt x="960" y="914"/>
                      <a:pt x="1008" y="9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45"/>
              <p:cNvSpPr/>
              <p:nvPr/>
            </p:nvSpPr>
            <p:spPr>
              <a:xfrm>
                <a:off x="5372670" y="1971973"/>
                <a:ext cx="179733" cy="551270"/>
              </a:xfrm>
              <a:custGeom>
                <a:rect b="b" l="l" r="r" t="t"/>
                <a:pathLst>
                  <a:path extrusionOk="0" h="589" w="192">
                    <a:moveTo>
                      <a:pt x="112" y="589"/>
                    </a:moveTo>
                    <a:cubicBezTo>
                      <a:pt x="54" y="589"/>
                      <a:pt x="22" y="506"/>
                      <a:pt x="11" y="432"/>
                    </a:cubicBezTo>
                    <a:cubicBezTo>
                      <a:pt x="0" y="352"/>
                      <a:pt x="1" y="279"/>
                      <a:pt x="3" y="224"/>
                    </a:cubicBezTo>
                    <a:cubicBezTo>
                      <a:pt x="5" y="169"/>
                      <a:pt x="22" y="27"/>
                      <a:pt x="51" y="4"/>
                    </a:cubicBezTo>
                    <a:cubicBezTo>
                      <a:pt x="54" y="1"/>
                      <a:pt x="58" y="0"/>
                      <a:pt x="61" y="1"/>
                    </a:cubicBezTo>
                    <a:cubicBezTo>
                      <a:pt x="94" y="6"/>
                      <a:pt x="159" y="116"/>
                      <a:pt x="170" y="184"/>
                    </a:cubicBezTo>
                    <a:cubicBezTo>
                      <a:pt x="171" y="190"/>
                      <a:pt x="172" y="196"/>
                      <a:pt x="173" y="202"/>
                    </a:cubicBezTo>
                    <a:cubicBezTo>
                      <a:pt x="183" y="262"/>
                      <a:pt x="192" y="318"/>
                      <a:pt x="172" y="398"/>
                    </a:cubicBezTo>
                    <a:cubicBezTo>
                      <a:pt x="165" y="429"/>
                      <a:pt x="164" y="462"/>
                      <a:pt x="163" y="490"/>
                    </a:cubicBezTo>
                    <a:cubicBezTo>
                      <a:pt x="162" y="542"/>
                      <a:pt x="161" y="583"/>
                      <a:pt x="120" y="589"/>
                    </a:cubicBezTo>
                    <a:cubicBezTo>
                      <a:pt x="117" y="589"/>
                      <a:pt x="115" y="589"/>
                      <a:pt x="112" y="589"/>
                    </a:cubicBezTo>
                    <a:close/>
                    <a:moveTo>
                      <a:pt x="60" y="5"/>
                    </a:moveTo>
                    <a:cubicBezTo>
                      <a:pt x="58" y="5"/>
                      <a:pt x="56" y="6"/>
                      <a:pt x="53" y="7"/>
                    </a:cubicBezTo>
                    <a:cubicBezTo>
                      <a:pt x="28" y="28"/>
                      <a:pt x="10" y="159"/>
                      <a:pt x="7" y="224"/>
                    </a:cubicBezTo>
                    <a:cubicBezTo>
                      <a:pt x="5" y="279"/>
                      <a:pt x="4" y="352"/>
                      <a:pt x="15" y="432"/>
                    </a:cubicBezTo>
                    <a:cubicBezTo>
                      <a:pt x="26" y="510"/>
                      <a:pt x="60" y="585"/>
                      <a:pt x="112" y="585"/>
                    </a:cubicBezTo>
                    <a:cubicBezTo>
                      <a:pt x="115" y="585"/>
                      <a:pt x="117" y="585"/>
                      <a:pt x="119" y="585"/>
                    </a:cubicBezTo>
                    <a:cubicBezTo>
                      <a:pt x="157" y="580"/>
                      <a:pt x="158" y="540"/>
                      <a:pt x="159" y="490"/>
                    </a:cubicBezTo>
                    <a:cubicBezTo>
                      <a:pt x="160" y="461"/>
                      <a:pt x="161" y="429"/>
                      <a:pt x="168" y="397"/>
                    </a:cubicBezTo>
                    <a:cubicBezTo>
                      <a:pt x="188" y="318"/>
                      <a:pt x="178" y="262"/>
                      <a:pt x="169" y="203"/>
                    </a:cubicBezTo>
                    <a:cubicBezTo>
                      <a:pt x="168" y="197"/>
                      <a:pt x="167" y="191"/>
                      <a:pt x="166" y="185"/>
                    </a:cubicBezTo>
                    <a:cubicBezTo>
                      <a:pt x="155" y="119"/>
                      <a:pt x="91" y="10"/>
                      <a:pt x="61" y="5"/>
                    </a:cubicBezTo>
                    <a:cubicBezTo>
                      <a:pt x="60" y="5"/>
                      <a:pt x="60" y="5"/>
                      <a:pt x="60" y="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45"/>
              <p:cNvSpPr/>
              <p:nvPr/>
            </p:nvSpPr>
            <p:spPr>
              <a:xfrm>
                <a:off x="5965858" y="3161183"/>
                <a:ext cx="86669" cy="150605"/>
              </a:xfrm>
              <a:custGeom>
                <a:rect b="b" l="l" r="r" t="t"/>
                <a:pathLst>
                  <a:path extrusionOk="0" h="161" w="92">
                    <a:moveTo>
                      <a:pt x="23" y="161"/>
                    </a:moveTo>
                    <a:cubicBezTo>
                      <a:pt x="19" y="161"/>
                      <a:pt x="16" y="160"/>
                      <a:pt x="13" y="158"/>
                    </a:cubicBezTo>
                    <a:cubicBezTo>
                      <a:pt x="0" y="148"/>
                      <a:pt x="5" y="115"/>
                      <a:pt x="8" y="101"/>
                    </a:cubicBezTo>
                    <a:cubicBezTo>
                      <a:pt x="10" y="88"/>
                      <a:pt x="10" y="73"/>
                      <a:pt x="9" y="59"/>
                    </a:cubicBezTo>
                    <a:cubicBezTo>
                      <a:pt x="9" y="37"/>
                      <a:pt x="8" y="16"/>
                      <a:pt x="20" y="7"/>
                    </a:cubicBezTo>
                    <a:cubicBezTo>
                      <a:pt x="29" y="0"/>
                      <a:pt x="48" y="1"/>
                      <a:pt x="64" y="10"/>
                    </a:cubicBezTo>
                    <a:cubicBezTo>
                      <a:pt x="82" y="19"/>
                      <a:pt x="92" y="35"/>
                      <a:pt x="91" y="52"/>
                    </a:cubicBezTo>
                    <a:cubicBezTo>
                      <a:pt x="89" y="86"/>
                      <a:pt x="67" y="144"/>
                      <a:pt x="35" y="158"/>
                    </a:cubicBezTo>
                    <a:cubicBezTo>
                      <a:pt x="31" y="160"/>
                      <a:pt x="27" y="161"/>
                      <a:pt x="23" y="161"/>
                    </a:cubicBezTo>
                    <a:close/>
                    <a:moveTo>
                      <a:pt x="36" y="6"/>
                    </a:moveTo>
                    <a:cubicBezTo>
                      <a:pt x="31" y="6"/>
                      <a:pt x="26" y="7"/>
                      <a:pt x="22" y="10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12" y="18"/>
                      <a:pt x="13" y="38"/>
                      <a:pt x="13" y="59"/>
                    </a:cubicBezTo>
                    <a:cubicBezTo>
                      <a:pt x="14" y="73"/>
                      <a:pt x="14" y="88"/>
                      <a:pt x="12" y="102"/>
                    </a:cubicBezTo>
                    <a:cubicBezTo>
                      <a:pt x="6" y="129"/>
                      <a:pt x="8" y="149"/>
                      <a:pt x="16" y="155"/>
                    </a:cubicBezTo>
                    <a:cubicBezTo>
                      <a:pt x="20" y="158"/>
                      <a:pt x="26" y="158"/>
                      <a:pt x="34" y="155"/>
                    </a:cubicBezTo>
                    <a:cubicBezTo>
                      <a:pt x="62" y="142"/>
                      <a:pt x="85" y="90"/>
                      <a:pt x="87" y="52"/>
                    </a:cubicBezTo>
                    <a:cubicBezTo>
                      <a:pt x="88" y="37"/>
                      <a:pt x="79" y="22"/>
                      <a:pt x="62" y="13"/>
                    </a:cubicBezTo>
                    <a:cubicBezTo>
                      <a:pt x="54" y="9"/>
                      <a:pt x="44" y="6"/>
                      <a:pt x="36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45"/>
              <p:cNvSpPr/>
              <p:nvPr/>
            </p:nvSpPr>
            <p:spPr>
              <a:xfrm>
                <a:off x="5065775" y="1744644"/>
                <a:ext cx="1535894" cy="2859358"/>
              </a:xfrm>
              <a:custGeom>
                <a:rect b="b" l="l" r="r" t="t"/>
                <a:pathLst>
                  <a:path extrusionOk="0" h="3055" w="1641">
                    <a:moveTo>
                      <a:pt x="1258" y="3041"/>
                    </a:moveTo>
                    <a:cubicBezTo>
                      <a:pt x="1175" y="3041"/>
                      <a:pt x="1080" y="3023"/>
                      <a:pt x="968" y="3001"/>
                    </a:cubicBezTo>
                    <a:cubicBezTo>
                      <a:pt x="901" y="2988"/>
                      <a:pt x="831" y="2974"/>
                      <a:pt x="754" y="2963"/>
                    </a:cubicBezTo>
                    <a:cubicBezTo>
                      <a:pt x="711" y="2956"/>
                      <a:pt x="666" y="2951"/>
                      <a:pt x="622" y="2945"/>
                    </a:cubicBezTo>
                    <a:cubicBezTo>
                      <a:pt x="393" y="2918"/>
                      <a:pt x="176" y="2892"/>
                      <a:pt x="131" y="2708"/>
                    </a:cubicBezTo>
                    <a:cubicBezTo>
                      <a:pt x="79" y="2492"/>
                      <a:pt x="29" y="1772"/>
                      <a:pt x="78" y="1584"/>
                    </a:cubicBezTo>
                    <a:cubicBezTo>
                      <a:pt x="123" y="1409"/>
                      <a:pt x="135" y="1126"/>
                      <a:pt x="104" y="940"/>
                    </a:cubicBezTo>
                    <a:cubicBezTo>
                      <a:pt x="102" y="922"/>
                      <a:pt x="98" y="902"/>
                      <a:pt x="94" y="881"/>
                    </a:cubicBezTo>
                    <a:cubicBezTo>
                      <a:pt x="59" y="675"/>
                      <a:pt x="0" y="331"/>
                      <a:pt x="75" y="207"/>
                    </a:cubicBezTo>
                    <a:cubicBezTo>
                      <a:pt x="114" y="145"/>
                      <a:pt x="171" y="89"/>
                      <a:pt x="238" y="51"/>
                    </a:cubicBezTo>
                    <a:cubicBezTo>
                      <a:pt x="299" y="17"/>
                      <a:pt x="363" y="0"/>
                      <a:pt x="413" y="4"/>
                    </a:cubicBezTo>
                    <a:cubicBezTo>
                      <a:pt x="526" y="13"/>
                      <a:pt x="570" y="174"/>
                      <a:pt x="572" y="181"/>
                    </a:cubicBezTo>
                    <a:cubicBezTo>
                      <a:pt x="575" y="190"/>
                      <a:pt x="627" y="389"/>
                      <a:pt x="612" y="518"/>
                    </a:cubicBezTo>
                    <a:cubicBezTo>
                      <a:pt x="598" y="645"/>
                      <a:pt x="587" y="772"/>
                      <a:pt x="623" y="818"/>
                    </a:cubicBezTo>
                    <a:cubicBezTo>
                      <a:pt x="634" y="833"/>
                      <a:pt x="663" y="857"/>
                      <a:pt x="696" y="885"/>
                    </a:cubicBezTo>
                    <a:cubicBezTo>
                      <a:pt x="769" y="948"/>
                      <a:pt x="869" y="1034"/>
                      <a:pt x="890" y="1104"/>
                    </a:cubicBezTo>
                    <a:cubicBezTo>
                      <a:pt x="918" y="1202"/>
                      <a:pt x="945" y="1295"/>
                      <a:pt x="1011" y="1313"/>
                    </a:cubicBezTo>
                    <a:cubicBezTo>
                      <a:pt x="1076" y="1332"/>
                      <a:pt x="1282" y="1423"/>
                      <a:pt x="1279" y="1502"/>
                    </a:cubicBezTo>
                    <a:cubicBezTo>
                      <a:pt x="1278" y="1539"/>
                      <a:pt x="1238" y="1591"/>
                      <a:pt x="1195" y="1646"/>
                    </a:cubicBezTo>
                    <a:cubicBezTo>
                      <a:pt x="1147" y="1707"/>
                      <a:pt x="1098" y="1771"/>
                      <a:pt x="1092" y="1825"/>
                    </a:cubicBezTo>
                    <a:cubicBezTo>
                      <a:pt x="1082" y="1925"/>
                      <a:pt x="1139" y="2073"/>
                      <a:pt x="1230" y="2121"/>
                    </a:cubicBezTo>
                    <a:cubicBezTo>
                      <a:pt x="1327" y="2173"/>
                      <a:pt x="1495" y="2273"/>
                      <a:pt x="1530" y="2365"/>
                    </a:cubicBezTo>
                    <a:cubicBezTo>
                      <a:pt x="1541" y="2395"/>
                      <a:pt x="1556" y="2426"/>
                      <a:pt x="1572" y="2459"/>
                    </a:cubicBezTo>
                    <a:cubicBezTo>
                      <a:pt x="1606" y="2528"/>
                      <a:pt x="1641" y="2599"/>
                      <a:pt x="1639" y="2665"/>
                    </a:cubicBezTo>
                    <a:cubicBezTo>
                      <a:pt x="1636" y="2761"/>
                      <a:pt x="1521" y="2981"/>
                      <a:pt x="1371" y="3026"/>
                    </a:cubicBezTo>
                    <a:cubicBezTo>
                      <a:pt x="1336" y="3037"/>
                      <a:pt x="1299" y="3041"/>
                      <a:pt x="1258" y="3041"/>
                    </a:cubicBezTo>
                    <a:close/>
                    <a:moveTo>
                      <a:pt x="399" y="7"/>
                    </a:moveTo>
                    <a:cubicBezTo>
                      <a:pt x="301" y="7"/>
                      <a:pt x="157" y="81"/>
                      <a:pt x="79" y="210"/>
                    </a:cubicBezTo>
                    <a:cubicBezTo>
                      <a:pt x="5" y="332"/>
                      <a:pt x="66" y="688"/>
                      <a:pt x="98" y="880"/>
                    </a:cubicBezTo>
                    <a:cubicBezTo>
                      <a:pt x="102" y="902"/>
                      <a:pt x="105" y="921"/>
                      <a:pt x="108" y="939"/>
                    </a:cubicBezTo>
                    <a:cubicBezTo>
                      <a:pt x="139" y="1126"/>
                      <a:pt x="127" y="1410"/>
                      <a:pt x="82" y="1585"/>
                    </a:cubicBezTo>
                    <a:cubicBezTo>
                      <a:pt x="33" y="1772"/>
                      <a:pt x="83" y="2492"/>
                      <a:pt x="135" y="2707"/>
                    </a:cubicBezTo>
                    <a:cubicBezTo>
                      <a:pt x="179" y="2888"/>
                      <a:pt x="395" y="2914"/>
                      <a:pt x="623" y="2941"/>
                    </a:cubicBezTo>
                    <a:cubicBezTo>
                      <a:pt x="666" y="2947"/>
                      <a:pt x="711" y="2952"/>
                      <a:pt x="755" y="2959"/>
                    </a:cubicBezTo>
                    <a:cubicBezTo>
                      <a:pt x="832" y="2970"/>
                      <a:pt x="901" y="2984"/>
                      <a:pt x="969" y="2997"/>
                    </a:cubicBezTo>
                    <a:cubicBezTo>
                      <a:pt x="1134" y="3029"/>
                      <a:pt x="1264" y="3055"/>
                      <a:pt x="1370" y="3023"/>
                    </a:cubicBezTo>
                    <a:cubicBezTo>
                      <a:pt x="1519" y="2977"/>
                      <a:pt x="1632" y="2760"/>
                      <a:pt x="1635" y="2664"/>
                    </a:cubicBezTo>
                    <a:cubicBezTo>
                      <a:pt x="1637" y="2600"/>
                      <a:pt x="1602" y="2529"/>
                      <a:pt x="1569" y="2461"/>
                    </a:cubicBezTo>
                    <a:cubicBezTo>
                      <a:pt x="1552" y="2428"/>
                      <a:pt x="1537" y="2397"/>
                      <a:pt x="1526" y="2367"/>
                    </a:cubicBezTo>
                    <a:cubicBezTo>
                      <a:pt x="1492" y="2276"/>
                      <a:pt x="1325" y="2176"/>
                      <a:pt x="1228" y="2125"/>
                    </a:cubicBezTo>
                    <a:cubicBezTo>
                      <a:pt x="1136" y="2076"/>
                      <a:pt x="1078" y="1926"/>
                      <a:pt x="1088" y="1824"/>
                    </a:cubicBezTo>
                    <a:cubicBezTo>
                      <a:pt x="1094" y="1769"/>
                      <a:pt x="1144" y="1705"/>
                      <a:pt x="1192" y="1643"/>
                    </a:cubicBezTo>
                    <a:cubicBezTo>
                      <a:pt x="1234" y="1589"/>
                      <a:pt x="1274" y="1538"/>
                      <a:pt x="1275" y="1502"/>
                    </a:cubicBezTo>
                    <a:cubicBezTo>
                      <a:pt x="1278" y="1425"/>
                      <a:pt x="1075" y="1335"/>
                      <a:pt x="1010" y="1317"/>
                    </a:cubicBezTo>
                    <a:cubicBezTo>
                      <a:pt x="942" y="1298"/>
                      <a:pt x="915" y="1204"/>
                      <a:pt x="886" y="1105"/>
                    </a:cubicBezTo>
                    <a:cubicBezTo>
                      <a:pt x="866" y="1036"/>
                      <a:pt x="766" y="951"/>
                      <a:pt x="693" y="888"/>
                    </a:cubicBezTo>
                    <a:cubicBezTo>
                      <a:pt x="659" y="859"/>
                      <a:pt x="631" y="836"/>
                      <a:pt x="619" y="820"/>
                    </a:cubicBezTo>
                    <a:cubicBezTo>
                      <a:pt x="583" y="773"/>
                      <a:pt x="594" y="645"/>
                      <a:pt x="608" y="518"/>
                    </a:cubicBezTo>
                    <a:cubicBezTo>
                      <a:pt x="623" y="389"/>
                      <a:pt x="571" y="191"/>
                      <a:pt x="568" y="182"/>
                    </a:cubicBezTo>
                    <a:cubicBezTo>
                      <a:pt x="567" y="176"/>
                      <a:pt x="523" y="17"/>
                      <a:pt x="413" y="8"/>
                    </a:cubicBezTo>
                    <a:cubicBezTo>
                      <a:pt x="408" y="7"/>
                      <a:pt x="403" y="7"/>
                      <a:pt x="399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45"/>
              <p:cNvSpPr/>
              <p:nvPr/>
            </p:nvSpPr>
            <p:spPr>
              <a:xfrm>
                <a:off x="5425240" y="2827295"/>
                <a:ext cx="469577" cy="1121011"/>
              </a:xfrm>
              <a:custGeom>
                <a:rect b="b" l="l" r="r" t="t"/>
                <a:pathLst>
                  <a:path extrusionOk="0" h="1198" w="502">
                    <a:moveTo>
                      <a:pt x="113" y="1191"/>
                    </a:moveTo>
                    <a:cubicBezTo>
                      <a:pt x="72" y="1191"/>
                      <a:pt x="52" y="1173"/>
                      <a:pt x="35" y="1124"/>
                    </a:cubicBezTo>
                    <a:cubicBezTo>
                      <a:pt x="12" y="1056"/>
                      <a:pt x="0" y="894"/>
                      <a:pt x="3" y="817"/>
                    </a:cubicBezTo>
                    <a:cubicBezTo>
                      <a:pt x="4" y="799"/>
                      <a:pt x="5" y="775"/>
                      <a:pt x="6" y="747"/>
                    </a:cubicBezTo>
                    <a:cubicBezTo>
                      <a:pt x="10" y="658"/>
                      <a:pt x="16" y="537"/>
                      <a:pt x="14" y="478"/>
                    </a:cubicBezTo>
                    <a:cubicBezTo>
                      <a:pt x="11" y="396"/>
                      <a:pt x="21" y="237"/>
                      <a:pt x="24" y="190"/>
                    </a:cubicBezTo>
                    <a:cubicBezTo>
                      <a:pt x="30" y="109"/>
                      <a:pt x="44" y="11"/>
                      <a:pt x="77" y="4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96" y="0"/>
                      <a:pt x="125" y="11"/>
                      <a:pt x="149" y="32"/>
                    </a:cubicBezTo>
                    <a:cubicBezTo>
                      <a:pt x="179" y="57"/>
                      <a:pt x="195" y="89"/>
                      <a:pt x="194" y="121"/>
                    </a:cubicBezTo>
                    <a:cubicBezTo>
                      <a:pt x="192" y="171"/>
                      <a:pt x="193" y="294"/>
                      <a:pt x="241" y="354"/>
                    </a:cubicBezTo>
                    <a:cubicBezTo>
                      <a:pt x="260" y="377"/>
                      <a:pt x="285" y="396"/>
                      <a:pt x="310" y="413"/>
                    </a:cubicBezTo>
                    <a:cubicBezTo>
                      <a:pt x="345" y="439"/>
                      <a:pt x="378" y="463"/>
                      <a:pt x="386" y="496"/>
                    </a:cubicBezTo>
                    <a:cubicBezTo>
                      <a:pt x="398" y="546"/>
                      <a:pt x="427" y="740"/>
                      <a:pt x="404" y="804"/>
                    </a:cubicBezTo>
                    <a:cubicBezTo>
                      <a:pt x="383" y="866"/>
                      <a:pt x="409" y="922"/>
                      <a:pt x="439" y="973"/>
                    </a:cubicBezTo>
                    <a:cubicBezTo>
                      <a:pt x="475" y="1037"/>
                      <a:pt x="502" y="1119"/>
                      <a:pt x="468" y="1159"/>
                    </a:cubicBezTo>
                    <a:cubicBezTo>
                      <a:pt x="448" y="1183"/>
                      <a:pt x="397" y="1179"/>
                      <a:pt x="339" y="1175"/>
                    </a:cubicBezTo>
                    <a:cubicBezTo>
                      <a:pt x="291" y="1172"/>
                      <a:pt x="238" y="1169"/>
                      <a:pt x="192" y="1179"/>
                    </a:cubicBezTo>
                    <a:cubicBezTo>
                      <a:pt x="159" y="1186"/>
                      <a:pt x="134" y="1191"/>
                      <a:pt x="113" y="1191"/>
                    </a:cubicBezTo>
                    <a:close/>
                    <a:moveTo>
                      <a:pt x="85" y="7"/>
                    </a:moveTo>
                    <a:cubicBezTo>
                      <a:pt x="82" y="7"/>
                      <a:pt x="80" y="8"/>
                      <a:pt x="77" y="8"/>
                    </a:cubicBezTo>
                    <a:cubicBezTo>
                      <a:pt x="54" y="13"/>
                      <a:pt x="36" y="80"/>
                      <a:pt x="28" y="190"/>
                    </a:cubicBezTo>
                    <a:cubicBezTo>
                      <a:pt x="25" y="237"/>
                      <a:pt x="15" y="396"/>
                      <a:pt x="18" y="478"/>
                    </a:cubicBezTo>
                    <a:cubicBezTo>
                      <a:pt x="20" y="537"/>
                      <a:pt x="14" y="658"/>
                      <a:pt x="10" y="747"/>
                    </a:cubicBezTo>
                    <a:cubicBezTo>
                      <a:pt x="9" y="775"/>
                      <a:pt x="8" y="800"/>
                      <a:pt x="7" y="817"/>
                    </a:cubicBezTo>
                    <a:cubicBezTo>
                      <a:pt x="5" y="885"/>
                      <a:pt x="15" y="1053"/>
                      <a:pt x="39" y="1123"/>
                    </a:cubicBezTo>
                    <a:cubicBezTo>
                      <a:pt x="62" y="1189"/>
                      <a:pt x="88" y="1198"/>
                      <a:pt x="191" y="1175"/>
                    </a:cubicBezTo>
                    <a:cubicBezTo>
                      <a:pt x="237" y="1165"/>
                      <a:pt x="291" y="1168"/>
                      <a:pt x="339" y="1172"/>
                    </a:cubicBezTo>
                    <a:cubicBezTo>
                      <a:pt x="397" y="1175"/>
                      <a:pt x="446" y="1179"/>
                      <a:pt x="465" y="1157"/>
                    </a:cubicBezTo>
                    <a:cubicBezTo>
                      <a:pt x="497" y="1118"/>
                      <a:pt x="469" y="1035"/>
                      <a:pt x="435" y="975"/>
                    </a:cubicBezTo>
                    <a:cubicBezTo>
                      <a:pt x="406" y="923"/>
                      <a:pt x="378" y="867"/>
                      <a:pt x="400" y="803"/>
                    </a:cubicBezTo>
                    <a:cubicBezTo>
                      <a:pt x="422" y="742"/>
                      <a:pt x="395" y="552"/>
                      <a:pt x="382" y="497"/>
                    </a:cubicBezTo>
                    <a:cubicBezTo>
                      <a:pt x="374" y="465"/>
                      <a:pt x="342" y="442"/>
                      <a:pt x="307" y="417"/>
                    </a:cubicBezTo>
                    <a:cubicBezTo>
                      <a:pt x="283" y="399"/>
                      <a:pt x="257" y="380"/>
                      <a:pt x="238" y="357"/>
                    </a:cubicBezTo>
                    <a:cubicBezTo>
                      <a:pt x="190" y="298"/>
                      <a:pt x="187" y="184"/>
                      <a:pt x="190" y="121"/>
                    </a:cubicBezTo>
                    <a:cubicBezTo>
                      <a:pt x="191" y="90"/>
                      <a:pt x="175" y="59"/>
                      <a:pt x="147" y="35"/>
                    </a:cubicBezTo>
                    <a:cubicBezTo>
                      <a:pt x="126" y="18"/>
                      <a:pt x="103" y="7"/>
                      <a:pt x="85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52" name="Google Shape;135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167319" y="-1120942"/>
              <a:ext cx="687844" cy="71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3" name="Google Shape;1353;p4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5573688" y="-1041669"/>
              <a:ext cx="1285588" cy="827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4" name="Google Shape;1354;p4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5400000">
              <a:off x="6963168" y="-164883"/>
              <a:ext cx="1096154" cy="1096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5" name="Google Shape;1355;p45"/>
          <p:cNvGrpSpPr/>
          <p:nvPr/>
        </p:nvGrpSpPr>
        <p:grpSpPr>
          <a:xfrm>
            <a:off x="-437633" y="-302296"/>
            <a:ext cx="1340532" cy="1535886"/>
            <a:chOff x="3602367" y="2666029"/>
            <a:chExt cx="1340532" cy="1535886"/>
          </a:xfrm>
        </p:grpSpPr>
        <p:sp>
          <p:nvSpPr>
            <p:cNvPr id="1356" name="Google Shape;1356;p45"/>
            <p:cNvSpPr/>
            <p:nvPr/>
          </p:nvSpPr>
          <p:spPr>
            <a:xfrm>
              <a:off x="3649254" y="2666029"/>
              <a:ext cx="1293645" cy="1535886"/>
            </a:xfrm>
            <a:custGeom>
              <a:rect b="b" l="l" r="r" t="t"/>
              <a:pathLst>
                <a:path extrusionOk="0" h="1641" w="1382">
                  <a:moveTo>
                    <a:pt x="867" y="1640"/>
                  </a:moveTo>
                  <a:cubicBezTo>
                    <a:pt x="644" y="1640"/>
                    <a:pt x="323" y="1609"/>
                    <a:pt x="265" y="1554"/>
                  </a:cubicBezTo>
                  <a:cubicBezTo>
                    <a:pt x="195" y="1487"/>
                    <a:pt x="243" y="1235"/>
                    <a:pt x="264" y="1127"/>
                  </a:cubicBezTo>
                  <a:cubicBezTo>
                    <a:pt x="266" y="1117"/>
                    <a:pt x="267" y="1108"/>
                    <a:pt x="269" y="1100"/>
                  </a:cubicBezTo>
                  <a:cubicBezTo>
                    <a:pt x="282" y="1025"/>
                    <a:pt x="213" y="977"/>
                    <a:pt x="163" y="941"/>
                  </a:cubicBezTo>
                  <a:cubicBezTo>
                    <a:pt x="155" y="936"/>
                    <a:pt x="148" y="931"/>
                    <a:pt x="142" y="926"/>
                  </a:cubicBezTo>
                  <a:cubicBezTo>
                    <a:pt x="125" y="914"/>
                    <a:pt x="103" y="904"/>
                    <a:pt x="82" y="895"/>
                  </a:cubicBezTo>
                  <a:cubicBezTo>
                    <a:pt x="40" y="875"/>
                    <a:pt x="0" y="857"/>
                    <a:pt x="9" y="824"/>
                  </a:cubicBezTo>
                  <a:cubicBezTo>
                    <a:pt x="14" y="803"/>
                    <a:pt x="22" y="789"/>
                    <a:pt x="30" y="774"/>
                  </a:cubicBezTo>
                  <a:cubicBezTo>
                    <a:pt x="40" y="755"/>
                    <a:pt x="50" y="736"/>
                    <a:pt x="57" y="700"/>
                  </a:cubicBezTo>
                  <a:cubicBezTo>
                    <a:pt x="70" y="628"/>
                    <a:pt x="207" y="605"/>
                    <a:pt x="319" y="599"/>
                  </a:cubicBezTo>
                  <a:cubicBezTo>
                    <a:pt x="432" y="592"/>
                    <a:pt x="486" y="519"/>
                    <a:pt x="529" y="461"/>
                  </a:cubicBezTo>
                  <a:cubicBezTo>
                    <a:pt x="536" y="452"/>
                    <a:pt x="543" y="443"/>
                    <a:pt x="549" y="435"/>
                  </a:cubicBezTo>
                  <a:cubicBezTo>
                    <a:pt x="563" y="418"/>
                    <a:pt x="587" y="394"/>
                    <a:pt x="615" y="367"/>
                  </a:cubicBezTo>
                  <a:cubicBezTo>
                    <a:pt x="679" y="304"/>
                    <a:pt x="766" y="217"/>
                    <a:pt x="789" y="144"/>
                  </a:cubicBezTo>
                  <a:cubicBezTo>
                    <a:pt x="821" y="40"/>
                    <a:pt x="1032" y="23"/>
                    <a:pt x="1042" y="23"/>
                  </a:cubicBezTo>
                  <a:cubicBezTo>
                    <a:pt x="1047" y="22"/>
                    <a:pt x="1170" y="0"/>
                    <a:pt x="1272" y="59"/>
                  </a:cubicBezTo>
                  <a:cubicBezTo>
                    <a:pt x="1333" y="94"/>
                    <a:pt x="1356" y="369"/>
                    <a:pt x="1365" y="530"/>
                  </a:cubicBezTo>
                  <a:cubicBezTo>
                    <a:pt x="1377" y="766"/>
                    <a:pt x="1372" y="1007"/>
                    <a:pt x="1361" y="1105"/>
                  </a:cubicBezTo>
                  <a:cubicBezTo>
                    <a:pt x="1348" y="1207"/>
                    <a:pt x="1309" y="1327"/>
                    <a:pt x="1255" y="1427"/>
                  </a:cubicBezTo>
                  <a:cubicBezTo>
                    <a:pt x="1195" y="1539"/>
                    <a:pt x="1126" y="1610"/>
                    <a:pt x="1059" y="1626"/>
                  </a:cubicBezTo>
                  <a:cubicBezTo>
                    <a:pt x="1022" y="1636"/>
                    <a:pt x="951" y="1640"/>
                    <a:pt x="867" y="1640"/>
                  </a:cubicBezTo>
                  <a:close/>
                  <a:moveTo>
                    <a:pt x="1103" y="22"/>
                  </a:moveTo>
                  <a:cubicBezTo>
                    <a:pt x="1068" y="22"/>
                    <a:pt x="1044" y="26"/>
                    <a:pt x="1043" y="26"/>
                  </a:cubicBezTo>
                  <a:cubicBezTo>
                    <a:pt x="1043" y="27"/>
                    <a:pt x="1043" y="27"/>
                    <a:pt x="1043" y="27"/>
                  </a:cubicBezTo>
                  <a:cubicBezTo>
                    <a:pt x="1041" y="27"/>
                    <a:pt x="824" y="44"/>
                    <a:pt x="793" y="145"/>
                  </a:cubicBezTo>
                  <a:cubicBezTo>
                    <a:pt x="770" y="219"/>
                    <a:pt x="682" y="306"/>
                    <a:pt x="617" y="370"/>
                  </a:cubicBezTo>
                  <a:cubicBezTo>
                    <a:pt x="590" y="397"/>
                    <a:pt x="566" y="420"/>
                    <a:pt x="552" y="438"/>
                  </a:cubicBezTo>
                  <a:cubicBezTo>
                    <a:pt x="546" y="446"/>
                    <a:pt x="539" y="455"/>
                    <a:pt x="532" y="464"/>
                  </a:cubicBezTo>
                  <a:cubicBezTo>
                    <a:pt x="488" y="523"/>
                    <a:pt x="434" y="596"/>
                    <a:pt x="319" y="603"/>
                  </a:cubicBezTo>
                  <a:cubicBezTo>
                    <a:pt x="162" y="612"/>
                    <a:pt x="71" y="647"/>
                    <a:pt x="61" y="701"/>
                  </a:cubicBezTo>
                  <a:cubicBezTo>
                    <a:pt x="54" y="737"/>
                    <a:pt x="43" y="757"/>
                    <a:pt x="33" y="776"/>
                  </a:cubicBezTo>
                  <a:cubicBezTo>
                    <a:pt x="25" y="790"/>
                    <a:pt x="18" y="804"/>
                    <a:pt x="13" y="825"/>
                  </a:cubicBezTo>
                  <a:cubicBezTo>
                    <a:pt x="5" y="855"/>
                    <a:pt x="43" y="872"/>
                    <a:pt x="84" y="891"/>
                  </a:cubicBezTo>
                  <a:cubicBezTo>
                    <a:pt x="105" y="901"/>
                    <a:pt x="127" y="911"/>
                    <a:pt x="144" y="923"/>
                  </a:cubicBezTo>
                  <a:cubicBezTo>
                    <a:pt x="150" y="928"/>
                    <a:pt x="158" y="933"/>
                    <a:pt x="165" y="938"/>
                  </a:cubicBezTo>
                  <a:cubicBezTo>
                    <a:pt x="217" y="974"/>
                    <a:pt x="287" y="1023"/>
                    <a:pt x="273" y="1101"/>
                  </a:cubicBezTo>
                  <a:cubicBezTo>
                    <a:pt x="271" y="1108"/>
                    <a:pt x="270" y="1117"/>
                    <a:pt x="268" y="1128"/>
                  </a:cubicBezTo>
                  <a:cubicBezTo>
                    <a:pt x="247" y="1235"/>
                    <a:pt x="199" y="1486"/>
                    <a:pt x="268" y="1551"/>
                  </a:cubicBezTo>
                  <a:cubicBezTo>
                    <a:pt x="301" y="1583"/>
                    <a:pt x="443" y="1612"/>
                    <a:pt x="637" y="1627"/>
                  </a:cubicBezTo>
                  <a:cubicBezTo>
                    <a:pt x="818" y="1641"/>
                    <a:pt x="991" y="1639"/>
                    <a:pt x="1058" y="1623"/>
                  </a:cubicBezTo>
                  <a:cubicBezTo>
                    <a:pt x="1195" y="1588"/>
                    <a:pt x="1331" y="1316"/>
                    <a:pt x="1357" y="1104"/>
                  </a:cubicBezTo>
                  <a:cubicBezTo>
                    <a:pt x="1382" y="897"/>
                    <a:pt x="1372" y="121"/>
                    <a:pt x="1270" y="62"/>
                  </a:cubicBezTo>
                  <a:cubicBezTo>
                    <a:pt x="1212" y="29"/>
                    <a:pt x="1149" y="22"/>
                    <a:pt x="1103" y="2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45"/>
            <p:cNvSpPr/>
            <p:nvPr/>
          </p:nvSpPr>
          <p:spPr>
            <a:xfrm>
              <a:off x="3873031" y="2877728"/>
              <a:ext cx="1002381" cy="1197734"/>
            </a:xfrm>
            <a:custGeom>
              <a:rect b="b" l="l" r="r" t="t"/>
              <a:pathLst>
                <a:path extrusionOk="0" h="1280" w="1071">
                  <a:moveTo>
                    <a:pt x="740" y="1263"/>
                  </a:moveTo>
                  <a:cubicBezTo>
                    <a:pt x="663" y="1263"/>
                    <a:pt x="572" y="1254"/>
                    <a:pt x="495" y="1247"/>
                  </a:cubicBezTo>
                  <a:cubicBezTo>
                    <a:pt x="464" y="1244"/>
                    <a:pt x="435" y="1241"/>
                    <a:pt x="411" y="1239"/>
                  </a:cubicBezTo>
                  <a:cubicBezTo>
                    <a:pt x="271" y="1228"/>
                    <a:pt x="147" y="1130"/>
                    <a:pt x="136" y="1071"/>
                  </a:cubicBezTo>
                  <a:cubicBezTo>
                    <a:pt x="125" y="1016"/>
                    <a:pt x="131" y="908"/>
                    <a:pt x="141" y="835"/>
                  </a:cubicBezTo>
                  <a:cubicBezTo>
                    <a:pt x="149" y="781"/>
                    <a:pt x="90" y="736"/>
                    <a:pt x="51" y="705"/>
                  </a:cubicBezTo>
                  <a:cubicBezTo>
                    <a:pt x="42" y="698"/>
                    <a:pt x="35" y="692"/>
                    <a:pt x="29" y="687"/>
                  </a:cubicBezTo>
                  <a:cubicBezTo>
                    <a:pt x="1" y="660"/>
                    <a:pt x="0" y="627"/>
                    <a:pt x="27" y="595"/>
                  </a:cubicBezTo>
                  <a:cubicBezTo>
                    <a:pt x="52" y="564"/>
                    <a:pt x="81" y="530"/>
                    <a:pt x="159" y="539"/>
                  </a:cubicBezTo>
                  <a:cubicBezTo>
                    <a:pt x="217" y="546"/>
                    <a:pt x="274" y="503"/>
                    <a:pt x="329" y="462"/>
                  </a:cubicBezTo>
                  <a:cubicBezTo>
                    <a:pt x="356" y="441"/>
                    <a:pt x="382" y="422"/>
                    <a:pt x="407" y="408"/>
                  </a:cubicBezTo>
                  <a:cubicBezTo>
                    <a:pt x="486" y="366"/>
                    <a:pt x="576" y="216"/>
                    <a:pt x="607" y="108"/>
                  </a:cubicBezTo>
                  <a:cubicBezTo>
                    <a:pt x="638" y="1"/>
                    <a:pt x="813" y="0"/>
                    <a:pt x="818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87" y="10"/>
                    <a:pt x="959" y="78"/>
                    <a:pt x="982" y="156"/>
                  </a:cubicBezTo>
                  <a:cubicBezTo>
                    <a:pt x="991" y="188"/>
                    <a:pt x="991" y="238"/>
                    <a:pt x="990" y="297"/>
                  </a:cubicBezTo>
                  <a:cubicBezTo>
                    <a:pt x="989" y="383"/>
                    <a:pt x="988" y="480"/>
                    <a:pt x="1019" y="548"/>
                  </a:cubicBezTo>
                  <a:cubicBezTo>
                    <a:pt x="1071" y="663"/>
                    <a:pt x="946" y="1145"/>
                    <a:pt x="909" y="1218"/>
                  </a:cubicBezTo>
                  <a:cubicBezTo>
                    <a:pt x="892" y="1253"/>
                    <a:pt x="824" y="1263"/>
                    <a:pt x="740" y="1263"/>
                  </a:cubicBezTo>
                  <a:close/>
                  <a:moveTo>
                    <a:pt x="134" y="542"/>
                  </a:moveTo>
                  <a:cubicBezTo>
                    <a:pt x="76" y="542"/>
                    <a:pt x="52" y="571"/>
                    <a:pt x="30" y="597"/>
                  </a:cubicBezTo>
                  <a:cubicBezTo>
                    <a:pt x="4" y="628"/>
                    <a:pt x="5" y="659"/>
                    <a:pt x="32" y="684"/>
                  </a:cubicBezTo>
                  <a:cubicBezTo>
                    <a:pt x="37" y="689"/>
                    <a:pt x="45" y="695"/>
                    <a:pt x="54" y="702"/>
                  </a:cubicBezTo>
                  <a:cubicBezTo>
                    <a:pt x="93" y="733"/>
                    <a:pt x="153" y="780"/>
                    <a:pt x="145" y="836"/>
                  </a:cubicBezTo>
                  <a:cubicBezTo>
                    <a:pt x="135" y="909"/>
                    <a:pt x="129" y="1015"/>
                    <a:pt x="140" y="1070"/>
                  </a:cubicBezTo>
                  <a:cubicBezTo>
                    <a:pt x="151" y="1128"/>
                    <a:pt x="273" y="1225"/>
                    <a:pt x="411" y="1235"/>
                  </a:cubicBezTo>
                  <a:cubicBezTo>
                    <a:pt x="435" y="1237"/>
                    <a:pt x="464" y="1240"/>
                    <a:pt x="496" y="1243"/>
                  </a:cubicBezTo>
                  <a:cubicBezTo>
                    <a:pt x="646" y="1258"/>
                    <a:pt x="874" y="1280"/>
                    <a:pt x="906" y="1216"/>
                  </a:cubicBezTo>
                  <a:cubicBezTo>
                    <a:pt x="942" y="1143"/>
                    <a:pt x="1067" y="663"/>
                    <a:pt x="1015" y="549"/>
                  </a:cubicBezTo>
                  <a:cubicBezTo>
                    <a:pt x="984" y="481"/>
                    <a:pt x="985" y="383"/>
                    <a:pt x="986" y="297"/>
                  </a:cubicBezTo>
                  <a:cubicBezTo>
                    <a:pt x="987" y="239"/>
                    <a:pt x="987" y="188"/>
                    <a:pt x="978" y="157"/>
                  </a:cubicBezTo>
                  <a:cubicBezTo>
                    <a:pt x="956" y="81"/>
                    <a:pt x="885" y="14"/>
                    <a:pt x="818" y="4"/>
                  </a:cubicBezTo>
                  <a:cubicBezTo>
                    <a:pt x="812" y="4"/>
                    <a:pt x="641" y="6"/>
                    <a:pt x="611" y="109"/>
                  </a:cubicBezTo>
                  <a:cubicBezTo>
                    <a:pt x="579" y="218"/>
                    <a:pt x="489" y="369"/>
                    <a:pt x="409" y="411"/>
                  </a:cubicBezTo>
                  <a:cubicBezTo>
                    <a:pt x="384" y="425"/>
                    <a:pt x="358" y="444"/>
                    <a:pt x="331" y="465"/>
                  </a:cubicBezTo>
                  <a:cubicBezTo>
                    <a:pt x="276" y="507"/>
                    <a:pt x="218" y="550"/>
                    <a:pt x="159" y="543"/>
                  </a:cubicBezTo>
                  <a:cubicBezTo>
                    <a:pt x="150" y="542"/>
                    <a:pt x="142" y="542"/>
                    <a:pt x="134" y="542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45"/>
            <p:cNvSpPr/>
            <p:nvPr/>
          </p:nvSpPr>
          <p:spPr>
            <a:xfrm>
              <a:off x="4191292" y="3049645"/>
              <a:ext cx="509361" cy="914995"/>
            </a:xfrm>
            <a:custGeom>
              <a:rect b="b" l="l" r="r" t="t"/>
              <a:pathLst>
                <a:path extrusionOk="0" h="977" w="544">
                  <a:moveTo>
                    <a:pt x="334" y="977"/>
                  </a:moveTo>
                  <a:cubicBezTo>
                    <a:pt x="251" y="977"/>
                    <a:pt x="141" y="925"/>
                    <a:pt x="126" y="859"/>
                  </a:cubicBezTo>
                  <a:cubicBezTo>
                    <a:pt x="117" y="822"/>
                    <a:pt x="94" y="799"/>
                    <a:pt x="71" y="778"/>
                  </a:cubicBezTo>
                  <a:cubicBezTo>
                    <a:pt x="54" y="761"/>
                    <a:pt x="37" y="745"/>
                    <a:pt x="30" y="723"/>
                  </a:cubicBezTo>
                  <a:cubicBezTo>
                    <a:pt x="15" y="680"/>
                    <a:pt x="0" y="584"/>
                    <a:pt x="46" y="533"/>
                  </a:cubicBezTo>
                  <a:cubicBezTo>
                    <a:pt x="73" y="504"/>
                    <a:pt x="129" y="463"/>
                    <a:pt x="178" y="428"/>
                  </a:cubicBezTo>
                  <a:cubicBezTo>
                    <a:pt x="209" y="405"/>
                    <a:pt x="239" y="383"/>
                    <a:pt x="254" y="369"/>
                  </a:cubicBezTo>
                  <a:cubicBezTo>
                    <a:pt x="295" y="333"/>
                    <a:pt x="322" y="184"/>
                    <a:pt x="326" y="110"/>
                  </a:cubicBezTo>
                  <a:cubicBezTo>
                    <a:pt x="328" y="71"/>
                    <a:pt x="347" y="36"/>
                    <a:pt x="378" y="17"/>
                  </a:cubicBezTo>
                  <a:cubicBezTo>
                    <a:pt x="404" y="2"/>
                    <a:pt x="434" y="0"/>
                    <a:pt x="461" y="13"/>
                  </a:cubicBezTo>
                  <a:cubicBezTo>
                    <a:pt x="522" y="41"/>
                    <a:pt x="526" y="243"/>
                    <a:pt x="514" y="319"/>
                  </a:cubicBezTo>
                  <a:cubicBezTo>
                    <a:pt x="508" y="356"/>
                    <a:pt x="516" y="430"/>
                    <a:pt x="525" y="509"/>
                  </a:cubicBezTo>
                  <a:cubicBezTo>
                    <a:pt x="534" y="592"/>
                    <a:pt x="544" y="677"/>
                    <a:pt x="538" y="727"/>
                  </a:cubicBezTo>
                  <a:cubicBezTo>
                    <a:pt x="532" y="774"/>
                    <a:pt x="505" y="835"/>
                    <a:pt x="467" y="886"/>
                  </a:cubicBezTo>
                  <a:cubicBezTo>
                    <a:pt x="427" y="942"/>
                    <a:pt x="382" y="975"/>
                    <a:pt x="344" y="977"/>
                  </a:cubicBezTo>
                  <a:cubicBezTo>
                    <a:pt x="341" y="977"/>
                    <a:pt x="338" y="977"/>
                    <a:pt x="334" y="977"/>
                  </a:cubicBezTo>
                  <a:close/>
                  <a:moveTo>
                    <a:pt x="424" y="9"/>
                  </a:moveTo>
                  <a:cubicBezTo>
                    <a:pt x="409" y="9"/>
                    <a:pt x="394" y="13"/>
                    <a:pt x="380" y="21"/>
                  </a:cubicBezTo>
                  <a:cubicBezTo>
                    <a:pt x="351" y="39"/>
                    <a:pt x="332" y="72"/>
                    <a:pt x="330" y="111"/>
                  </a:cubicBezTo>
                  <a:cubicBezTo>
                    <a:pt x="326" y="184"/>
                    <a:pt x="298" y="335"/>
                    <a:pt x="257" y="372"/>
                  </a:cubicBezTo>
                  <a:cubicBezTo>
                    <a:pt x="241" y="386"/>
                    <a:pt x="211" y="408"/>
                    <a:pt x="180" y="431"/>
                  </a:cubicBezTo>
                  <a:cubicBezTo>
                    <a:pt x="131" y="467"/>
                    <a:pt x="76" y="507"/>
                    <a:pt x="49" y="536"/>
                  </a:cubicBezTo>
                  <a:cubicBezTo>
                    <a:pt x="4" y="585"/>
                    <a:pt x="19" y="679"/>
                    <a:pt x="34" y="722"/>
                  </a:cubicBezTo>
                  <a:cubicBezTo>
                    <a:pt x="41" y="743"/>
                    <a:pt x="57" y="758"/>
                    <a:pt x="74" y="775"/>
                  </a:cubicBezTo>
                  <a:cubicBezTo>
                    <a:pt x="96" y="796"/>
                    <a:pt x="121" y="819"/>
                    <a:pt x="130" y="858"/>
                  </a:cubicBezTo>
                  <a:cubicBezTo>
                    <a:pt x="145" y="923"/>
                    <a:pt x="262" y="976"/>
                    <a:pt x="344" y="973"/>
                  </a:cubicBezTo>
                  <a:cubicBezTo>
                    <a:pt x="421" y="969"/>
                    <a:pt x="521" y="825"/>
                    <a:pt x="534" y="726"/>
                  </a:cubicBezTo>
                  <a:cubicBezTo>
                    <a:pt x="540" y="677"/>
                    <a:pt x="530" y="592"/>
                    <a:pt x="521" y="509"/>
                  </a:cubicBezTo>
                  <a:cubicBezTo>
                    <a:pt x="512" y="430"/>
                    <a:pt x="504" y="356"/>
                    <a:pt x="510" y="318"/>
                  </a:cubicBezTo>
                  <a:cubicBezTo>
                    <a:pt x="522" y="239"/>
                    <a:pt x="516" y="43"/>
                    <a:pt x="459" y="16"/>
                  </a:cubicBezTo>
                  <a:cubicBezTo>
                    <a:pt x="448" y="11"/>
                    <a:pt x="436" y="9"/>
                    <a:pt x="424" y="9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45"/>
            <p:cNvSpPr/>
            <p:nvPr/>
          </p:nvSpPr>
          <p:spPr>
            <a:xfrm>
              <a:off x="4304247" y="3535559"/>
              <a:ext cx="247221" cy="296237"/>
            </a:xfrm>
            <a:custGeom>
              <a:rect b="b" l="l" r="r" t="t"/>
              <a:pathLst>
                <a:path extrusionOk="0" h="316" w="264">
                  <a:moveTo>
                    <a:pt x="174" y="296"/>
                  </a:moveTo>
                  <a:cubicBezTo>
                    <a:pt x="135" y="296"/>
                    <a:pt x="87" y="254"/>
                    <a:pt x="57" y="225"/>
                  </a:cubicBezTo>
                  <a:cubicBezTo>
                    <a:pt x="33" y="201"/>
                    <a:pt x="27" y="169"/>
                    <a:pt x="21" y="136"/>
                  </a:cubicBezTo>
                  <a:cubicBezTo>
                    <a:pt x="18" y="124"/>
                    <a:pt x="16" y="112"/>
                    <a:pt x="13" y="100"/>
                  </a:cubicBezTo>
                  <a:cubicBezTo>
                    <a:pt x="0" y="55"/>
                    <a:pt x="109" y="11"/>
                    <a:pt x="114" y="10"/>
                  </a:cubicBezTo>
                  <a:cubicBezTo>
                    <a:pt x="114" y="10"/>
                    <a:pt x="114" y="10"/>
                    <a:pt x="114" y="10"/>
                  </a:cubicBezTo>
                  <a:cubicBezTo>
                    <a:pt x="146" y="0"/>
                    <a:pt x="177" y="6"/>
                    <a:pt x="205" y="24"/>
                  </a:cubicBezTo>
                  <a:cubicBezTo>
                    <a:pt x="238" y="48"/>
                    <a:pt x="258" y="88"/>
                    <a:pt x="261" y="115"/>
                  </a:cubicBezTo>
                  <a:cubicBezTo>
                    <a:pt x="264" y="160"/>
                    <a:pt x="246" y="247"/>
                    <a:pt x="204" y="285"/>
                  </a:cubicBezTo>
                  <a:cubicBezTo>
                    <a:pt x="195" y="293"/>
                    <a:pt x="185" y="296"/>
                    <a:pt x="174" y="296"/>
                  </a:cubicBezTo>
                  <a:close/>
                  <a:moveTo>
                    <a:pt x="115" y="13"/>
                  </a:moveTo>
                  <a:cubicBezTo>
                    <a:pt x="112" y="15"/>
                    <a:pt x="5" y="58"/>
                    <a:pt x="17" y="99"/>
                  </a:cubicBezTo>
                  <a:cubicBezTo>
                    <a:pt x="20" y="111"/>
                    <a:pt x="22" y="123"/>
                    <a:pt x="25" y="135"/>
                  </a:cubicBezTo>
                  <a:cubicBezTo>
                    <a:pt x="31" y="168"/>
                    <a:pt x="37" y="199"/>
                    <a:pt x="60" y="222"/>
                  </a:cubicBezTo>
                  <a:cubicBezTo>
                    <a:pt x="97" y="259"/>
                    <a:pt x="164" y="316"/>
                    <a:pt x="201" y="282"/>
                  </a:cubicBezTo>
                  <a:cubicBezTo>
                    <a:pt x="243" y="245"/>
                    <a:pt x="260" y="160"/>
                    <a:pt x="257" y="116"/>
                  </a:cubicBezTo>
                  <a:cubicBezTo>
                    <a:pt x="254" y="89"/>
                    <a:pt x="235" y="50"/>
                    <a:pt x="202" y="27"/>
                  </a:cubicBezTo>
                  <a:cubicBezTo>
                    <a:pt x="176" y="10"/>
                    <a:pt x="146" y="5"/>
                    <a:pt x="115" y="13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45"/>
            <p:cNvSpPr/>
            <p:nvPr/>
          </p:nvSpPr>
          <p:spPr>
            <a:xfrm>
              <a:off x="3718874" y="2942375"/>
              <a:ext cx="331759" cy="180441"/>
            </a:xfrm>
            <a:custGeom>
              <a:rect b="b" l="l" r="r" t="t"/>
              <a:pathLst>
                <a:path extrusionOk="0" h="193" w="355">
                  <a:moveTo>
                    <a:pt x="143" y="191"/>
                  </a:moveTo>
                  <a:cubicBezTo>
                    <a:pt x="100" y="191"/>
                    <a:pt x="55" y="186"/>
                    <a:pt x="32" y="179"/>
                  </a:cubicBezTo>
                  <a:cubicBezTo>
                    <a:pt x="20" y="176"/>
                    <a:pt x="12" y="170"/>
                    <a:pt x="8" y="160"/>
                  </a:cubicBezTo>
                  <a:cubicBezTo>
                    <a:pt x="0" y="140"/>
                    <a:pt x="11" y="108"/>
                    <a:pt x="43" y="56"/>
                  </a:cubicBezTo>
                  <a:cubicBezTo>
                    <a:pt x="66" y="20"/>
                    <a:pt x="123" y="16"/>
                    <a:pt x="161" y="14"/>
                  </a:cubicBezTo>
                  <a:cubicBezTo>
                    <a:pt x="172" y="13"/>
                    <a:pt x="180" y="13"/>
                    <a:pt x="187" y="12"/>
                  </a:cubicBezTo>
                  <a:cubicBezTo>
                    <a:pt x="187" y="12"/>
                    <a:pt x="187" y="12"/>
                    <a:pt x="187" y="12"/>
                  </a:cubicBezTo>
                  <a:cubicBezTo>
                    <a:pt x="248" y="2"/>
                    <a:pt x="326" y="0"/>
                    <a:pt x="350" y="45"/>
                  </a:cubicBezTo>
                  <a:cubicBezTo>
                    <a:pt x="355" y="52"/>
                    <a:pt x="355" y="61"/>
                    <a:pt x="352" y="71"/>
                  </a:cubicBezTo>
                  <a:cubicBezTo>
                    <a:pt x="337" y="115"/>
                    <a:pt x="253" y="167"/>
                    <a:pt x="226" y="179"/>
                  </a:cubicBezTo>
                  <a:cubicBezTo>
                    <a:pt x="207" y="188"/>
                    <a:pt x="176" y="191"/>
                    <a:pt x="143" y="191"/>
                  </a:cubicBezTo>
                  <a:close/>
                  <a:moveTo>
                    <a:pt x="188" y="16"/>
                  </a:moveTo>
                  <a:cubicBezTo>
                    <a:pt x="181" y="17"/>
                    <a:pt x="172" y="17"/>
                    <a:pt x="162" y="18"/>
                  </a:cubicBezTo>
                  <a:cubicBezTo>
                    <a:pt x="124" y="20"/>
                    <a:pt x="68" y="24"/>
                    <a:pt x="46" y="59"/>
                  </a:cubicBezTo>
                  <a:cubicBezTo>
                    <a:pt x="27" y="90"/>
                    <a:pt x="2" y="135"/>
                    <a:pt x="12" y="159"/>
                  </a:cubicBezTo>
                  <a:cubicBezTo>
                    <a:pt x="15" y="167"/>
                    <a:pt x="22" y="173"/>
                    <a:pt x="33" y="176"/>
                  </a:cubicBezTo>
                  <a:cubicBezTo>
                    <a:pt x="79" y="188"/>
                    <a:pt x="186" y="193"/>
                    <a:pt x="224" y="176"/>
                  </a:cubicBezTo>
                  <a:cubicBezTo>
                    <a:pt x="251" y="163"/>
                    <a:pt x="334" y="113"/>
                    <a:pt x="348" y="70"/>
                  </a:cubicBezTo>
                  <a:cubicBezTo>
                    <a:pt x="351" y="61"/>
                    <a:pt x="351" y="53"/>
                    <a:pt x="347" y="46"/>
                  </a:cubicBezTo>
                  <a:cubicBezTo>
                    <a:pt x="322" y="1"/>
                    <a:pt x="237" y="8"/>
                    <a:pt x="188" y="16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45"/>
            <p:cNvSpPr/>
            <p:nvPr/>
          </p:nvSpPr>
          <p:spPr>
            <a:xfrm>
              <a:off x="3602367" y="2877018"/>
              <a:ext cx="526410" cy="330337"/>
            </a:xfrm>
            <a:custGeom>
              <a:rect b="b" l="l" r="r" t="t"/>
              <a:pathLst>
                <a:path extrusionOk="0" h="353" w="562">
                  <a:moveTo>
                    <a:pt x="202" y="347"/>
                  </a:moveTo>
                  <a:cubicBezTo>
                    <a:pt x="130" y="347"/>
                    <a:pt x="44" y="325"/>
                    <a:pt x="14" y="300"/>
                  </a:cubicBezTo>
                  <a:cubicBezTo>
                    <a:pt x="6" y="294"/>
                    <a:pt x="2" y="287"/>
                    <a:pt x="1" y="281"/>
                  </a:cubicBezTo>
                  <a:cubicBezTo>
                    <a:pt x="0" y="256"/>
                    <a:pt x="20" y="207"/>
                    <a:pt x="39" y="161"/>
                  </a:cubicBezTo>
                  <a:cubicBezTo>
                    <a:pt x="48" y="137"/>
                    <a:pt x="57" y="115"/>
                    <a:pt x="63" y="98"/>
                  </a:cubicBezTo>
                  <a:cubicBezTo>
                    <a:pt x="81" y="42"/>
                    <a:pt x="134" y="0"/>
                    <a:pt x="183" y="3"/>
                  </a:cubicBezTo>
                  <a:cubicBezTo>
                    <a:pt x="199" y="4"/>
                    <a:pt x="219" y="5"/>
                    <a:pt x="240" y="6"/>
                  </a:cubicBezTo>
                  <a:cubicBezTo>
                    <a:pt x="281" y="9"/>
                    <a:pt x="329" y="12"/>
                    <a:pt x="354" y="12"/>
                  </a:cubicBezTo>
                  <a:cubicBezTo>
                    <a:pt x="382" y="12"/>
                    <a:pt x="538" y="28"/>
                    <a:pt x="551" y="96"/>
                  </a:cubicBezTo>
                  <a:cubicBezTo>
                    <a:pt x="562" y="156"/>
                    <a:pt x="511" y="197"/>
                    <a:pt x="466" y="234"/>
                  </a:cubicBezTo>
                  <a:cubicBezTo>
                    <a:pt x="462" y="238"/>
                    <a:pt x="457" y="241"/>
                    <a:pt x="453" y="245"/>
                  </a:cubicBezTo>
                  <a:cubicBezTo>
                    <a:pt x="417" y="275"/>
                    <a:pt x="342" y="328"/>
                    <a:pt x="245" y="344"/>
                  </a:cubicBezTo>
                  <a:cubicBezTo>
                    <a:pt x="232" y="346"/>
                    <a:pt x="217" y="347"/>
                    <a:pt x="202" y="347"/>
                  </a:cubicBezTo>
                  <a:close/>
                  <a:moveTo>
                    <a:pt x="179" y="7"/>
                  </a:moveTo>
                  <a:cubicBezTo>
                    <a:pt x="133" y="7"/>
                    <a:pt x="83" y="47"/>
                    <a:pt x="67" y="99"/>
                  </a:cubicBezTo>
                  <a:cubicBezTo>
                    <a:pt x="61" y="117"/>
                    <a:pt x="52" y="139"/>
                    <a:pt x="43" y="162"/>
                  </a:cubicBezTo>
                  <a:cubicBezTo>
                    <a:pt x="25" y="206"/>
                    <a:pt x="5" y="256"/>
                    <a:pt x="5" y="281"/>
                  </a:cubicBezTo>
                  <a:cubicBezTo>
                    <a:pt x="6" y="286"/>
                    <a:pt x="9" y="292"/>
                    <a:pt x="16" y="297"/>
                  </a:cubicBezTo>
                  <a:cubicBezTo>
                    <a:pt x="52" y="326"/>
                    <a:pt x="171" y="353"/>
                    <a:pt x="244" y="340"/>
                  </a:cubicBezTo>
                  <a:cubicBezTo>
                    <a:pt x="340" y="324"/>
                    <a:pt x="414" y="272"/>
                    <a:pt x="450" y="242"/>
                  </a:cubicBezTo>
                  <a:cubicBezTo>
                    <a:pt x="455" y="238"/>
                    <a:pt x="459" y="235"/>
                    <a:pt x="464" y="231"/>
                  </a:cubicBezTo>
                  <a:cubicBezTo>
                    <a:pt x="508" y="195"/>
                    <a:pt x="557" y="154"/>
                    <a:pt x="547" y="97"/>
                  </a:cubicBezTo>
                  <a:cubicBezTo>
                    <a:pt x="535" y="36"/>
                    <a:pt x="393" y="16"/>
                    <a:pt x="354" y="16"/>
                  </a:cubicBezTo>
                  <a:cubicBezTo>
                    <a:pt x="329" y="16"/>
                    <a:pt x="281" y="13"/>
                    <a:pt x="239" y="10"/>
                  </a:cubicBezTo>
                  <a:cubicBezTo>
                    <a:pt x="219" y="9"/>
                    <a:pt x="199" y="8"/>
                    <a:pt x="183" y="7"/>
                  </a:cubicBezTo>
                  <a:cubicBezTo>
                    <a:pt x="182" y="7"/>
                    <a:pt x="181" y="7"/>
                    <a:pt x="179" y="7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45"/>
            <p:cNvSpPr/>
            <p:nvPr/>
          </p:nvSpPr>
          <p:spPr>
            <a:xfrm>
              <a:off x="3778548" y="2748435"/>
              <a:ext cx="1123860" cy="1384570"/>
            </a:xfrm>
            <a:custGeom>
              <a:rect b="b" l="l" r="r" t="t"/>
              <a:pathLst>
                <a:path extrusionOk="0" h="1479" w="1201">
                  <a:moveTo>
                    <a:pt x="773" y="1475"/>
                  </a:moveTo>
                  <a:cubicBezTo>
                    <a:pt x="744" y="1475"/>
                    <a:pt x="715" y="1474"/>
                    <a:pt x="689" y="1473"/>
                  </a:cubicBezTo>
                  <a:cubicBezTo>
                    <a:pt x="662" y="1472"/>
                    <a:pt x="636" y="1471"/>
                    <a:pt x="615" y="1472"/>
                  </a:cubicBezTo>
                  <a:cubicBezTo>
                    <a:pt x="507" y="1475"/>
                    <a:pt x="240" y="1423"/>
                    <a:pt x="193" y="1383"/>
                  </a:cubicBezTo>
                  <a:cubicBezTo>
                    <a:pt x="150" y="1348"/>
                    <a:pt x="173" y="1128"/>
                    <a:pt x="183" y="1023"/>
                  </a:cubicBezTo>
                  <a:cubicBezTo>
                    <a:pt x="185" y="1007"/>
                    <a:pt x="186" y="995"/>
                    <a:pt x="187" y="987"/>
                  </a:cubicBezTo>
                  <a:cubicBezTo>
                    <a:pt x="191" y="930"/>
                    <a:pt x="157" y="905"/>
                    <a:pt x="121" y="879"/>
                  </a:cubicBezTo>
                  <a:cubicBezTo>
                    <a:pt x="117" y="877"/>
                    <a:pt x="114" y="874"/>
                    <a:pt x="110" y="871"/>
                  </a:cubicBezTo>
                  <a:cubicBezTo>
                    <a:pt x="69" y="841"/>
                    <a:pt x="0" y="779"/>
                    <a:pt x="5" y="742"/>
                  </a:cubicBezTo>
                  <a:cubicBezTo>
                    <a:pt x="10" y="710"/>
                    <a:pt x="18" y="652"/>
                    <a:pt x="95" y="647"/>
                  </a:cubicBezTo>
                  <a:cubicBezTo>
                    <a:pt x="133" y="644"/>
                    <a:pt x="175" y="624"/>
                    <a:pt x="220" y="603"/>
                  </a:cubicBezTo>
                  <a:cubicBezTo>
                    <a:pt x="260" y="584"/>
                    <a:pt x="301" y="565"/>
                    <a:pt x="343" y="556"/>
                  </a:cubicBezTo>
                  <a:cubicBezTo>
                    <a:pt x="414" y="541"/>
                    <a:pt x="472" y="466"/>
                    <a:pt x="515" y="412"/>
                  </a:cubicBezTo>
                  <a:cubicBezTo>
                    <a:pt x="524" y="399"/>
                    <a:pt x="533" y="388"/>
                    <a:pt x="542" y="378"/>
                  </a:cubicBezTo>
                  <a:cubicBezTo>
                    <a:pt x="543" y="376"/>
                    <a:pt x="543" y="376"/>
                    <a:pt x="543" y="376"/>
                  </a:cubicBezTo>
                  <a:cubicBezTo>
                    <a:pt x="588" y="324"/>
                    <a:pt x="638" y="265"/>
                    <a:pt x="656" y="168"/>
                  </a:cubicBezTo>
                  <a:cubicBezTo>
                    <a:pt x="673" y="79"/>
                    <a:pt x="722" y="50"/>
                    <a:pt x="758" y="30"/>
                  </a:cubicBezTo>
                  <a:cubicBezTo>
                    <a:pt x="762" y="27"/>
                    <a:pt x="765" y="25"/>
                    <a:pt x="769" y="23"/>
                  </a:cubicBezTo>
                  <a:cubicBezTo>
                    <a:pt x="769" y="23"/>
                    <a:pt x="769" y="23"/>
                    <a:pt x="769" y="23"/>
                  </a:cubicBezTo>
                  <a:cubicBezTo>
                    <a:pt x="801" y="3"/>
                    <a:pt x="869" y="0"/>
                    <a:pt x="960" y="15"/>
                  </a:cubicBezTo>
                  <a:cubicBezTo>
                    <a:pt x="1040" y="27"/>
                    <a:pt x="1106" y="86"/>
                    <a:pt x="1143" y="176"/>
                  </a:cubicBezTo>
                  <a:cubicBezTo>
                    <a:pt x="1160" y="220"/>
                    <a:pt x="1159" y="306"/>
                    <a:pt x="1157" y="389"/>
                  </a:cubicBezTo>
                  <a:cubicBezTo>
                    <a:pt x="1155" y="468"/>
                    <a:pt x="1154" y="549"/>
                    <a:pt x="1169" y="589"/>
                  </a:cubicBezTo>
                  <a:cubicBezTo>
                    <a:pt x="1201" y="671"/>
                    <a:pt x="1189" y="957"/>
                    <a:pt x="1169" y="1062"/>
                  </a:cubicBezTo>
                  <a:cubicBezTo>
                    <a:pt x="1151" y="1164"/>
                    <a:pt x="1091" y="1296"/>
                    <a:pt x="1017" y="1399"/>
                  </a:cubicBezTo>
                  <a:cubicBezTo>
                    <a:pt x="971" y="1464"/>
                    <a:pt x="869" y="1475"/>
                    <a:pt x="773" y="1475"/>
                  </a:cubicBezTo>
                  <a:close/>
                  <a:moveTo>
                    <a:pt x="628" y="1468"/>
                  </a:moveTo>
                  <a:cubicBezTo>
                    <a:pt x="646" y="1468"/>
                    <a:pt x="667" y="1468"/>
                    <a:pt x="689" y="1469"/>
                  </a:cubicBezTo>
                  <a:cubicBezTo>
                    <a:pt x="801" y="1473"/>
                    <a:pt x="955" y="1479"/>
                    <a:pt x="1014" y="1397"/>
                  </a:cubicBezTo>
                  <a:cubicBezTo>
                    <a:pt x="1087" y="1294"/>
                    <a:pt x="1147" y="1163"/>
                    <a:pt x="1165" y="1062"/>
                  </a:cubicBezTo>
                  <a:cubicBezTo>
                    <a:pt x="1185" y="956"/>
                    <a:pt x="1197" y="672"/>
                    <a:pt x="1166" y="591"/>
                  </a:cubicBezTo>
                  <a:cubicBezTo>
                    <a:pt x="1150" y="550"/>
                    <a:pt x="1151" y="472"/>
                    <a:pt x="1153" y="389"/>
                  </a:cubicBezTo>
                  <a:cubicBezTo>
                    <a:pt x="1155" y="306"/>
                    <a:pt x="1156" y="220"/>
                    <a:pt x="1139" y="177"/>
                  </a:cubicBezTo>
                  <a:cubicBezTo>
                    <a:pt x="1103" y="89"/>
                    <a:pt x="1037" y="31"/>
                    <a:pt x="959" y="19"/>
                  </a:cubicBezTo>
                  <a:cubicBezTo>
                    <a:pt x="869" y="4"/>
                    <a:pt x="803" y="7"/>
                    <a:pt x="771" y="26"/>
                  </a:cubicBezTo>
                  <a:cubicBezTo>
                    <a:pt x="767" y="28"/>
                    <a:pt x="764" y="31"/>
                    <a:pt x="760" y="33"/>
                  </a:cubicBezTo>
                  <a:cubicBezTo>
                    <a:pt x="725" y="53"/>
                    <a:pt x="677" y="81"/>
                    <a:pt x="660" y="169"/>
                  </a:cubicBezTo>
                  <a:cubicBezTo>
                    <a:pt x="641" y="267"/>
                    <a:pt x="591" y="326"/>
                    <a:pt x="547" y="379"/>
                  </a:cubicBezTo>
                  <a:cubicBezTo>
                    <a:pt x="545" y="380"/>
                    <a:pt x="545" y="380"/>
                    <a:pt x="545" y="380"/>
                  </a:cubicBezTo>
                  <a:cubicBezTo>
                    <a:pt x="537" y="390"/>
                    <a:pt x="527" y="402"/>
                    <a:pt x="518" y="414"/>
                  </a:cubicBezTo>
                  <a:cubicBezTo>
                    <a:pt x="475" y="469"/>
                    <a:pt x="416" y="544"/>
                    <a:pt x="344" y="560"/>
                  </a:cubicBezTo>
                  <a:cubicBezTo>
                    <a:pt x="303" y="569"/>
                    <a:pt x="261" y="588"/>
                    <a:pt x="221" y="607"/>
                  </a:cubicBezTo>
                  <a:cubicBezTo>
                    <a:pt x="176" y="628"/>
                    <a:pt x="134" y="648"/>
                    <a:pt x="96" y="651"/>
                  </a:cubicBezTo>
                  <a:cubicBezTo>
                    <a:pt x="27" y="656"/>
                    <a:pt x="15" y="700"/>
                    <a:pt x="9" y="742"/>
                  </a:cubicBezTo>
                  <a:cubicBezTo>
                    <a:pt x="4" y="778"/>
                    <a:pt x="72" y="838"/>
                    <a:pt x="113" y="868"/>
                  </a:cubicBezTo>
                  <a:cubicBezTo>
                    <a:pt x="116" y="871"/>
                    <a:pt x="120" y="873"/>
                    <a:pt x="123" y="876"/>
                  </a:cubicBezTo>
                  <a:cubicBezTo>
                    <a:pt x="160" y="903"/>
                    <a:pt x="196" y="928"/>
                    <a:pt x="191" y="987"/>
                  </a:cubicBezTo>
                  <a:cubicBezTo>
                    <a:pt x="190" y="996"/>
                    <a:pt x="189" y="1008"/>
                    <a:pt x="187" y="1023"/>
                  </a:cubicBezTo>
                  <a:cubicBezTo>
                    <a:pt x="177" y="1120"/>
                    <a:pt x="154" y="1346"/>
                    <a:pt x="195" y="1380"/>
                  </a:cubicBezTo>
                  <a:cubicBezTo>
                    <a:pt x="241" y="1419"/>
                    <a:pt x="510" y="1471"/>
                    <a:pt x="615" y="1468"/>
                  </a:cubicBezTo>
                  <a:cubicBezTo>
                    <a:pt x="619" y="1468"/>
                    <a:pt x="624" y="1468"/>
                    <a:pt x="628" y="1468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45"/>
            <p:cNvSpPr/>
            <p:nvPr/>
          </p:nvSpPr>
          <p:spPr>
            <a:xfrm>
              <a:off x="3826145" y="2990682"/>
              <a:ext cx="152737" cy="64647"/>
            </a:xfrm>
            <a:custGeom>
              <a:rect b="b" l="l" r="r" t="t"/>
              <a:pathLst>
                <a:path extrusionOk="0" h="69" w="163">
                  <a:moveTo>
                    <a:pt x="34" y="68"/>
                  </a:moveTo>
                  <a:cubicBezTo>
                    <a:pt x="27" y="68"/>
                    <a:pt x="21" y="67"/>
                    <a:pt x="16" y="65"/>
                  </a:cubicBezTo>
                  <a:cubicBezTo>
                    <a:pt x="10" y="62"/>
                    <a:pt x="6" y="57"/>
                    <a:pt x="5" y="51"/>
                  </a:cubicBezTo>
                  <a:cubicBezTo>
                    <a:pt x="0" y="28"/>
                    <a:pt x="22" y="23"/>
                    <a:pt x="41" y="19"/>
                  </a:cubicBezTo>
                  <a:cubicBezTo>
                    <a:pt x="44" y="18"/>
                    <a:pt x="47" y="18"/>
                    <a:pt x="49" y="17"/>
                  </a:cubicBezTo>
                  <a:cubicBezTo>
                    <a:pt x="67" y="12"/>
                    <a:pt x="145" y="0"/>
                    <a:pt x="160" y="9"/>
                  </a:cubicBezTo>
                  <a:cubicBezTo>
                    <a:pt x="163" y="11"/>
                    <a:pt x="163" y="13"/>
                    <a:pt x="163" y="14"/>
                  </a:cubicBezTo>
                  <a:cubicBezTo>
                    <a:pt x="163" y="21"/>
                    <a:pt x="148" y="28"/>
                    <a:pt x="121" y="39"/>
                  </a:cubicBezTo>
                  <a:cubicBezTo>
                    <a:pt x="111" y="43"/>
                    <a:pt x="100" y="48"/>
                    <a:pt x="91" y="53"/>
                  </a:cubicBezTo>
                  <a:cubicBezTo>
                    <a:pt x="74" y="61"/>
                    <a:pt x="52" y="68"/>
                    <a:pt x="34" y="68"/>
                  </a:cubicBezTo>
                  <a:close/>
                  <a:moveTo>
                    <a:pt x="139" y="10"/>
                  </a:moveTo>
                  <a:cubicBezTo>
                    <a:pt x="112" y="10"/>
                    <a:pt x="68" y="16"/>
                    <a:pt x="50" y="21"/>
                  </a:cubicBezTo>
                  <a:cubicBezTo>
                    <a:pt x="48" y="21"/>
                    <a:pt x="45" y="22"/>
                    <a:pt x="42" y="23"/>
                  </a:cubicBezTo>
                  <a:cubicBezTo>
                    <a:pt x="23" y="27"/>
                    <a:pt x="5" y="31"/>
                    <a:pt x="9" y="50"/>
                  </a:cubicBezTo>
                  <a:cubicBezTo>
                    <a:pt x="10" y="55"/>
                    <a:pt x="13" y="59"/>
                    <a:pt x="18" y="61"/>
                  </a:cubicBezTo>
                  <a:cubicBezTo>
                    <a:pt x="34" y="69"/>
                    <a:pt x="65" y="61"/>
                    <a:pt x="89" y="49"/>
                  </a:cubicBezTo>
                  <a:cubicBezTo>
                    <a:pt x="98" y="44"/>
                    <a:pt x="109" y="40"/>
                    <a:pt x="120" y="35"/>
                  </a:cubicBezTo>
                  <a:cubicBezTo>
                    <a:pt x="137" y="28"/>
                    <a:pt x="159" y="18"/>
                    <a:pt x="159" y="14"/>
                  </a:cubicBezTo>
                  <a:cubicBezTo>
                    <a:pt x="159" y="13"/>
                    <a:pt x="158" y="13"/>
                    <a:pt x="158" y="13"/>
                  </a:cubicBezTo>
                  <a:cubicBezTo>
                    <a:pt x="155" y="11"/>
                    <a:pt x="148" y="10"/>
                    <a:pt x="139" y="10"/>
                  </a:cubicBezTo>
                  <a:close/>
                </a:path>
              </a:pathLst>
            </a:custGeom>
            <a:solidFill>
              <a:srgbClr val="FFFFFF">
                <a:alpha val="208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64" name="Google Shape;1364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566315">
            <a:off x="823338" y="4729338"/>
            <a:ext cx="679276" cy="126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201682">
            <a:off x="-15826" y="110417"/>
            <a:ext cx="864743" cy="710468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45"/>
          <p:cNvSpPr txBox="1"/>
          <p:nvPr/>
        </p:nvSpPr>
        <p:spPr>
          <a:xfrm>
            <a:off x="940900" y="1614425"/>
            <a:ext cx="27369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000000"/>
                </a:solidFill>
                <a:highlight>
                  <a:schemeClr val="accent1"/>
                </a:highlight>
                <a:latin typeface="Oswald"/>
                <a:ea typeface="Oswald"/>
                <a:cs typeface="Oswald"/>
                <a:sym typeface="Oswald"/>
              </a:rPr>
              <a:t>GitHub Link</a:t>
            </a:r>
            <a:endParaRPr sz="4200">
              <a:solidFill>
                <a:srgbClr val="000000"/>
              </a:solidFill>
              <a:highlight>
                <a:schemeClr val="accent1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367" name="Google Shape;1367;p45"/>
          <p:cNvGrpSpPr/>
          <p:nvPr/>
        </p:nvGrpSpPr>
        <p:grpSpPr>
          <a:xfrm>
            <a:off x="1759475" y="594125"/>
            <a:ext cx="1020250" cy="1020300"/>
            <a:chOff x="3290450" y="660975"/>
            <a:chExt cx="1020250" cy="1020300"/>
          </a:xfrm>
        </p:grpSpPr>
        <p:sp>
          <p:nvSpPr>
            <p:cNvPr id="1368" name="Google Shape;1368;p45"/>
            <p:cNvSpPr/>
            <p:nvPr/>
          </p:nvSpPr>
          <p:spPr>
            <a:xfrm>
              <a:off x="3324525" y="718575"/>
              <a:ext cx="986100" cy="9627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1369" name="Google Shape;1369;p4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290450" y="660975"/>
              <a:ext cx="1020250" cy="1020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0" name="Google Shape;1370;p45"/>
          <p:cNvSpPr txBox="1"/>
          <p:nvPr/>
        </p:nvSpPr>
        <p:spPr>
          <a:xfrm>
            <a:off x="363550" y="2518625"/>
            <a:ext cx="3812100" cy="1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Playfair Display"/>
              <a:buChar char="➔"/>
            </a:pPr>
            <a:r>
              <a:rPr lang="en" sz="2500">
                <a:solidFill>
                  <a:schemeClr val="accent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Downloadable dataset</a:t>
            </a:r>
            <a:endParaRPr sz="2500">
              <a:solidFill>
                <a:schemeClr val="accent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Playfair Display"/>
              <a:buChar char="➔"/>
            </a:pPr>
            <a:r>
              <a:rPr lang="en" sz="2500">
                <a:solidFill>
                  <a:schemeClr val="accent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Tutorial</a:t>
            </a:r>
            <a:endParaRPr sz="2500">
              <a:solidFill>
                <a:schemeClr val="accent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Playfair Display"/>
              <a:buChar char="➔"/>
            </a:pPr>
            <a:r>
              <a:rPr lang="en" sz="2500">
                <a:solidFill>
                  <a:schemeClr val="accent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Presentation</a:t>
            </a:r>
            <a:endParaRPr sz="2500">
              <a:solidFill>
                <a:schemeClr val="accent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Playfair Display"/>
              <a:buChar char="➔"/>
            </a:pPr>
            <a:r>
              <a:rPr lang="en" sz="2500">
                <a:solidFill>
                  <a:schemeClr val="accent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Report</a:t>
            </a:r>
            <a:endParaRPr sz="2500">
              <a:solidFill>
                <a:schemeClr val="accent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371" name="Google Shape;1371;p45"/>
          <p:cNvGrpSpPr/>
          <p:nvPr/>
        </p:nvGrpSpPr>
        <p:grpSpPr>
          <a:xfrm>
            <a:off x="2340025" y="3972781"/>
            <a:ext cx="3087397" cy="3195396"/>
            <a:chOff x="5497550" y="-2161969"/>
            <a:chExt cx="3087397" cy="3195396"/>
          </a:xfrm>
        </p:grpSpPr>
        <p:grpSp>
          <p:nvGrpSpPr>
            <p:cNvPr id="1372" name="Google Shape;1372;p45"/>
            <p:cNvGrpSpPr/>
            <p:nvPr/>
          </p:nvGrpSpPr>
          <p:grpSpPr>
            <a:xfrm rot="-5400000">
              <a:off x="5443550" y="-2107969"/>
              <a:ext cx="3195396" cy="3087397"/>
              <a:chOff x="5065775" y="1516606"/>
              <a:chExt cx="3195396" cy="3087397"/>
            </a:xfrm>
          </p:grpSpPr>
          <p:sp>
            <p:nvSpPr>
              <p:cNvPr id="1373" name="Google Shape;1373;p45"/>
              <p:cNvSpPr/>
              <p:nvPr/>
            </p:nvSpPr>
            <p:spPr>
              <a:xfrm>
                <a:off x="6100124" y="1856888"/>
                <a:ext cx="1317800" cy="770784"/>
              </a:xfrm>
              <a:custGeom>
                <a:rect b="b" l="l" r="r" t="t"/>
                <a:pathLst>
                  <a:path extrusionOk="0" h="824" w="1408">
                    <a:moveTo>
                      <a:pt x="1102" y="809"/>
                    </a:moveTo>
                    <a:cubicBezTo>
                      <a:pt x="1057" y="809"/>
                      <a:pt x="1011" y="799"/>
                      <a:pt x="979" y="773"/>
                    </a:cubicBezTo>
                    <a:cubicBezTo>
                      <a:pt x="919" y="723"/>
                      <a:pt x="846" y="740"/>
                      <a:pt x="782" y="754"/>
                    </a:cubicBezTo>
                    <a:cubicBezTo>
                      <a:pt x="776" y="755"/>
                      <a:pt x="770" y="757"/>
                      <a:pt x="764" y="758"/>
                    </a:cubicBezTo>
                    <a:cubicBezTo>
                      <a:pt x="753" y="761"/>
                      <a:pt x="753" y="761"/>
                      <a:pt x="753" y="761"/>
                    </a:cubicBezTo>
                    <a:cubicBezTo>
                      <a:pt x="689" y="775"/>
                      <a:pt x="609" y="792"/>
                      <a:pt x="521" y="762"/>
                    </a:cubicBezTo>
                    <a:cubicBezTo>
                      <a:pt x="494" y="752"/>
                      <a:pt x="466" y="735"/>
                      <a:pt x="437" y="718"/>
                    </a:cubicBezTo>
                    <a:cubicBezTo>
                      <a:pt x="381" y="683"/>
                      <a:pt x="323" y="647"/>
                      <a:pt x="262" y="669"/>
                    </a:cubicBezTo>
                    <a:cubicBezTo>
                      <a:pt x="231" y="680"/>
                      <a:pt x="200" y="676"/>
                      <a:pt x="170" y="658"/>
                    </a:cubicBezTo>
                    <a:cubicBezTo>
                      <a:pt x="122" y="628"/>
                      <a:pt x="91" y="566"/>
                      <a:pt x="87" y="523"/>
                    </a:cubicBezTo>
                    <a:cubicBezTo>
                      <a:pt x="83" y="489"/>
                      <a:pt x="69" y="451"/>
                      <a:pt x="55" y="411"/>
                    </a:cubicBezTo>
                    <a:cubicBezTo>
                      <a:pt x="39" y="368"/>
                      <a:pt x="22" y="319"/>
                      <a:pt x="14" y="269"/>
                    </a:cubicBezTo>
                    <a:cubicBezTo>
                      <a:pt x="0" y="172"/>
                      <a:pt x="114" y="46"/>
                      <a:pt x="115" y="45"/>
                    </a:cubicBezTo>
                    <a:cubicBezTo>
                      <a:pt x="115" y="45"/>
                      <a:pt x="115" y="45"/>
                      <a:pt x="115" y="45"/>
                    </a:cubicBezTo>
                    <a:cubicBezTo>
                      <a:pt x="168" y="1"/>
                      <a:pt x="392" y="0"/>
                      <a:pt x="585" y="15"/>
                    </a:cubicBezTo>
                    <a:cubicBezTo>
                      <a:pt x="782" y="30"/>
                      <a:pt x="1021" y="66"/>
                      <a:pt x="1112" y="115"/>
                    </a:cubicBezTo>
                    <a:cubicBezTo>
                      <a:pt x="1164" y="143"/>
                      <a:pt x="1208" y="161"/>
                      <a:pt x="1243" y="176"/>
                    </a:cubicBezTo>
                    <a:cubicBezTo>
                      <a:pt x="1326" y="210"/>
                      <a:pt x="1371" y="229"/>
                      <a:pt x="1397" y="316"/>
                    </a:cubicBezTo>
                    <a:cubicBezTo>
                      <a:pt x="1408" y="353"/>
                      <a:pt x="1376" y="442"/>
                      <a:pt x="1348" y="520"/>
                    </a:cubicBezTo>
                    <a:cubicBezTo>
                      <a:pt x="1337" y="551"/>
                      <a:pt x="1326" y="580"/>
                      <a:pt x="1321" y="601"/>
                    </a:cubicBezTo>
                    <a:cubicBezTo>
                      <a:pt x="1318" y="611"/>
                      <a:pt x="1315" y="620"/>
                      <a:pt x="1313" y="629"/>
                    </a:cubicBezTo>
                    <a:cubicBezTo>
                      <a:pt x="1294" y="701"/>
                      <a:pt x="1281" y="748"/>
                      <a:pt x="1232" y="778"/>
                    </a:cubicBezTo>
                    <a:cubicBezTo>
                      <a:pt x="1202" y="796"/>
                      <a:pt x="1152" y="809"/>
                      <a:pt x="1102" y="809"/>
                    </a:cubicBezTo>
                    <a:close/>
                    <a:moveTo>
                      <a:pt x="880" y="736"/>
                    </a:moveTo>
                    <a:cubicBezTo>
                      <a:pt x="915" y="736"/>
                      <a:pt x="950" y="744"/>
                      <a:pt x="981" y="770"/>
                    </a:cubicBezTo>
                    <a:cubicBezTo>
                      <a:pt x="1047" y="824"/>
                      <a:pt x="1175" y="809"/>
                      <a:pt x="1230" y="775"/>
                    </a:cubicBezTo>
                    <a:cubicBezTo>
                      <a:pt x="1278" y="745"/>
                      <a:pt x="1290" y="699"/>
                      <a:pt x="1309" y="628"/>
                    </a:cubicBezTo>
                    <a:cubicBezTo>
                      <a:pt x="1311" y="619"/>
                      <a:pt x="1314" y="610"/>
                      <a:pt x="1317" y="600"/>
                    </a:cubicBezTo>
                    <a:cubicBezTo>
                      <a:pt x="1323" y="579"/>
                      <a:pt x="1333" y="550"/>
                      <a:pt x="1344" y="519"/>
                    </a:cubicBezTo>
                    <a:cubicBezTo>
                      <a:pt x="1370" y="445"/>
                      <a:pt x="1403" y="353"/>
                      <a:pt x="1393" y="317"/>
                    </a:cubicBezTo>
                    <a:cubicBezTo>
                      <a:pt x="1368" y="232"/>
                      <a:pt x="1323" y="213"/>
                      <a:pt x="1242" y="179"/>
                    </a:cubicBezTo>
                    <a:cubicBezTo>
                      <a:pt x="1206" y="165"/>
                      <a:pt x="1162" y="146"/>
                      <a:pt x="1110" y="118"/>
                    </a:cubicBezTo>
                    <a:cubicBezTo>
                      <a:pt x="1019" y="70"/>
                      <a:pt x="781" y="34"/>
                      <a:pt x="585" y="19"/>
                    </a:cubicBezTo>
                    <a:cubicBezTo>
                      <a:pt x="344" y="1"/>
                      <a:pt x="160" y="12"/>
                      <a:pt x="118" y="48"/>
                    </a:cubicBezTo>
                    <a:cubicBezTo>
                      <a:pt x="114" y="52"/>
                      <a:pt x="4" y="175"/>
                      <a:pt x="18" y="268"/>
                    </a:cubicBezTo>
                    <a:cubicBezTo>
                      <a:pt x="26" y="318"/>
                      <a:pt x="42" y="364"/>
                      <a:pt x="59" y="409"/>
                    </a:cubicBezTo>
                    <a:cubicBezTo>
                      <a:pt x="73" y="450"/>
                      <a:pt x="87" y="488"/>
                      <a:pt x="91" y="522"/>
                    </a:cubicBezTo>
                    <a:cubicBezTo>
                      <a:pt x="95" y="564"/>
                      <a:pt x="125" y="625"/>
                      <a:pt x="172" y="654"/>
                    </a:cubicBezTo>
                    <a:cubicBezTo>
                      <a:pt x="201" y="672"/>
                      <a:pt x="231" y="675"/>
                      <a:pt x="261" y="665"/>
                    </a:cubicBezTo>
                    <a:cubicBezTo>
                      <a:pt x="323" y="642"/>
                      <a:pt x="382" y="679"/>
                      <a:pt x="439" y="714"/>
                    </a:cubicBezTo>
                    <a:cubicBezTo>
                      <a:pt x="468" y="732"/>
                      <a:pt x="495" y="749"/>
                      <a:pt x="523" y="758"/>
                    </a:cubicBezTo>
                    <a:cubicBezTo>
                      <a:pt x="610" y="788"/>
                      <a:pt x="689" y="771"/>
                      <a:pt x="752" y="757"/>
                    </a:cubicBezTo>
                    <a:cubicBezTo>
                      <a:pt x="763" y="754"/>
                      <a:pt x="763" y="754"/>
                      <a:pt x="763" y="754"/>
                    </a:cubicBezTo>
                    <a:cubicBezTo>
                      <a:pt x="769" y="753"/>
                      <a:pt x="775" y="752"/>
                      <a:pt x="781" y="750"/>
                    </a:cubicBezTo>
                    <a:cubicBezTo>
                      <a:pt x="812" y="743"/>
                      <a:pt x="846" y="736"/>
                      <a:pt x="880" y="73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45"/>
              <p:cNvSpPr/>
              <p:nvPr/>
            </p:nvSpPr>
            <p:spPr>
              <a:xfrm>
                <a:off x="5646176" y="1516606"/>
                <a:ext cx="2614995" cy="1501785"/>
              </a:xfrm>
              <a:custGeom>
                <a:rect b="b" l="l" r="r" t="t"/>
                <a:pathLst>
                  <a:path extrusionOk="0" h="1604" w="2794">
                    <a:moveTo>
                      <a:pt x="1338" y="1603"/>
                    </a:moveTo>
                    <a:cubicBezTo>
                      <a:pt x="1300" y="1603"/>
                      <a:pt x="1263" y="1603"/>
                      <a:pt x="1233" y="1602"/>
                    </a:cubicBezTo>
                    <a:cubicBezTo>
                      <a:pt x="1210" y="1602"/>
                      <a:pt x="1191" y="1602"/>
                      <a:pt x="1176" y="1602"/>
                    </a:cubicBezTo>
                    <a:cubicBezTo>
                      <a:pt x="1068" y="1602"/>
                      <a:pt x="988" y="1546"/>
                      <a:pt x="894" y="1457"/>
                    </a:cubicBezTo>
                    <a:cubicBezTo>
                      <a:pt x="846" y="1411"/>
                      <a:pt x="729" y="1406"/>
                      <a:pt x="616" y="1402"/>
                    </a:cubicBezTo>
                    <a:cubicBezTo>
                      <a:pt x="524" y="1398"/>
                      <a:pt x="438" y="1394"/>
                      <a:pt x="395" y="1369"/>
                    </a:cubicBezTo>
                    <a:cubicBezTo>
                      <a:pt x="307" y="1318"/>
                      <a:pt x="286" y="1244"/>
                      <a:pt x="258" y="1150"/>
                    </a:cubicBezTo>
                    <a:cubicBezTo>
                      <a:pt x="256" y="1140"/>
                      <a:pt x="253" y="1130"/>
                      <a:pt x="250" y="1120"/>
                    </a:cubicBezTo>
                    <a:cubicBezTo>
                      <a:pt x="217" y="1010"/>
                      <a:pt x="172" y="937"/>
                      <a:pt x="82" y="817"/>
                    </a:cubicBezTo>
                    <a:cubicBezTo>
                      <a:pt x="0" y="705"/>
                      <a:pt x="39" y="618"/>
                      <a:pt x="85" y="518"/>
                    </a:cubicBezTo>
                    <a:cubicBezTo>
                      <a:pt x="90" y="505"/>
                      <a:pt x="96" y="492"/>
                      <a:pt x="102" y="479"/>
                    </a:cubicBezTo>
                    <a:cubicBezTo>
                      <a:pt x="158" y="349"/>
                      <a:pt x="302" y="121"/>
                      <a:pt x="447" y="62"/>
                    </a:cubicBezTo>
                    <a:cubicBezTo>
                      <a:pt x="517" y="33"/>
                      <a:pt x="685" y="11"/>
                      <a:pt x="866" y="6"/>
                    </a:cubicBezTo>
                    <a:cubicBezTo>
                      <a:pt x="1061" y="0"/>
                      <a:pt x="1215" y="15"/>
                      <a:pt x="1277" y="46"/>
                    </a:cubicBezTo>
                    <a:cubicBezTo>
                      <a:pt x="1378" y="96"/>
                      <a:pt x="1619" y="113"/>
                      <a:pt x="1794" y="126"/>
                    </a:cubicBezTo>
                    <a:cubicBezTo>
                      <a:pt x="1852" y="130"/>
                      <a:pt x="1903" y="134"/>
                      <a:pt x="1936" y="138"/>
                    </a:cubicBezTo>
                    <a:cubicBezTo>
                      <a:pt x="2068" y="154"/>
                      <a:pt x="2485" y="293"/>
                      <a:pt x="2565" y="410"/>
                    </a:cubicBezTo>
                    <a:cubicBezTo>
                      <a:pt x="2643" y="523"/>
                      <a:pt x="2777" y="733"/>
                      <a:pt x="2786" y="803"/>
                    </a:cubicBezTo>
                    <a:cubicBezTo>
                      <a:pt x="2794" y="872"/>
                      <a:pt x="2706" y="1081"/>
                      <a:pt x="2612" y="1117"/>
                    </a:cubicBezTo>
                    <a:cubicBezTo>
                      <a:pt x="2571" y="1134"/>
                      <a:pt x="2530" y="1162"/>
                      <a:pt x="2487" y="1192"/>
                    </a:cubicBezTo>
                    <a:cubicBezTo>
                      <a:pt x="2434" y="1229"/>
                      <a:pt x="2380" y="1267"/>
                      <a:pt x="2316" y="1289"/>
                    </a:cubicBezTo>
                    <a:cubicBezTo>
                      <a:pt x="2240" y="1316"/>
                      <a:pt x="2153" y="1306"/>
                      <a:pt x="2076" y="1297"/>
                    </a:cubicBezTo>
                    <a:cubicBezTo>
                      <a:pt x="2037" y="1292"/>
                      <a:pt x="1999" y="1288"/>
                      <a:pt x="1968" y="1290"/>
                    </a:cubicBezTo>
                    <a:cubicBezTo>
                      <a:pt x="1897" y="1293"/>
                      <a:pt x="1810" y="1406"/>
                      <a:pt x="1745" y="1489"/>
                    </a:cubicBezTo>
                    <a:cubicBezTo>
                      <a:pt x="1727" y="1513"/>
                      <a:pt x="1711" y="1534"/>
                      <a:pt x="1697" y="1549"/>
                    </a:cubicBezTo>
                    <a:cubicBezTo>
                      <a:pt x="1656" y="1596"/>
                      <a:pt x="1481" y="1603"/>
                      <a:pt x="1338" y="1603"/>
                    </a:cubicBezTo>
                    <a:close/>
                    <a:moveTo>
                      <a:pt x="946" y="8"/>
                    </a:moveTo>
                    <a:cubicBezTo>
                      <a:pt x="920" y="8"/>
                      <a:pt x="894" y="9"/>
                      <a:pt x="866" y="10"/>
                    </a:cubicBezTo>
                    <a:cubicBezTo>
                      <a:pt x="686" y="15"/>
                      <a:pt x="518" y="37"/>
                      <a:pt x="448" y="65"/>
                    </a:cubicBezTo>
                    <a:cubicBezTo>
                      <a:pt x="304" y="124"/>
                      <a:pt x="162" y="351"/>
                      <a:pt x="106" y="480"/>
                    </a:cubicBezTo>
                    <a:cubicBezTo>
                      <a:pt x="100" y="494"/>
                      <a:pt x="94" y="507"/>
                      <a:pt x="88" y="519"/>
                    </a:cubicBezTo>
                    <a:cubicBezTo>
                      <a:pt x="41" y="623"/>
                      <a:pt x="4" y="705"/>
                      <a:pt x="85" y="814"/>
                    </a:cubicBezTo>
                    <a:cubicBezTo>
                      <a:pt x="175" y="935"/>
                      <a:pt x="221" y="1008"/>
                      <a:pt x="254" y="1119"/>
                    </a:cubicBezTo>
                    <a:cubicBezTo>
                      <a:pt x="257" y="1129"/>
                      <a:pt x="259" y="1139"/>
                      <a:pt x="262" y="1149"/>
                    </a:cubicBezTo>
                    <a:cubicBezTo>
                      <a:pt x="289" y="1242"/>
                      <a:pt x="310" y="1315"/>
                      <a:pt x="397" y="1366"/>
                    </a:cubicBezTo>
                    <a:cubicBezTo>
                      <a:pt x="439" y="1391"/>
                      <a:pt x="525" y="1394"/>
                      <a:pt x="616" y="1398"/>
                    </a:cubicBezTo>
                    <a:cubicBezTo>
                      <a:pt x="730" y="1402"/>
                      <a:pt x="848" y="1407"/>
                      <a:pt x="897" y="1454"/>
                    </a:cubicBezTo>
                    <a:cubicBezTo>
                      <a:pt x="990" y="1543"/>
                      <a:pt x="1069" y="1598"/>
                      <a:pt x="1176" y="1598"/>
                    </a:cubicBezTo>
                    <a:cubicBezTo>
                      <a:pt x="1191" y="1598"/>
                      <a:pt x="1210" y="1598"/>
                      <a:pt x="1233" y="1598"/>
                    </a:cubicBezTo>
                    <a:cubicBezTo>
                      <a:pt x="1376" y="1600"/>
                      <a:pt x="1643" y="1604"/>
                      <a:pt x="1694" y="1546"/>
                    </a:cubicBezTo>
                    <a:cubicBezTo>
                      <a:pt x="1708" y="1531"/>
                      <a:pt x="1724" y="1510"/>
                      <a:pt x="1742" y="1486"/>
                    </a:cubicBezTo>
                    <a:cubicBezTo>
                      <a:pt x="1807" y="1403"/>
                      <a:pt x="1895" y="1289"/>
                      <a:pt x="1968" y="1286"/>
                    </a:cubicBezTo>
                    <a:cubicBezTo>
                      <a:pt x="1999" y="1284"/>
                      <a:pt x="2037" y="1288"/>
                      <a:pt x="2077" y="1293"/>
                    </a:cubicBezTo>
                    <a:cubicBezTo>
                      <a:pt x="2153" y="1302"/>
                      <a:pt x="2239" y="1312"/>
                      <a:pt x="2315" y="1286"/>
                    </a:cubicBezTo>
                    <a:cubicBezTo>
                      <a:pt x="2378" y="1264"/>
                      <a:pt x="2432" y="1226"/>
                      <a:pt x="2485" y="1189"/>
                    </a:cubicBezTo>
                    <a:cubicBezTo>
                      <a:pt x="2528" y="1159"/>
                      <a:pt x="2569" y="1130"/>
                      <a:pt x="2611" y="1114"/>
                    </a:cubicBezTo>
                    <a:cubicBezTo>
                      <a:pt x="2703" y="1078"/>
                      <a:pt x="2790" y="871"/>
                      <a:pt x="2782" y="804"/>
                    </a:cubicBezTo>
                    <a:cubicBezTo>
                      <a:pt x="2774" y="735"/>
                      <a:pt x="2634" y="518"/>
                      <a:pt x="2562" y="413"/>
                    </a:cubicBezTo>
                    <a:cubicBezTo>
                      <a:pt x="2482" y="296"/>
                      <a:pt x="2067" y="157"/>
                      <a:pt x="1935" y="142"/>
                    </a:cubicBezTo>
                    <a:cubicBezTo>
                      <a:pt x="1902" y="137"/>
                      <a:pt x="1852" y="134"/>
                      <a:pt x="1794" y="130"/>
                    </a:cubicBezTo>
                    <a:cubicBezTo>
                      <a:pt x="1618" y="117"/>
                      <a:pt x="1377" y="100"/>
                      <a:pt x="1275" y="49"/>
                    </a:cubicBezTo>
                    <a:cubicBezTo>
                      <a:pt x="1222" y="23"/>
                      <a:pt x="1102" y="8"/>
                      <a:pt x="946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45"/>
              <p:cNvSpPr/>
              <p:nvPr/>
            </p:nvSpPr>
            <p:spPr>
              <a:xfrm>
                <a:off x="5196489" y="1854046"/>
                <a:ext cx="1387419" cy="2715155"/>
              </a:xfrm>
              <a:custGeom>
                <a:rect b="b" l="l" r="r" t="t"/>
                <a:pathLst>
                  <a:path extrusionOk="0" h="2901" w="1482">
                    <a:moveTo>
                      <a:pt x="1102" y="2867"/>
                    </a:moveTo>
                    <a:cubicBezTo>
                      <a:pt x="927" y="2867"/>
                      <a:pt x="566" y="2757"/>
                      <a:pt x="337" y="2688"/>
                    </a:cubicBezTo>
                    <a:cubicBezTo>
                      <a:pt x="267" y="2667"/>
                      <a:pt x="212" y="2650"/>
                      <a:pt x="179" y="2641"/>
                    </a:cubicBezTo>
                    <a:cubicBezTo>
                      <a:pt x="93" y="2619"/>
                      <a:pt x="50" y="2439"/>
                      <a:pt x="29" y="2292"/>
                    </a:cubicBezTo>
                    <a:cubicBezTo>
                      <a:pt x="2" y="2107"/>
                      <a:pt x="0" y="1918"/>
                      <a:pt x="6" y="1835"/>
                    </a:cubicBezTo>
                    <a:cubicBezTo>
                      <a:pt x="9" y="1786"/>
                      <a:pt x="23" y="1692"/>
                      <a:pt x="40" y="1574"/>
                    </a:cubicBezTo>
                    <a:cubicBezTo>
                      <a:pt x="88" y="1256"/>
                      <a:pt x="159" y="775"/>
                      <a:pt x="110" y="556"/>
                    </a:cubicBezTo>
                    <a:cubicBezTo>
                      <a:pt x="75" y="402"/>
                      <a:pt x="52" y="203"/>
                      <a:pt x="94" y="103"/>
                    </a:cubicBezTo>
                    <a:cubicBezTo>
                      <a:pt x="120" y="39"/>
                      <a:pt x="169" y="0"/>
                      <a:pt x="223" y="0"/>
                    </a:cubicBezTo>
                    <a:cubicBezTo>
                      <a:pt x="223" y="0"/>
                      <a:pt x="223" y="0"/>
                      <a:pt x="223" y="0"/>
                    </a:cubicBezTo>
                    <a:cubicBezTo>
                      <a:pt x="278" y="0"/>
                      <a:pt x="326" y="38"/>
                      <a:pt x="354" y="103"/>
                    </a:cubicBezTo>
                    <a:cubicBezTo>
                      <a:pt x="354" y="103"/>
                      <a:pt x="354" y="103"/>
                      <a:pt x="354" y="103"/>
                    </a:cubicBezTo>
                    <a:cubicBezTo>
                      <a:pt x="354" y="105"/>
                      <a:pt x="402" y="260"/>
                      <a:pt x="414" y="347"/>
                    </a:cubicBezTo>
                    <a:cubicBezTo>
                      <a:pt x="426" y="434"/>
                      <a:pt x="422" y="470"/>
                      <a:pt x="410" y="544"/>
                    </a:cubicBezTo>
                    <a:cubicBezTo>
                      <a:pt x="408" y="553"/>
                      <a:pt x="408" y="553"/>
                      <a:pt x="408" y="553"/>
                    </a:cubicBezTo>
                    <a:cubicBezTo>
                      <a:pt x="396" y="623"/>
                      <a:pt x="383" y="702"/>
                      <a:pt x="413" y="759"/>
                    </a:cubicBezTo>
                    <a:cubicBezTo>
                      <a:pt x="426" y="782"/>
                      <a:pt x="448" y="806"/>
                      <a:pt x="475" y="833"/>
                    </a:cubicBezTo>
                    <a:cubicBezTo>
                      <a:pt x="517" y="878"/>
                      <a:pt x="565" y="928"/>
                      <a:pt x="590" y="995"/>
                    </a:cubicBezTo>
                    <a:cubicBezTo>
                      <a:pt x="602" y="1027"/>
                      <a:pt x="611" y="1063"/>
                      <a:pt x="620" y="1097"/>
                    </a:cubicBezTo>
                    <a:cubicBezTo>
                      <a:pt x="642" y="1177"/>
                      <a:pt x="662" y="1252"/>
                      <a:pt x="709" y="1274"/>
                    </a:cubicBezTo>
                    <a:cubicBezTo>
                      <a:pt x="745" y="1291"/>
                      <a:pt x="792" y="1300"/>
                      <a:pt x="838" y="1309"/>
                    </a:cubicBezTo>
                    <a:cubicBezTo>
                      <a:pt x="875" y="1316"/>
                      <a:pt x="911" y="1323"/>
                      <a:pt x="937" y="1334"/>
                    </a:cubicBezTo>
                    <a:cubicBezTo>
                      <a:pt x="952" y="1340"/>
                      <a:pt x="963" y="1354"/>
                      <a:pt x="971" y="1375"/>
                    </a:cubicBezTo>
                    <a:cubicBezTo>
                      <a:pt x="988" y="1424"/>
                      <a:pt x="975" y="1499"/>
                      <a:pt x="953" y="1540"/>
                    </a:cubicBezTo>
                    <a:cubicBezTo>
                      <a:pt x="946" y="1555"/>
                      <a:pt x="934" y="1573"/>
                      <a:pt x="920" y="1594"/>
                    </a:cubicBezTo>
                    <a:cubicBezTo>
                      <a:pt x="880" y="1656"/>
                      <a:pt x="825" y="1741"/>
                      <a:pt x="834" y="1803"/>
                    </a:cubicBezTo>
                    <a:cubicBezTo>
                      <a:pt x="845" y="1884"/>
                      <a:pt x="946" y="2069"/>
                      <a:pt x="1021" y="2102"/>
                    </a:cubicBezTo>
                    <a:cubicBezTo>
                      <a:pt x="1039" y="2110"/>
                      <a:pt x="1063" y="2119"/>
                      <a:pt x="1089" y="2129"/>
                    </a:cubicBezTo>
                    <a:cubicBezTo>
                      <a:pt x="1169" y="2160"/>
                      <a:pt x="1268" y="2199"/>
                      <a:pt x="1313" y="2238"/>
                    </a:cubicBezTo>
                    <a:cubicBezTo>
                      <a:pt x="1390" y="2305"/>
                      <a:pt x="1438" y="2381"/>
                      <a:pt x="1458" y="2471"/>
                    </a:cubicBezTo>
                    <a:cubicBezTo>
                      <a:pt x="1482" y="2582"/>
                      <a:pt x="1322" y="2798"/>
                      <a:pt x="1172" y="2857"/>
                    </a:cubicBezTo>
                    <a:cubicBezTo>
                      <a:pt x="1155" y="2864"/>
                      <a:pt x="1131" y="2867"/>
                      <a:pt x="1102" y="2867"/>
                    </a:cubicBezTo>
                    <a:close/>
                    <a:moveTo>
                      <a:pt x="223" y="4"/>
                    </a:moveTo>
                    <a:cubicBezTo>
                      <a:pt x="223" y="4"/>
                      <a:pt x="223" y="4"/>
                      <a:pt x="223" y="4"/>
                    </a:cubicBezTo>
                    <a:cubicBezTo>
                      <a:pt x="170" y="4"/>
                      <a:pt x="123" y="42"/>
                      <a:pt x="98" y="104"/>
                    </a:cubicBezTo>
                    <a:cubicBezTo>
                      <a:pt x="57" y="203"/>
                      <a:pt x="79" y="402"/>
                      <a:pt x="114" y="555"/>
                    </a:cubicBezTo>
                    <a:cubicBezTo>
                      <a:pt x="163" y="775"/>
                      <a:pt x="92" y="1256"/>
                      <a:pt x="44" y="1575"/>
                    </a:cubicBezTo>
                    <a:cubicBezTo>
                      <a:pt x="27" y="1693"/>
                      <a:pt x="13" y="1786"/>
                      <a:pt x="10" y="1836"/>
                    </a:cubicBezTo>
                    <a:cubicBezTo>
                      <a:pt x="4" y="1918"/>
                      <a:pt x="6" y="2107"/>
                      <a:pt x="33" y="2291"/>
                    </a:cubicBezTo>
                    <a:cubicBezTo>
                      <a:pt x="54" y="2437"/>
                      <a:pt x="97" y="2616"/>
                      <a:pt x="180" y="2638"/>
                    </a:cubicBezTo>
                    <a:cubicBezTo>
                      <a:pt x="213" y="2646"/>
                      <a:pt x="268" y="2663"/>
                      <a:pt x="338" y="2684"/>
                    </a:cubicBezTo>
                    <a:cubicBezTo>
                      <a:pt x="605" y="2765"/>
                      <a:pt x="1051" y="2901"/>
                      <a:pt x="1171" y="2854"/>
                    </a:cubicBezTo>
                    <a:cubicBezTo>
                      <a:pt x="1319" y="2795"/>
                      <a:pt x="1478" y="2581"/>
                      <a:pt x="1454" y="2472"/>
                    </a:cubicBezTo>
                    <a:cubicBezTo>
                      <a:pt x="1434" y="2383"/>
                      <a:pt x="1387" y="2308"/>
                      <a:pt x="1310" y="2241"/>
                    </a:cubicBezTo>
                    <a:cubicBezTo>
                      <a:pt x="1266" y="2202"/>
                      <a:pt x="1167" y="2164"/>
                      <a:pt x="1087" y="2133"/>
                    </a:cubicBezTo>
                    <a:cubicBezTo>
                      <a:pt x="1062" y="2123"/>
                      <a:pt x="1037" y="2113"/>
                      <a:pt x="1019" y="2105"/>
                    </a:cubicBezTo>
                    <a:cubicBezTo>
                      <a:pt x="943" y="2073"/>
                      <a:pt x="841" y="1886"/>
                      <a:pt x="830" y="1804"/>
                    </a:cubicBezTo>
                    <a:cubicBezTo>
                      <a:pt x="821" y="1740"/>
                      <a:pt x="876" y="1654"/>
                      <a:pt x="917" y="1592"/>
                    </a:cubicBezTo>
                    <a:cubicBezTo>
                      <a:pt x="930" y="1571"/>
                      <a:pt x="942" y="1553"/>
                      <a:pt x="950" y="1539"/>
                    </a:cubicBezTo>
                    <a:cubicBezTo>
                      <a:pt x="971" y="1498"/>
                      <a:pt x="984" y="1425"/>
                      <a:pt x="967" y="1376"/>
                    </a:cubicBezTo>
                    <a:cubicBezTo>
                      <a:pt x="960" y="1356"/>
                      <a:pt x="949" y="1344"/>
                      <a:pt x="935" y="1337"/>
                    </a:cubicBezTo>
                    <a:cubicBezTo>
                      <a:pt x="910" y="1327"/>
                      <a:pt x="874" y="1320"/>
                      <a:pt x="837" y="1313"/>
                    </a:cubicBezTo>
                    <a:cubicBezTo>
                      <a:pt x="791" y="1304"/>
                      <a:pt x="744" y="1295"/>
                      <a:pt x="707" y="1277"/>
                    </a:cubicBezTo>
                    <a:cubicBezTo>
                      <a:pt x="658" y="1255"/>
                      <a:pt x="638" y="1179"/>
                      <a:pt x="617" y="1098"/>
                    </a:cubicBezTo>
                    <a:cubicBezTo>
                      <a:pt x="607" y="1064"/>
                      <a:pt x="598" y="1029"/>
                      <a:pt x="586" y="996"/>
                    </a:cubicBezTo>
                    <a:cubicBezTo>
                      <a:pt x="561" y="930"/>
                      <a:pt x="514" y="880"/>
                      <a:pt x="472" y="836"/>
                    </a:cubicBezTo>
                    <a:cubicBezTo>
                      <a:pt x="445" y="808"/>
                      <a:pt x="422" y="784"/>
                      <a:pt x="410" y="760"/>
                    </a:cubicBezTo>
                    <a:cubicBezTo>
                      <a:pt x="379" y="702"/>
                      <a:pt x="392" y="623"/>
                      <a:pt x="404" y="553"/>
                    </a:cubicBezTo>
                    <a:cubicBezTo>
                      <a:pt x="406" y="543"/>
                      <a:pt x="406" y="543"/>
                      <a:pt x="406" y="543"/>
                    </a:cubicBezTo>
                    <a:cubicBezTo>
                      <a:pt x="418" y="470"/>
                      <a:pt x="421" y="434"/>
                      <a:pt x="410" y="348"/>
                    </a:cubicBezTo>
                    <a:cubicBezTo>
                      <a:pt x="398" y="262"/>
                      <a:pt x="351" y="109"/>
                      <a:pt x="350" y="104"/>
                    </a:cubicBezTo>
                    <a:cubicBezTo>
                      <a:pt x="323" y="42"/>
                      <a:pt x="276" y="4"/>
                      <a:pt x="223" y="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45"/>
              <p:cNvSpPr/>
              <p:nvPr/>
            </p:nvSpPr>
            <p:spPr>
              <a:xfrm>
                <a:off x="6269200" y="3164025"/>
                <a:ext cx="1121729" cy="936307"/>
              </a:xfrm>
              <a:custGeom>
                <a:rect b="b" l="l" r="r" t="t"/>
                <a:pathLst>
                  <a:path extrusionOk="0" h="1000" w="1198">
                    <a:moveTo>
                      <a:pt x="495" y="994"/>
                    </a:moveTo>
                    <a:cubicBezTo>
                      <a:pt x="471" y="994"/>
                      <a:pt x="451" y="989"/>
                      <a:pt x="435" y="984"/>
                    </a:cubicBezTo>
                    <a:cubicBezTo>
                      <a:pt x="402" y="971"/>
                      <a:pt x="376" y="947"/>
                      <a:pt x="366" y="920"/>
                    </a:cubicBezTo>
                    <a:cubicBezTo>
                      <a:pt x="361" y="906"/>
                      <a:pt x="354" y="882"/>
                      <a:pt x="345" y="852"/>
                    </a:cubicBezTo>
                    <a:cubicBezTo>
                      <a:pt x="319" y="759"/>
                      <a:pt x="279" y="618"/>
                      <a:pt x="230" y="567"/>
                    </a:cubicBezTo>
                    <a:cubicBezTo>
                      <a:pt x="228" y="565"/>
                      <a:pt x="168" y="511"/>
                      <a:pt x="103" y="474"/>
                    </a:cubicBezTo>
                    <a:cubicBezTo>
                      <a:pt x="50" y="445"/>
                      <a:pt x="0" y="375"/>
                      <a:pt x="5" y="285"/>
                    </a:cubicBezTo>
                    <a:cubicBezTo>
                      <a:pt x="10" y="198"/>
                      <a:pt x="150" y="61"/>
                      <a:pt x="214" y="63"/>
                    </a:cubicBezTo>
                    <a:cubicBezTo>
                      <a:pt x="232" y="64"/>
                      <a:pt x="261" y="69"/>
                      <a:pt x="295" y="75"/>
                    </a:cubicBezTo>
                    <a:cubicBezTo>
                      <a:pt x="386" y="92"/>
                      <a:pt x="511" y="114"/>
                      <a:pt x="589" y="84"/>
                    </a:cubicBezTo>
                    <a:cubicBezTo>
                      <a:pt x="655" y="58"/>
                      <a:pt x="817" y="0"/>
                      <a:pt x="875" y="12"/>
                    </a:cubicBezTo>
                    <a:cubicBezTo>
                      <a:pt x="926" y="22"/>
                      <a:pt x="972" y="52"/>
                      <a:pt x="987" y="85"/>
                    </a:cubicBezTo>
                    <a:cubicBezTo>
                      <a:pt x="993" y="98"/>
                      <a:pt x="988" y="119"/>
                      <a:pt x="984" y="143"/>
                    </a:cubicBezTo>
                    <a:cubicBezTo>
                      <a:pt x="977" y="179"/>
                      <a:pt x="968" y="223"/>
                      <a:pt x="987" y="263"/>
                    </a:cubicBezTo>
                    <a:cubicBezTo>
                      <a:pt x="1009" y="309"/>
                      <a:pt x="1056" y="401"/>
                      <a:pt x="1077" y="424"/>
                    </a:cubicBezTo>
                    <a:cubicBezTo>
                      <a:pt x="1106" y="455"/>
                      <a:pt x="1170" y="567"/>
                      <a:pt x="1176" y="624"/>
                    </a:cubicBezTo>
                    <a:cubicBezTo>
                      <a:pt x="1176" y="628"/>
                      <a:pt x="1176" y="628"/>
                      <a:pt x="1176" y="628"/>
                    </a:cubicBezTo>
                    <a:cubicBezTo>
                      <a:pt x="1183" y="686"/>
                      <a:pt x="1198" y="821"/>
                      <a:pt x="1060" y="889"/>
                    </a:cubicBezTo>
                    <a:cubicBezTo>
                      <a:pt x="995" y="921"/>
                      <a:pt x="936" y="916"/>
                      <a:pt x="874" y="912"/>
                    </a:cubicBezTo>
                    <a:cubicBezTo>
                      <a:pt x="804" y="906"/>
                      <a:pt x="732" y="901"/>
                      <a:pt x="646" y="948"/>
                    </a:cubicBezTo>
                    <a:cubicBezTo>
                      <a:pt x="584" y="983"/>
                      <a:pt x="533" y="994"/>
                      <a:pt x="495" y="994"/>
                    </a:cubicBezTo>
                    <a:close/>
                    <a:moveTo>
                      <a:pt x="212" y="67"/>
                    </a:moveTo>
                    <a:cubicBezTo>
                      <a:pt x="149" y="67"/>
                      <a:pt x="14" y="200"/>
                      <a:pt x="9" y="285"/>
                    </a:cubicBezTo>
                    <a:cubicBezTo>
                      <a:pt x="4" y="373"/>
                      <a:pt x="53" y="442"/>
                      <a:pt x="105" y="471"/>
                    </a:cubicBezTo>
                    <a:cubicBezTo>
                      <a:pt x="172" y="508"/>
                      <a:pt x="232" y="563"/>
                      <a:pt x="232" y="564"/>
                    </a:cubicBezTo>
                    <a:cubicBezTo>
                      <a:pt x="232" y="564"/>
                      <a:pt x="232" y="564"/>
                      <a:pt x="232" y="564"/>
                    </a:cubicBezTo>
                    <a:cubicBezTo>
                      <a:pt x="282" y="616"/>
                      <a:pt x="323" y="758"/>
                      <a:pt x="349" y="851"/>
                    </a:cubicBezTo>
                    <a:cubicBezTo>
                      <a:pt x="358" y="881"/>
                      <a:pt x="364" y="905"/>
                      <a:pt x="370" y="918"/>
                    </a:cubicBezTo>
                    <a:cubicBezTo>
                      <a:pt x="379" y="945"/>
                      <a:pt x="405" y="968"/>
                      <a:pt x="437" y="980"/>
                    </a:cubicBezTo>
                    <a:cubicBezTo>
                      <a:pt x="476" y="994"/>
                      <a:pt x="544" y="1000"/>
                      <a:pt x="644" y="945"/>
                    </a:cubicBezTo>
                    <a:cubicBezTo>
                      <a:pt x="731" y="897"/>
                      <a:pt x="804" y="902"/>
                      <a:pt x="874" y="908"/>
                    </a:cubicBezTo>
                    <a:cubicBezTo>
                      <a:pt x="936" y="912"/>
                      <a:pt x="994" y="917"/>
                      <a:pt x="1059" y="885"/>
                    </a:cubicBezTo>
                    <a:cubicBezTo>
                      <a:pt x="1193" y="819"/>
                      <a:pt x="1179" y="685"/>
                      <a:pt x="1172" y="628"/>
                    </a:cubicBezTo>
                    <a:cubicBezTo>
                      <a:pt x="1172" y="624"/>
                      <a:pt x="1172" y="624"/>
                      <a:pt x="1172" y="624"/>
                    </a:cubicBezTo>
                    <a:cubicBezTo>
                      <a:pt x="1166" y="568"/>
                      <a:pt x="1103" y="457"/>
                      <a:pt x="1074" y="427"/>
                    </a:cubicBezTo>
                    <a:cubicBezTo>
                      <a:pt x="1053" y="404"/>
                      <a:pt x="1006" y="311"/>
                      <a:pt x="984" y="265"/>
                    </a:cubicBezTo>
                    <a:cubicBezTo>
                      <a:pt x="964" y="223"/>
                      <a:pt x="973" y="178"/>
                      <a:pt x="980" y="142"/>
                    </a:cubicBezTo>
                    <a:cubicBezTo>
                      <a:pt x="984" y="119"/>
                      <a:pt x="988" y="99"/>
                      <a:pt x="983" y="86"/>
                    </a:cubicBezTo>
                    <a:cubicBezTo>
                      <a:pt x="969" y="55"/>
                      <a:pt x="923" y="26"/>
                      <a:pt x="874" y="16"/>
                    </a:cubicBezTo>
                    <a:cubicBezTo>
                      <a:pt x="817" y="4"/>
                      <a:pt x="657" y="62"/>
                      <a:pt x="590" y="88"/>
                    </a:cubicBezTo>
                    <a:cubicBezTo>
                      <a:pt x="511" y="118"/>
                      <a:pt x="386" y="96"/>
                      <a:pt x="294" y="79"/>
                    </a:cubicBezTo>
                    <a:cubicBezTo>
                      <a:pt x="261" y="73"/>
                      <a:pt x="232" y="68"/>
                      <a:pt x="214" y="67"/>
                    </a:cubicBezTo>
                    <a:cubicBezTo>
                      <a:pt x="213" y="67"/>
                      <a:pt x="213" y="67"/>
                      <a:pt x="212" y="6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45"/>
              <p:cNvSpPr/>
              <p:nvPr/>
            </p:nvSpPr>
            <p:spPr>
              <a:xfrm>
                <a:off x="6255703" y="1937873"/>
                <a:ext cx="929919" cy="467443"/>
              </a:xfrm>
              <a:custGeom>
                <a:rect b="b" l="l" r="r" t="t"/>
                <a:pathLst>
                  <a:path extrusionOk="0" h="499" w="994">
                    <a:moveTo>
                      <a:pt x="546" y="494"/>
                    </a:moveTo>
                    <a:cubicBezTo>
                      <a:pt x="532" y="494"/>
                      <a:pt x="518" y="492"/>
                      <a:pt x="504" y="487"/>
                    </a:cubicBezTo>
                    <a:cubicBezTo>
                      <a:pt x="434" y="464"/>
                      <a:pt x="259" y="447"/>
                      <a:pt x="169" y="456"/>
                    </a:cubicBezTo>
                    <a:cubicBezTo>
                      <a:pt x="108" y="461"/>
                      <a:pt x="96" y="422"/>
                      <a:pt x="79" y="372"/>
                    </a:cubicBezTo>
                    <a:cubicBezTo>
                      <a:pt x="72" y="348"/>
                      <a:pt x="63" y="321"/>
                      <a:pt x="47" y="295"/>
                    </a:cubicBezTo>
                    <a:cubicBezTo>
                      <a:pt x="0" y="216"/>
                      <a:pt x="35" y="113"/>
                      <a:pt x="43" y="93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78" y="0"/>
                      <a:pt x="159" y="25"/>
                      <a:pt x="230" y="48"/>
                    </a:cubicBezTo>
                    <a:cubicBezTo>
                      <a:pt x="250" y="54"/>
                      <a:pt x="268" y="60"/>
                      <a:pt x="285" y="64"/>
                    </a:cubicBezTo>
                    <a:cubicBezTo>
                      <a:pt x="338" y="74"/>
                      <a:pt x="437" y="74"/>
                      <a:pt x="524" y="74"/>
                    </a:cubicBezTo>
                    <a:cubicBezTo>
                      <a:pt x="567" y="74"/>
                      <a:pt x="607" y="74"/>
                      <a:pt x="637" y="76"/>
                    </a:cubicBezTo>
                    <a:cubicBezTo>
                      <a:pt x="756" y="81"/>
                      <a:pt x="848" y="105"/>
                      <a:pt x="910" y="148"/>
                    </a:cubicBezTo>
                    <a:cubicBezTo>
                      <a:pt x="987" y="200"/>
                      <a:pt x="994" y="347"/>
                      <a:pt x="958" y="414"/>
                    </a:cubicBezTo>
                    <a:cubicBezTo>
                      <a:pt x="935" y="458"/>
                      <a:pt x="888" y="454"/>
                      <a:pt x="834" y="448"/>
                    </a:cubicBezTo>
                    <a:cubicBezTo>
                      <a:pt x="802" y="445"/>
                      <a:pt x="767" y="442"/>
                      <a:pt x="733" y="448"/>
                    </a:cubicBezTo>
                    <a:cubicBezTo>
                      <a:pt x="700" y="453"/>
                      <a:pt x="672" y="463"/>
                      <a:pt x="644" y="472"/>
                    </a:cubicBezTo>
                    <a:cubicBezTo>
                      <a:pt x="609" y="484"/>
                      <a:pt x="578" y="494"/>
                      <a:pt x="546" y="494"/>
                    </a:cubicBezTo>
                    <a:close/>
                    <a:moveTo>
                      <a:pt x="223" y="449"/>
                    </a:moveTo>
                    <a:cubicBezTo>
                      <a:pt x="317" y="449"/>
                      <a:pt x="447" y="464"/>
                      <a:pt x="505" y="484"/>
                    </a:cubicBezTo>
                    <a:cubicBezTo>
                      <a:pt x="551" y="499"/>
                      <a:pt x="594" y="485"/>
                      <a:pt x="643" y="468"/>
                    </a:cubicBezTo>
                    <a:cubicBezTo>
                      <a:pt x="671" y="459"/>
                      <a:pt x="699" y="449"/>
                      <a:pt x="732" y="444"/>
                    </a:cubicBezTo>
                    <a:cubicBezTo>
                      <a:pt x="767" y="438"/>
                      <a:pt x="803" y="441"/>
                      <a:pt x="834" y="444"/>
                    </a:cubicBezTo>
                    <a:cubicBezTo>
                      <a:pt x="887" y="450"/>
                      <a:pt x="933" y="454"/>
                      <a:pt x="955" y="413"/>
                    </a:cubicBezTo>
                    <a:cubicBezTo>
                      <a:pt x="990" y="346"/>
                      <a:pt x="983" y="203"/>
                      <a:pt x="908" y="151"/>
                    </a:cubicBezTo>
                    <a:cubicBezTo>
                      <a:pt x="846" y="109"/>
                      <a:pt x="755" y="85"/>
                      <a:pt x="637" y="80"/>
                    </a:cubicBezTo>
                    <a:cubicBezTo>
                      <a:pt x="607" y="78"/>
                      <a:pt x="567" y="78"/>
                      <a:pt x="524" y="78"/>
                    </a:cubicBezTo>
                    <a:cubicBezTo>
                      <a:pt x="437" y="78"/>
                      <a:pt x="338" y="78"/>
                      <a:pt x="284" y="67"/>
                    </a:cubicBezTo>
                    <a:cubicBezTo>
                      <a:pt x="267" y="64"/>
                      <a:pt x="249" y="58"/>
                      <a:pt x="229" y="52"/>
                    </a:cubicBezTo>
                    <a:cubicBezTo>
                      <a:pt x="160" y="30"/>
                      <a:pt x="81" y="5"/>
                      <a:pt x="47" y="94"/>
                    </a:cubicBezTo>
                    <a:cubicBezTo>
                      <a:pt x="47" y="94"/>
                      <a:pt x="47" y="94"/>
                      <a:pt x="47" y="94"/>
                    </a:cubicBezTo>
                    <a:cubicBezTo>
                      <a:pt x="39" y="114"/>
                      <a:pt x="4" y="216"/>
                      <a:pt x="50" y="293"/>
                    </a:cubicBezTo>
                    <a:cubicBezTo>
                      <a:pt x="66" y="319"/>
                      <a:pt x="75" y="347"/>
                      <a:pt x="83" y="371"/>
                    </a:cubicBezTo>
                    <a:cubicBezTo>
                      <a:pt x="99" y="421"/>
                      <a:pt x="111" y="457"/>
                      <a:pt x="169" y="452"/>
                    </a:cubicBezTo>
                    <a:cubicBezTo>
                      <a:pt x="184" y="450"/>
                      <a:pt x="203" y="449"/>
                      <a:pt x="223" y="44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45"/>
              <p:cNvSpPr/>
              <p:nvPr/>
            </p:nvSpPr>
            <p:spPr>
              <a:xfrm>
                <a:off x="6537733" y="3354412"/>
                <a:ext cx="636523" cy="552691"/>
              </a:xfrm>
              <a:custGeom>
                <a:rect b="b" l="l" r="r" t="t"/>
                <a:pathLst>
                  <a:path extrusionOk="0" h="591" w="680">
                    <a:moveTo>
                      <a:pt x="334" y="589"/>
                    </a:moveTo>
                    <a:cubicBezTo>
                      <a:pt x="315" y="589"/>
                      <a:pt x="296" y="586"/>
                      <a:pt x="278" y="580"/>
                    </a:cubicBezTo>
                    <a:cubicBezTo>
                      <a:pt x="246" y="570"/>
                      <a:pt x="223" y="553"/>
                      <a:pt x="213" y="533"/>
                    </a:cubicBezTo>
                    <a:cubicBezTo>
                      <a:pt x="187" y="482"/>
                      <a:pt x="165" y="398"/>
                      <a:pt x="161" y="341"/>
                    </a:cubicBezTo>
                    <a:cubicBezTo>
                      <a:pt x="158" y="305"/>
                      <a:pt x="122" y="273"/>
                      <a:pt x="84" y="239"/>
                    </a:cubicBezTo>
                    <a:cubicBezTo>
                      <a:pt x="59" y="217"/>
                      <a:pt x="33" y="194"/>
                      <a:pt x="17" y="170"/>
                    </a:cubicBezTo>
                    <a:cubicBezTo>
                      <a:pt x="3" y="148"/>
                      <a:pt x="0" y="123"/>
                      <a:pt x="9" y="99"/>
                    </a:cubicBezTo>
                    <a:cubicBezTo>
                      <a:pt x="22" y="64"/>
                      <a:pt x="56" y="38"/>
                      <a:pt x="82" y="31"/>
                    </a:cubicBezTo>
                    <a:cubicBezTo>
                      <a:pt x="102" y="25"/>
                      <a:pt x="136" y="32"/>
                      <a:pt x="176" y="40"/>
                    </a:cubicBezTo>
                    <a:cubicBezTo>
                      <a:pt x="223" y="49"/>
                      <a:pt x="277" y="59"/>
                      <a:pt x="318" y="51"/>
                    </a:cubicBezTo>
                    <a:cubicBezTo>
                      <a:pt x="355" y="43"/>
                      <a:pt x="387" y="32"/>
                      <a:pt x="415" y="23"/>
                    </a:cubicBezTo>
                    <a:cubicBezTo>
                      <a:pt x="445" y="13"/>
                      <a:pt x="471" y="5"/>
                      <a:pt x="495" y="3"/>
                    </a:cubicBezTo>
                    <a:cubicBezTo>
                      <a:pt x="524" y="0"/>
                      <a:pt x="549" y="46"/>
                      <a:pt x="578" y="100"/>
                    </a:cubicBezTo>
                    <a:cubicBezTo>
                      <a:pt x="595" y="132"/>
                      <a:pt x="612" y="164"/>
                      <a:pt x="632" y="191"/>
                    </a:cubicBezTo>
                    <a:cubicBezTo>
                      <a:pt x="665" y="236"/>
                      <a:pt x="680" y="293"/>
                      <a:pt x="670" y="339"/>
                    </a:cubicBezTo>
                    <a:cubicBezTo>
                      <a:pt x="664" y="368"/>
                      <a:pt x="649" y="390"/>
                      <a:pt x="628" y="402"/>
                    </a:cubicBezTo>
                    <a:cubicBezTo>
                      <a:pt x="603" y="417"/>
                      <a:pt x="575" y="442"/>
                      <a:pt x="546" y="470"/>
                    </a:cubicBezTo>
                    <a:cubicBezTo>
                      <a:pt x="509" y="504"/>
                      <a:pt x="468" y="542"/>
                      <a:pt x="424" y="566"/>
                    </a:cubicBezTo>
                    <a:cubicBezTo>
                      <a:pt x="397" y="581"/>
                      <a:pt x="366" y="589"/>
                      <a:pt x="334" y="589"/>
                    </a:cubicBezTo>
                    <a:close/>
                    <a:moveTo>
                      <a:pt x="100" y="33"/>
                    </a:moveTo>
                    <a:cubicBezTo>
                      <a:pt x="94" y="33"/>
                      <a:pt x="88" y="33"/>
                      <a:pt x="83" y="34"/>
                    </a:cubicBezTo>
                    <a:cubicBezTo>
                      <a:pt x="58" y="41"/>
                      <a:pt x="25" y="67"/>
                      <a:pt x="13" y="100"/>
                    </a:cubicBezTo>
                    <a:cubicBezTo>
                      <a:pt x="4" y="124"/>
                      <a:pt x="7" y="147"/>
                      <a:pt x="20" y="167"/>
                    </a:cubicBezTo>
                    <a:cubicBezTo>
                      <a:pt x="36" y="191"/>
                      <a:pt x="62" y="214"/>
                      <a:pt x="86" y="236"/>
                    </a:cubicBezTo>
                    <a:cubicBezTo>
                      <a:pt x="125" y="270"/>
                      <a:pt x="162" y="303"/>
                      <a:pt x="165" y="340"/>
                    </a:cubicBezTo>
                    <a:cubicBezTo>
                      <a:pt x="168" y="397"/>
                      <a:pt x="191" y="481"/>
                      <a:pt x="217" y="532"/>
                    </a:cubicBezTo>
                    <a:cubicBezTo>
                      <a:pt x="226" y="551"/>
                      <a:pt x="249" y="567"/>
                      <a:pt x="279" y="576"/>
                    </a:cubicBezTo>
                    <a:cubicBezTo>
                      <a:pt x="326" y="591"/>
                      <a:pt x="380" y="586"/>
                      <a:pt x="422" y="563"/>
                    </a:cubicBezTo>
                    <a:cubicBezTo>
                      <a:pt x="466" y="539"/>
                      <a:pt x="507" y="501"/>
                      <a:pt x="543" y="467"/>
                    </a:cubicBezTo>
                    <a:cubicBezTo>
                      <a:pt x="572" y="439"/>
                      <a:pt x="600" y="413"/>
                      <a:pt x="626" y="399"/>
                    </a:cubicBezTo>
                    <a:cubicBezTo>
                      <a:pt x="646" y="387"/>
                      <a:pt x="660" y="366"/>
                      <a:pt x="666" y="338"/>
                    </a:cubicBezTo>
                    <a:cubicBezTo>
                      <a:pt x="675" y="293"/>
                      <a:pt x="661" y="237"/>
                      <a:pt x="629" y="194"/>
                    </a:cubicBezTo>
                    <a:cubicBezTo>
                      <a:pt x="609" y="166"/>
                      <a:pt x="591" y="134"/>
                      <a:pt x="574" y="102"/>
                    </a:cubicBezTo>
                    <a:cubicBezTo>
                      <a:pt x="546" y="50"/>
                      <a:pt x="522" y="4"/>
                      <a:pt x="495" y="7"/>
                    </a:cubicBezTo>
                    <a:cubicBezTo>
                      <a:pt x="472" y="9"/>
                      <a:pt x="446" y="17"/>
                      <a:pt x="416" y="27"/>
                    </a:cubicBezTo>
                    <a:cubicBezTo>
                      <a:pt x="388" y="36"/>
                      <a:pt x="356" y="47"/>
                      <a:pt x="319" y="54"/>
                    </a:cubicBezTo>
                    <a:cubicBezTo>
                      <a:pt x="277" y="63"/>
                      <a:pt x="223" y="53"/>
                      <a:pt x="175" y="43"/>
                    </a:cubicBezTo>
                    <a:cubicBezTo>
                      <a:pt x="146" y="38"/>
                      <a:pt x="120" y="33"/>
                      <a:pt x="100" y="33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45"/>
              <p:cNvSpPr/>
              <p:nvPr/>
            </p:nvSpPr>
            <p:spPr>
              <a:xfrm>
                <a:off x="6792768" y="3523487"/>
                <a:ext cx="220936" cy="225907"/>
              </a:xfrm>
              <a:custGeom>
                <a:rect b="b" l="l" r="r" t="t"/>
                <a:pathLst>
                  <a:path extrusionOk="0" h="241" w="236">
                    <a:moveTo>
                      <a:pt x="78" y="239"/>
                    </a:moveTo>
                    <a:cubicBezTo>
                      <a:pt x="66" y="239"/>
                      <a:pt x="54" y="238"/>
                      <a:pt x="43" y="238"/>
                    </a:cubicBezTo>
                    <a:cubicBezTo>
                      <a:pt x="6" y="235"/>
                      <a:pt x="7" y="198"/>
                      <a:pt x="8" y="159"/>
                    </a:cubicBezTo>
                    <a:cubicBezTo>
                      <a:pt x="8" y="139"/>
                      <a:pt x="9" y="119"/>
                      <a:pt x="5" y="100"/>
                    </a:cubicBezTo>
                    <a:cubicBezTo>
                      <a:pt x="0" y="76"/>
                      <a:pt x="4" y="55"/>
                      <a:pt x="16" y="38"/>
                    </a:cubicBezTo>
                    <a:cubicBezTo>
                      <a:pt x="29" y="20"/>
                      <a:pt x="52" y="8"/>
                      <a:pt x="79" y="6"/>
                    </a:cubicBezTo>
                    <a:cubicBezTo>
                      <a:pt x="143" y="0"/>
                      <a:pt x="186" y="8"/>
                      <a:pt x="208" y="30"/>
                    </a:cubicBezTo>
                    <a:cubicBezTo>
                      <a:pt x="236" y="58"/>
                      <a:pt x="231" y="97"/>
                      <a:pt x="188" y="173"/>
                    </a:cubicBezTo>
                    <a:cubicBezTo>
                      <a:pt x="157" y="229"/>
                      <a:pt x="118" y="239"/>
                      <a:pt x="78" y="239"/>
                    </a:cubicBezTo>
                    <a:close/>
                    <a:moveTo>
                      <a:pt x="117" y="8"/>
                    </a:moveTo>
                    <a:cubicBezTo>
                      <a:pt x="105" y="8"/>
                      <a:pt x="92" y="8"/>
                      <a:pt x="79" y="10"/>
                    </a:cubicBezTo>
                    <a:cubicBezTo>
                      <a:pt x="54" y="12"/>
                      <a:pt x="32" y="23"/>
                      <a:pt x="19" y="40"/>
                    </a:cubicBezTo>
                    <a:cubicBezTo>
                      <a:pt x="7" y="56"/>
                      <a:pt x="4" y="77"/>
                      <a:pt x="9" y="99"/>
                    </a:cubicBezTo>
                    <a:cubicBezTo>
                      <a:pt x="13" y="118"/>
                      <a:pt x="12" y="139"/>
                      <a:pt x="12" y="159"/>
                    </a:cubicBezTo>
                    <a:cubicBezTo>
                      <a:pt x="11" y="198"/>
                      <a:pt x="10" y="231"/>
                      <a:pt x="43" y="234"/>
                    </a:cubicBezTo>
                    <a:cubicBezTo>
                      <a:pt x="96" y="238"/>
                      <a:pt x="146" y="241"/>
                      <a:pt x="185" y="171"/>
                    </a:cubicBezTo>
                    <a:cubicBezTo>
                      <a:pt x="226" y="97"/>
                      <a:pt x="232" y="59"/>
                      <a:pt x="205" y="33"/>
                    </a:cubicBezTo>
                    <a:cubicBezTo>
                      <a:pt x="188" y="16"/>
                      <a:pt x="159" y="8"/>
                      <a:pt x="117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45"/>
              <p:cNvSpPr/>
              <p:nvPr/>
            </p:nvSpPr>
            <p:spPr>
              <a:xfrm>
                <a:off x="7558584" y="1983339"/>
                <a:ext cx="553405" cy="613075"/>
              </a:xfrm>
              <a:custGeom>
                <a:rect b="b" l="l" r="r" t="t"/>
                <a:pathLst>
                  <a:path extrusionOk="0" h="655" w="592">
                    <a:moveTo>
                      <a:pt x="168" y="655"/>
                    </a:moveTo>
                    <a:cubicBezTo>
                      <a:pt x="159" y="655"/>
                      <a:pt x="151" y="654"/>
                      <a:pt x="144" y="651"/>
                    </a:cubicBezTo>
                    <a:cubicBezTo>
                      <a:pt x="56" y="622"/>
                      <a:pt x="55" y="571"/>
                      <a:pt x="63" y="501"/>
                    </a:cubicBezTo>
                    <a:cubicBezTo>
                      <a:pt x="66" y="472"/>
                      <a:pt x="63" y="417"/>
                      <a:pt x="60" y="352"/>
                    </a:cubicBezTo>
                    <a:cubicBezTo>
                      <a:pt x="59" y="335"/>
                      <a:pt x="58" y="316"/>
                      <a:pt x="57" y="298"/>
                    </a:cubicBezTo>
                    <a:cubicBezTo>
                      <a:pt x="55" y="256"/>
                      <a:pt x="41" y="221"/>
                      <a:pt x="27" y="187"/>
                    </a:cubicBezTo>
                    <a:cubicBezTo>
                      <a:pt x="18" y="164"/>
                      <a:pt x="9" y="142"/>
                      <a:pt x="5" y="120"/>
                    </a:cubicBezTo>
                    <a:cubicBezTo>
                      <a:pt x="0" y="91"/>
                      <a:pt x="7" y="68"/>
                      <a:pt x="26" y="49"/>
                    </a:cubicBezTo>
                    <a:cubicBezTo>
                      <a:pt x="76" y="0"/>
                      <a:pt x="196" y="2"/>
                      <a:pt x="259" y="16"/>
                    </a:cubicBezTo>
                    <a:cubicBezTo>
                      <a:pt x="358" y="36"/>
                      <a:pt x="551" y="186"/>
                      <a:pt x="571" y="273"/>
                    </a:cubicBezTo>
                    <a:cubicBezTo>
                      <a:pt x="592" y="366"/>
                      <a:pt x="561" y="452"/>
                      <a:pt x="494" y="487"/>
                    </a:cubicBezTo>
                    <a:cubicBezTo>
                      <a:pt x="477" y="496"/>
                      <a:pt x="453" y="512"/>
                      <a:pt x="424" y="531"/>
                    </a:cubicBezTo>
                    <a:cubicBezTo>
                      <a:pt x="343" y="584"/>
                      <a:pt x="236" y="655"/>
                      <a:pt x="168" y="655"/>
                    </a:cubicBezTo>
                    <a:close/>
                    <a:moveTo>
                      <a:pt x="173" y="11"/>
                    </a:moveTo>
                    <a:cubicBezTo>
                      <a:pt x="119" y="11"/>
                      <a:pt x="60" y="21"/>
                      <a:pt x="29" y="52"/>
                    </a:cubicBezTo>
                    <a:cubicBezTo>
                      <a:pt x="11" y="69"/>
                      <a:pt x="4" y="92"/>
                      <a:pt x="9" y="119"/>
                    </a:cubicBezTo>
                    <a:cubicBezTo>
                      <a:pt x="13" y="141"/>
                      <a:pt x="21" y="163"/>
                      <a:pt x="31" y="186"/>
                    </a:cubicBezTo>
                    <a:cubicBezTo>
                      <a:pt x="44" y="220"/>
                      <a:pt x="59" y="255"/>
                      <a:pt x="61" y="297"/>
                    </a:cubicBezTo>
                    <a:cubicBezTo>
                      <a:pt x="62" y="316"/>
                      <a:pt x="63" y="334"/>
                      <a:pt x="64" y="352"/>
                    </a:cubicBezTo>
                    <a:cubicBezTo>
                      <a:pt x="67" y="417"/>
                      <a:pt x="70" y="472"/>
                      <a:pt x="67" y="502"/>
                    </a:cubicBezTo>
                    <a:cubicBezTo>
                      <a:pt x="59" y="569"/>
                      <a:pt x="60" y="619"/>
                      <a:pt x="145" y="648"/>
                    </a:cubicBezTo>
                    <a:cubicBezTo>
                      <a:pt x="152" y="650"/>
                      <a:pt x="159" y="651"/>
                      <a:pt x="167" y="651"/>
                    </a:cubicBezTo>
                    <a:cubicBezTo>
                      <a:pt x="235" y="651"/>
                      <a:pt x="346" y="578"/>
                      <a:pt x="422" y="527"/>
                    </a:cubicBezTo>
                    <a:cubicBezTo>
                      <a:pt x="451" y="509"/>
                      <a:pt x="475" y="493"/>
                      <a:pt x="492" y="484"/>
                    </a:cubicBezTo>
                    <a:cubicBezTo>
                      <a:pt x="557" y="449"/>
                      <a:pt x="587" y="365"/>
                      <a:pt x="567" y="274"/>
                    </a:cubicBezTo>
                    <a:cubicBezTo>
                      <a:pt x="547" y="188"/>
                      <a:pt x="356" y="40"/>
                      <a:pt x="258" y="19"/>
                    </a:cubicBezTo>
                    <a:cubicBezTo>
                      <a:pt x="235" y="15"/>
                      <a:pt x="205" y="11"/>
                      <a:pt x="173" y="11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45"/>
              <p:cNvSpPr/>
              <p:nvPr/>
            </p:nvSpPr>
            <p:spPr>
              <a:xfrm>
                <a:off x="5381195" y="2729970"/>
                <a:ext cx="664228" cy="1338394"/>
              </a:xfrm>
              <a:custGeom>
                <a:rect b="b" l="l" r="r" t="t"/>
                <a:pathLst>
                  <a:path extrusionOk="0" h="1430" w="710">
                    <a:moveTo>
                      <a:pt x="304" y="1427"/>
                    </a:moveTo>
                    <a:cubicBezTo>
                      <a:pt x="141" y="1427"/>
                      <a:pt x="62" y="1380"/>
                      <a:pt x="33" y="1272"/>
                    </a:cubicBezTo>
                    <a:cubicBezTo>
                      <a:pt x="13" y="1199"/>
                      <a:pt x="19" y="998"/>
                      <a:pt x="24" y="820"/>
                    </a:cubicBezTo>
                    <a:cubicBezTo>
                      <a:pt x="27" y="704"/>
                      <a:pt x="29" y="604"/>
                      <a:pt x="25" y="560"/>
                    </a:cubicBezTo>
                    <a:cubicBezTo>
                      <a:pt x="14" y="461"/>
                      <a:pt x="0" y="87"/>
                      <a:pt x="76" y="14"/>
                    </a:cubicBezTo>
                    <a:cubicBezTo>
                      <a:pt x="86" y="4"/>
                      <a:pt x="98" y="0"/>
                      <a:pt x="111" y="2"/>
                    </a:cubicBezTo>
                    <a:cubicBezTo>
                      <a:pt x="116" y="2"/>
                      <a:pt x="277" y="13"/>
                      <a:pt x="297" y="151"/>
                    </a:cubicBezTo>
                    <a:cubicBezTo>
                      <a:pt x="300" y="171"/>
                      <a:pt x="302" y="191"/>
                      <a:pt x="305" y="211"/>
                    </a:cubicBezTo>
                    <a:cubicBezTo>
                      <a:pt x="320" y="333"/>
                      <a:pt x="335" y="448"/>
                      <a:pt x="399" y="462"/>
                    </a:cubicBezTo>
                    <a:cubicBezTo>
                      <a:pt x="451" y="473"/>
                      <a:pt x="512" y="518"/>
                      <a:pt x="540" y="568"/>
                    </a:cubicBezTo>
                    <a:cubicBezTo>
                      <a:pt x="559" y="602"/>
                      <a:pt x="564" y="637"/>
                      <a:pt x="553" y="668"/>
                    </a:cubicBezTo>
                    <a:cubicBezTo>
                      <a:pt x="522" y="756"/>
                      <a:pt x="536" y="948"/>
                      <a:pt x="581" y="1063"/>
                    </a:cubicBezTo>
                    <a:cubicBezTo>
                      <a:pt x="598" y="1108"/>
                      <a:pt x="625" y="1150"/>
                      <a:pt x="648" y="1186"/>
                    </a:cubicBezTo>
                    <a:cubicBezTo>
                      <a:pt x="681" y="1239"/>
                      <a:pt x="710" y="1285"/>
                      <a:pt x="701" y="1324"/>
                    </a:cubicBezTo>
                    <a:cubicBezTo>
                      <a:pt x="683" y="1396"/>
                      <a:pt x="498" y="1419"/>
                      <a:pt x="347" y="1426"/>
                    </a:cubicBezTo>
                    <a:cubicBezTo>
                      <a:pt x="332" y="1426"/>
                      <a:pt x="318" y="1427"/>
                      <a:pt x="304" y="1427"/>
                    </a:cubicBezTo>
                    <a:close/>
                    <a:moveTo>
                      <a:pt x="105" y="5"/>
                    </a:moveTo>
                    <a:cubicBezTo>
                      <a:pt x="96" y="5"/>
                      <a:pt x="87" y="9"/>
                      <a:pt x="79" y="17"/>
                    </a:cubicBezTo>
                    <a:cubicBezTo>
                      <a:pt x="4" y="89"/>
                      <a:pt x="18" y="461"/>
                      <a:pt x="29" y="559"/>
                    </a:cubicBezTo>
                    <a:cubicBezTo>
                      <a:pt x="33" y="604"/>
                      <a:pt x="31" y="704"/>
                      <a:pt x="28" y="820"/>
                    </a:cubicBezTo>
                    <a:cubicBezTo>
                      <a:pt x="23" y="997"/>
                      <a:pt x="17" y="1199"/>
                      <a:pt x="37" y="1271"/>
                    </a:cubicBezTo>
                    <a:cubicBezTo>
                      <a:pt x="67" y="1386"/>
                      <a:pt x="157" y="1430"/>
                      <a:pt x="347" y="1422"/>
                    </a:cubicBezTo>
                    <a:cubicBezTo>
                      <a:pt x="562" y="1412"/>
                      <a:pt x="683" y="1378"/>
                      <a:pt x="697" y="1323"/>
                    </a:cubicBezTo>
                    <a:cubicBezTo>
                      <a:pt x="706" y="1286"/>
                      <a:pt x="677" y="1241"/>
                      <a:pt x="644" y="1188"/>
                    </a:cubicBezTo>
                    <a:cubicBezTo>
                      <a:pt x="621" y="1152"/>
                      <a:pt x="595" y="1110"/>
                      <a:pt x="577" y="1064"/>
                    </a:cubicBezTo>
                    <a:cubicBezTo>
                      <a:pt x="532" y="949"/>
                      <a:pt x="518" y="756"/>
                      <a:pt x="549" y="667"/>
                    </a:cubicBezTo>
                    <a:cubicBezTo>
                      <a:pt x="559" y="637"/>
                      <a:pt x="555" y="603"/>
                      <a:pt x="536" y="570"/>
                    </a:cubicBezTo>
                    <a:cubicBezTo>
                      <a:pt x="509" y="521"/>
                      <a:pt x="449" y="476"/>
                      <a:pt x="398" y="465"/>
                    </a:cubicBezTo>
                    <a:cubicBezTo>
                      <a:pt x="332" y="451"/>
                      <a:pt x="317" y="335"/>
                      <a:pt x="301" y="211"/>
                    </a:cubicBezTo>
                    <a:cubicBezTo>
                      <a:pt x="298" y="192"/>
                      <a:pt x="296" y="171"/>
                      <a:pt x="293" y="152"/>
                    </a:cubicBezTo>
                    <a:cubicBezTo>
                      <a:pt x="273" y="15"/>
                      <a:pt x="112" y="6"/>
                      <a:pt x="111" y="6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09" y="5"/>
                      <a:pt x="107" y="5"/>
                      <a:pt x="105" y="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45"/>
              <p:cNvSpPr/>
              <p:nvPr/>
            </p:nvSpPr>
            <p:spPr>
              <a:xfrm>
                <a:off x="5464312" y="3187468"/>
                <a:ext cx="319682" cy="681275"/>
              </a:xfrm>
              <a:custGeom>
                <a:rect b="b" l="l" r="r" t="t"/>
                <a:pathLst>
                  <a:path extrusionOk="0" h="728" w="341">
                    <a:moveTo>
                      <a:pt x="209" y="725"/>
                    </a:moveTo>
                    <a:cubicBezTo>
                      <a:pt x="204" y="725"/>
                      <a:pt x="199" y="725"/>
                      <a:pt x="194" y="725"/>
                    </a:cubicBezTo>
                    <a:cubicBezTo>
                      <a:pt x="120" y="717"/>
                      <a:pt x="41" y="698"/>
                      <a:pt x="20" y="603"/>
                    </a:cubicBezTo>
                    <a:cubicBezTo>
                      <a:pt x="0" y="514"/>
                      <a:pt x="14" y="139"/>
                      <a:pt x="24" y="70"/>
                    </a:cubicBezTo>
                    <a:cubicBezTo>
                      <a:pt x="29" y="33"/>
                      <a:pt x="48" y="17"/>
                      <a:pt x="64" y="10"/>
                    </a:cubicBezTo>
                    <a:cubicBezTo>
                      <a:pt x="85" y="0"/>
                      <a:pt x="112" y="1"/>
                      <a:pt x="131" y="13"/>
                    </a:cubicBezTo>
                    <a:cubicBezTo>
                      <a:pt x="165" y="34"/>
                      <a:pt x="300" y="149"/>
                      <a:pt x="308" y="242"/>
                    </a:cubicBezTo>
                    <a:cubicBezTo>
                      <a:pt x="311" y="282"/>
                      <a:pt x="299" y="328"/>
                      <a:pt x="289" y="368"/>
                    </a:cubicBezTo>
                    <a:cubicBezTo>
                      <a:pt x="280" y="404"/>
                      <a:pt x="272" y="434"/>
                      <a:pt x="276" y="454"/>
                    </a:cubicBezTo>
                    <a:cubicBezTo>
                      <a:pt x="280" y="477"/>
                      <a:pt x="298" y="501"/>
                      <a:pt x="315" y="523"/>
                    </a:cubicBezTo>
                    <a:cubicBezTo>
                      <a:pt x="329" y="541"/>
                      <a:pt x="341" y="556"/>
                      <a:pt x="340" y="567"/>
                    </a:cubicBezTo>
                    <a:cubicBezTo>
                      <a:pt x="328" y="671"/>
                      <a:pt x="283" y="725"/>
                      <a:pt x="209" y="725"/>
                    </a:cubicBezTo>
                    <a:close/>
                    <a:moveTo>
                      <a:pt x="95" y="7"/>
                    </a:moveTo>
                    <a:cubicBezTo>
                      <a:pt x="85" y="7"/>
                      <a:pt x="75" y="9"/>
                      <a:pt x="66" y="13"/>
                    </a:cubicBezTo>
                    <a:cubicBezTo>
                      <a:pt x="51" y="20"/>
                      <a:pt x="33" y="36"/>
                      <a:pt x="28" y="71"/>
                    </a:cubicBezTo>
                    <a:cubicBezTo>
                      <a:pt x="18" y="139"/>
                      <a:pt x="4" y="514"/>
                      <a:pt x="24" y="602"/>
                    </a:cubicBezTo>
                    <a:cubicBezTo>
                      <a:pt x="45" y="694"/>
                      <a:pt x="118" y="713"/>
                      <a:pt x="194" y="721"/>
                    </a:cubicBezTo>
                    <a:cubicBezTo>
                      <a:pt x="275" y="728"/>
                      <a:pt x="324" y="675"/>
                      <a:pt x="336" y="566"/>
                    </a:cubicBezTo>
                    <a:cubicBezTo>
                      <a:pt x="337" y="557"/>
                      <a:pt x="325" y="542"/>
                      <a:pt x="312" y="525"/>
                    </a:cubicBezTo>
                    <a:cubicBezTo>
                      <a:pt x="295" y="504"/>
                      <a:pt x="276" y="479"/>
                      <a:pt x="272" y="455"/>
                    </a:cubicBezTo>
                    <a:cubicBezTo>
                      <a:pt x="268" y="434"/>
                      <a:pt x="276" y="403"/>
                      <a:pt x="285" y="367"/>
                    </a:cubicBezTo>
                    <a:cubicBezTo>
                      <a:pt x="295" y="327"/>
                      <a:pt x="307" y="282"/>
                      <a:pt x="304" y="243"/>
                    </a:cubicBezTo>
                    <a:cubicBezTo>
                      <a:pt x="296" y="151"/>
                      <a:pt x="158" y="34"/>
                      <a:pt x="129" y="16"/>
                    </a:cubicBezTo>
                    <a:cubicBezTo>
                      <a:pt x="119" y="10"/>
                      <a:pt x="107" y="7"/>
                      <a:pt x="95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45"/>
              <p:cNvSpPr/>
              <p:nvPr/>
            </p:nvSpPr>
            <p:spPr>
              <a:xfrm>
                <a:off x="5543877" y="3414796"/>
                <a:ext cx="120059" cy="314708"/>
              </a:xfrm>
              <a:custGeom>
                <a:rect b="b" l="l" r="r" t="t"/>
                <a:pathLst>
                  <a:path extrusionOk="0" h="336" w="128">
                    <a:moveTo>
                      <a:pt x="57" y="336"/>
                    </a:moveTo>
                    <a:cubicBezTo>
                      <a:pt x="53" y="336"/>
                      <a:pt x="48" y="335"/>
                      <a:pt x="44" y="333"/>
                    </a:cubicBezTo>
                    <a:cubicBezTo>
                      <a:pt x="0" y="319"/>
                      <a:pt x="8" y="260"/>
                      <a:pt x="15" y="208"/>
                    </a:cubicBezTo>
                    <a:cubicBezTo>
                      <a:pt x="17" y="187"/>
                      <a:pt x="20" y="167"/>
                      <a:pt x="19" y="152"/>
                    </a:cubicBezTo>
                    <a:cubicBezTo>
                      <a:pt x="15" y="97"/>
                      <a:pt x="15" y="6"/>
                      <a:pt x="65" y="2"/>
                    </a:cubicBezTo>
                    <a:cubicBezTo>
                      <a:pt x="77" y="0"/>
                      <a:pt x="88" y="5"/>
                      <a:pt x="98" y="15"/>
                    </a:cubicBezTo>
                    <a:cubicBezTo>
                      <a:pt x="120" y="39"/>
                      <a:pt x="128" y="94"/>
                      <a:pt x="119" y="152"/>
                    </a:cubicBezTo>
                    <a:cubicBezTo>
                      <a:pt x="116" y="166"/>
                      <a:pt x="115" y="182"/>
                      <a:pt x="113" y="198"/>
                    </a:cubicBezTo>
                    <a:cubicBezTo>
                      <a:pt x="106" y="253"/>
                      <a:pt x="99" y="314"/>
                      <a:pt x="72" y="331"/>
                    </a:cubicBezTo>
                    <a:cubicBezTo>
                      <a:pt x="68" y="334"/>
                      <a:pt x="62" y="336"/>
                      <a:pt x="57" y="336"/>
                    </a:cubicBezTo>
                    <a:close/>
                    <a:moveTo>
                      <a:pt x="68" y="5"/>
                    </a:moveTo>
                    <a:cubicBezTo>
                      <a:pt x="67" y="5"/>
                      <a:pt x="66" y="5"/>
                      <a:pt x="65" y="6"/>
                    </a:cubicBezTo>
                    <a:cubicBezTo>
                      <a:pt x="17" y="10"/>
                      <a:pt x="19" y="109"/>
                      <a:pt x="23" y="151"/>
                    </a:cubicBezTo>
                    <a:cubicBezTo>
                      <a:pt x="24" y="167"/>
                      <a:pt x="21" y="187"/>
                      <a:pt x="18" y="208"/>
                    </a:cubicBezTo>
                    <a:cubicBezTo>
                      <a:pt x="12" y="259"/>
                      <a:pt x="4" y="316"/>
                      <a:pt x="45" y="330"/>
                    </a:cubicBezTo>
                    <a:cubicBezTo>
                      <a:pt x="55" y="333"/>
                      <a:pt x="63" y="332"/>
                      <a:pt x="70" y="328"/>
                    </a:cubicBezTo>
                    <a:cubicBezTo>
                      <a:pt x="95" y="312"/>
                      <a:pt x="102" y="251"/>
                      <a:pt x="109" y="198"/>
                    </a:cubicBezTo>
                    <a:cubicBezTo>
                      <a:pt x="111" y="181"/>
                      <a:pt x="112" y="165"/>
                      <a:pt x="115" y="151"/>
                    </a:cubicBezTo>
                    <a:cubicBezTo>
                      <a:pt x="124" y="95"/>
                      <a:pt x="116" y="41"/>
                      <a:pt x="95" y="18"/>
                    </a:cubicBezTo>
                    <a:cubicBezTo>
                      <a:pt x="87" y="10"/>
                      <a:pt x="78" y="5"/>
                      <a:pt x="68" y="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45"/>
              <p:cNvSpPr/>
              <p:nvPr/>
            </p:nvSpPr>
            <p:spPr>
              <a:xfrm>
                <a:off x="6444670" y="2063615"/>
                <a:ext cx="489469" cy="195360"/>
              </a:xfrm>
              <a:custGeom>
                <a:rect b="b" l="l" r="r" t="t"/>
                <a:pathLst>
                  <a:path extrusionOk="0" h="209" w="523">
                    <a:moveTo>
                      <a:pt x="283" y="206"/>
                    </a:moveTo>
                    <a:cubicBezTo>
                      <a:pt x="207" y="206"/>
                      <a:pt x="116" y="192"/>
                      <a:pt x="62" y="169"/>
                    </a:cubicBezTo>
                    <a:cubicBezTo>
                      <a:pt x="0" y="144"/>
                      <a:pt x="6" y="104"/>
                      <a:pt x="14" y="59"/>
                    </a:cubicBezTo>
                    <a:cubicBezTo>
                      <a:pt x="15" y="54"/>
                      <a:pt x="16" y="49"/>
                      <a:pt x="17" y="43"/>
                    </a:cubicBezTo>
                    <a:cubicBezTo>
                      <a:pt x="18" y="35"/>
                      <a:pt x="22" y="28"/>
                      <a:pt x="29" y="23"/>
                    </a:cubicBezTo>
                    <a:cubicBezTo>
                      <a:pt x="51" y="7"/>
                      <a:pt x="102" y="15"/>
                      <a:pt x="147" y="22"/>
                    </a:cubicBezTo>
                    <a:cubicBezTo>
                      <a:pt x="166" y="26"/>
                      <a:pt x="184" y="29"/>
                      <a:pt x="199" y="30"/>
                    </a:cubicBezTo>
                    <a:cubicBezTo>
                      <a:pt x="229" y="32"/>
                      <a:pt x="270" y="23"/>
                      <a:pt x="308" y="15"/>
                    </a:cubicBezTo>
                    <a:cubicBezTo>
                      <a:pt x="346" y="7"/>
                      <a:pt x="381" y="0"/>
                      <a:pt x="407" y="2"/>
                    </a:cubicBezTo>
                    <a:cubicBezTo>
                      <a:pt x="437" y="4"/>
                      <a:pt x="476" y="31"/>
                      <a:pt x="499" y="65"/>
                    </a:cubicBezTo>
                    <a:cubicBezTo>
                      <a:pt x="517" y="91"/>
                      <a:pt x="523" y="116"/>
                      <a:pt x="517" y="136"/>
                    </a:cubicBezTo>
                    <a:cubicBezTo>
                      <a:pt x="503" y="182"/>
                      <a:pt x="450" y="188"/>
                      <a:pt x="383" y="197"/>
                    </a:cubicBezTo>
                    <a:cubicBezTo>
                      <a:pt x="371" y="198"/>
                      <a:pt x="359" y="200"/>
                      <a:pt x="347" y="202"/>
                    </a:cubicBezTo>
                    <a:cubicBezTo>
                      <a:pt x="328" y="204"/>
                      <a:pt x="306" y="206"/>
                      <a:pt x="283" y="206"/>
                    </a:cubicBezTo>
                    <a:close/>
                    <a:moveTo>
                      <a:pt x="70" y="18"/>
                    </a:moveTo>
                    <a:cubicBezTo>
                      <a:pt x="54" y="18"/>
                      <a:pt x="40" y="20"/>
                      <a:pt x="31" y="27"/>
                    </a:cubicBezTo>
                    <a:cubicBezTo>
                      <a:pt x="25" y="31"/>
                      <a:pt x="22" y="36"/>
                      <a:pt x="21" y="44"/>
                    </a:cubicBezTo>
                    <a:cubicBezTo>
                      <a:pt x="20" y="49"/>
                      <a:pt x="19" y="55"/>
                      <a:pt x="18" y="60"/>
                    </a:cubicBezTo>
                    <a:cubicBezTo>
                      <a:pt x="10" y="105"/>
                      <a:pt x="4" y="141"/>
                      <a:pt x="63" y="166"/>
                    </a:cubicBezTo>
                    <a:cubicBezTo>
                      <a:pt x="133" y="194"/>
                      <a:pt x="265" y="209"/>
                      <a:pt x="346" y="198"/>
                    </a:cubicBezTo>
                    <a:cubicBezTo>
                      <a:pt x="359" y="196"/>
                      <a:pt x="371" y="194"/>
                      <a:pt x="382" y="193"/>
                    </a:cubicBezTo>
                    <a:cubicBezTo>
                      <a:pt x="448" y="185"/>
                      <a:pt x="500" y="178"/>
                      <a:pt x="513" y="135"/>
                    </a:cubicBezTo>
                    <a:cubicBezTo>
                      <a:pt x="519" y="116"/>
                      <a:pt x="513" y="92"/>
                      <a:pt x="496" y="68"/>
                    </a:cubicBezTo>
                    <a:cubicBezTo>
                      <a:pt x="473" y="34"/>
                      <a:pt x="435" y="8"/>
                      <a:pt x="407" y="6"/>
                    </a:cubicBezTo>
                    <a:cubicBezTo>
                      <a:pt x="382" y="4"/>
                      <a:pt x="346" y="11"/>
                      <a:pt x="309" y="19"/>
                    </a:cubicBezTo>
                    <a:cubicBezTo>
                      <a:pt x="270" y="27"/>
                      <a:pt x="230" y="36"/>
                      <a:pt x="199" y="34"/>
                    </a:cubicBezTo>
                    <a:cubicBezTo>
                      <a:pt x="184" y="33"/>
                      <a:pt x="166" y="30"/>
                      <a:pt x="146" y="26"/>
                    </a:cubicBezTo>
                    <a:cubicBezTo>
                      <a:pt x="121" y="22"/>
                      <a:pt x="93" y="18"/>
                      <a:pt x="70" y="1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45"/>
              <p:cNvSpPr/>
              <p:nvPr/>
            </p:nvSpPr>
            <p:spPr>
              <a:xfrm>
                <a:off x="7694271" y="2246898"/>
                <a:ext cx="274216" cy="206016"/>
              </a:xfrm>
              <a:custGeom>
                <a:rect b="b" l="l" r="r" t="t"/>
                <a:pathLst>
                  <a:path extrusionOk="0" h="220" w="293">
                    <a:moveTo>
                      <a:pt x="87" y="218"/>
                    </a:moveTo>
                    <a:cubicBezTo>
                      <a:pt x="81" y="218"/>
                      <a:pt x="76" y="218"/>
                      <a:pt x="71" y="217"/>
                    </a:cubicBezTo>
                    <a:cubicBezTo>
                      <a:pt x="57" y="213"/>
                      <a:pt x="47" y="206"/>
                      <a:pt x="43" y="194"/>
                    </a:cubicBezTo>
                    <a:cubicBezTo>
                      <a:pt x="40" y="188"/>
                      <a:pt x="38" y="182"/>
                      <a:pt x="35" y="175"/>
                    </a:cubicBezTo>
                    <a:cubicBezTo>
                      <a:pt x="19" y="137"/>
                      <a:pt x="0" y="88"/>
                      <a:pt x="43" y="54"/>
                    </a:cubicBezTo>
                    <a:cubicBezTo>
                      <a:pt x="94" y="15"/>
                      <a:pt x="150" y="8"/>
                      <a:pt x="197" y="4"/>
                    </a:cubicBezTo>
                    <a:cubicBezTo>
                      <a:pt x="198" y="6"/>
                      <a:pt x="198" y="6"/>
                      <a:pt x="198" y="6"/>
                    </a:cubicBezTo>
                    <a:cubicBezTo>
                      <a:pt x="197" y="4"/>
                      <a:pt x="197" y="4"/>
                      <a:pt x="197" y="4"/>
                    </a:cubicBezTo>
                    <a:cubicBezTo>
                      <a:pt x="247" y="0"/>
                      <a:pt x="270" y="36"/>
                      <a:pt x="284" y="63"/>
                    </a:cubicBezTo>
                    <a:cubicBezTo>
                      <a:pt x="293" y="82"/>
                      <a:pt x="256" y="116"/>
                      <a:pt x="221" y="148"/>
                    </a:cubicBezTo>
                    <a:cubicBezTo>
                      <a:pt x="210" y="158"/>
                      <a:pt x="200" y="167"/>
                      <a:pt x="191" y="176"/>
                    </a:cubicBezTo>
                    <a:cubicBezTo>
                      <a:pt x="167" y="201"/>
                      <a:pt x="121" y="218"/>
                      <a:pt x="87" y="218"/>
                    </a:cubicBezTo>
                    <a:close/>
                    <a:moveTo>
                      <a:pt x="204" y="8"/>
                    </a:moveTo>
                    <a:cubicBezTo>
                      <a:pt x="202" y="8"/>
                      <a:pt x="200" y="8"/>
                      <a:pt x="198" y="8"/>
                    </a:cubicBezTo>
                    <a:cubicBezTo>
                      <a:pt x="151" y="12"/>
                      <a:pt x="96" y="19"/>
                      <a:pt x="46" y="58"/>
                    </a:cubicBezTo>
                    <a:cubicBezTo>
                      <a:pt x="4" y="89"/>
                      <a:pt x="23" y="134"/>
                      <a:pt x="39" y="174"/>
                    </a:cubicBezTo>
                    <a:cubicBezTo>
                      <a:pt x="42" y="181"/>
                      <a:pt x="44" y="187"/>
                      <a:pt x="46" y="193"/>
                    </a:cubicBezTo>
                    <a:cubicBezTo>
                      <a:pt x="50" y="203"/>
                      <a:pt x="59" y="210"/>
                      <a:pt x="72" y="213"/>
                    </a:cubicBezTo>
                    <a:cubicBezTo>
                      <a:pt x="105" y="220"/>
                      <a:pt x="161" y="201"/>
                      <a:pt x="189" y="173"/>
                    </a:cubicBezTo>
                    <a:cubicBezTo>
                      <a:pt x="197" y="164"/>
                      <a:pt x="208" y="155"/>
                      <a:pt x="218" y="145"/>
                    </a:cubicBezTo>
                    <a:cubicBezTo>
                      <a:pt x="251" y="115"/>
                      <a:pt x="288" y="81"/>
                      <a:pt x="280" y="65"/>
                    </a:cubicBezTo>
                    <a:cubicBezTo>
                      <a:pt x="268" y="40"/>
                      <a:pt x="247" y="8"/>
                      <a:pt x="204" y="8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45"/>
              <p:cNvSpPr/>
              <p:nvPr/>
            </p:nvSpPr>
            <p:spPr>
              <a:xfrm>
                <a:off x="7653068" y="2122578"/>
                <a:ext cx="378646" cy="436186"/>
              </a:xfrm>
              <a:custGeom>
                <a:rect b="b" l="l" r="r" t="t"/>
                <a:pathLst>
                  <a:path extrusionOk="0" h="466" w="405">
                    <a:moveTo>
                      <a:pt x="89" y="455"/>
                    </a:moveTo>
                    <a:cubicBezTo>
                      <a:pt x="80" y="455"/>
                      <a:pt x="72" y="454"/>
                      <a:pt x="65" y="450"/>
                    </a:cubicBezTo>
                    <a:cubicBezTo>
                      <a:pt x="22" y="430"/>
                      <a:pt x="7" y="361"/>
                      <a:pt x="18" y="308"/>
                    </a:cubicBezTo>
                    <a:cubicBezTo>
                      <a:pt x="24" y="276"/>
                      <a:pt x="17" y="223"/>
                      <a:pt x="10" y="172"/>
                    </a:cubicBezTo>
                    <a:cubicBezTo>
                      <a:pt x="7" y="144"/>
                      <a:pt x="3" y="119"/>
                      <a:pt x="2" y="97"/>
                    </a:cubicBezTo>
                    <a:cubicBezTo>
                      <a:pt x="0" y="63"/>
                      <a:pt x="14" y="41"/>
                      <a:pt x="27" y="29"/>
                    </a:cubicBezTo>
                    <a:cubicBezTo>
                      <a:pt x="46" y="10"/>
                      <a:pt x="75" y="0"/>
                      <a:pt x="100" y="3"/>
                    </a:cubicBezTo>
                    <a:cubicBezTo>
                      <a:pt x="139" y="6"/>
                      <a:pt x="174" y="24"/>
                      <a:pt x="222" y="49"/>
                    </a:cubicBezTo>
                    <a:cubicBezTo>
                      <a:pt x="233" y="55"/>
                      <a:pt x="233" y="55"/>
                      <a:pt x="233" y="55"/>
                    </a:cubicBezTo>
                    <a:cubicBezTo>
                      <a:pt x="251" y="64"/>
                      <a:pt x="270" y="71"/>
                      <a:pt x="289" y="77"/>
                    </a:cubicBezTo>
                    <a:cubicBezTo>
                      <a:pt x="324" y="89"/>
                      <a:pt x="357" y="100"/>
                      <a:pt x="383" y="131"/>
                    </a:cubicBezTo>
                    <a:cubicBezTo>
                      <a:pt x="398" y="149"/>
                      <a:pt x="405" y="170"/>
                      <a:pt x="402" y="192"/>
                    </a:cubicBezTo>
                    <a:cubicBezTo>
                      <a:pt x="399" y="221"/>
                      <a:pt x="381" y="251"/>
                      <a:pt x="355" y="272"/>
                    </a:cubicBezTo>
                    <a:cubicBezTo>
                      <a:pt x="351" y="275"/>
                      <a:pt x="346" y="279"/>
                      <a:pt x="342" y="283"/>
                    </a:cubicBezTo>
                    <a:cubicBezTo>
                      <a:pt x="305" y="311"/>
                      <a:pt x="260" y="346"/>
                      <a:pt x="237" y="380"/>
                    </a:cubicBezTo>
                    <a:cubicBezTo>
                      <a:pt x="215" y="413"/>
                      <a:pt x="138" y="455"/>
                      <a:pt x="89" y="455"/>
                    </a:cubicBezTo>
                    <a:close/>
                    <a:moveTo>
                      <a:pt x="93" y="6"/>
                    </a:moveTo>
                    <a:cubicBezTo>
                      <a:pt x="70" y="6"/>
                      <a:pt x="46" y="16"/>
                      <a:pt x="30" y="32"/>
                    </a:cubicBezTo>
                    <a:cubicBezTo>
                      <a:pt x="18" y="44"/>
                      <a:pt x="4" y="64"/>
                      <a:pt x="6" y="96"/>
                    </a:cubicBezTo>
                    <a:cubicBezTo>
                      <a:pt x="7" y="118"/>
                      <a:pt x="11" y="144"/>
                      <a:pt x="14" y="171"/>
                    </a:cubicBezTo>
                    <a:cubicBezTo>
                      <a:pt x="21" y="223"/>
                      <a:pt x="28" y="276"/>
                      <a:pt x="22" y="309"/>
                    </a:cubicBezTo>
                    <a:cubicBezTo>
                      <a:pt x="11" y="360"/>
                      <a:pt x="27" y="428"/>
                      <a:pt x="67" y="447"/>
                    </a:cubicBezTo>
                    <a:cubicBezTo>
                      <a:pt x="107" y="466"/>
                      <a:pt x="209" y="415"/>
                      <a:pt x="234" y="377"/>
                    </a:cubicBezTo>
                    <a:cubicBezTo>
                      <a:pt x="257" y="343"/>
                      <a:pt x="303" y="308"/>
                      <a:pt x="339" y="279"/>
                    </a:cubicBezTo>
                    <a:cubicBezTo>
                      <a:pt x="344" y="276"/>
                      <a:pt x="348" y="272"/>
                      <a:pt x="352" y="269"/>
                    </a:cubicBezTo>
                    <a:cubicBezTo>
                      <a:pt x="372" y="253"/>
                      <a:pt x="395" y="225"/>
                      <a:pt x="398" y="192"/>
                    </a:cubicBezTo>
                    <a:cubicBezTo>
                      <a:pt x="400" y="170"/>
                      <a:pt x="394" y="151"/>
                      <a:pt x="380" y="134"/>
                    </a:cubicBezTo>
                    <a:cubicBezTo>
                      <a:pt x="355" y="103"/>
                      <a:pt x="322" y="92"/>
                      <a:pt x="288" y="81"/>
                    </a:cubicBezTo>
                    <a:cubicBezTo>
                      <a:pt x="269" y="75"/>
                      <a:pt x="250" y="68"/>
                      <a:pt x="231" y="58"/>
                    </a:cubicBezTo>
                    <a:cubicBezTo>
                      <a:pt x="220" y="53"/>
                      <a:pt x="220" y="53"/>
                      <a:pt x="220" y="53"/>
                    </a:cubicBezTo>
                    <a:cubicBezTo>
                      <a:pt x="173" y="28"/>
                      <a:pt x="138" y="10"/>
                      <a:pt x="100" y="7"/>
                    </a:cubicBezTo>
                    <a:cubicBezTo>
                      <a:pt x="97" y="6"/>
                      <a:pt x="95" y="6"/>
                      <a:pt x="93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45"/>
              <p:cNvSpPr/>
              <p:nvPr/>
            </p:nvSpPr>
            <p:spPr>
              <a:xfrm>
                <a:off x="6377181" y="3242169"/>
                <a:ext cx="891558" cy="790677"/>
              </a:xfrm>
              <a:custGeom>
                <a:rect b="b" l="l" r="r" t="t"/>
                <a:pathLst>
                  <a:path extrusionOk="0" h="845" w="953">
                    <a:moveTo>
                      <a:pt x="384" y="819"/>
                    </a:moveTo>
                    <a:cubicBezTo>
                      <a:pt x="358" y="819"/>
                      <a:pt x="336" y="811"/>
                      <a:pt x="325" y="788"/>
                    </a:cubicBezTo>
                    <a:cubicBezTo>
                      <a:pt x="313" y="765"/>
                      <a:pt x="306" y="717"/>
                      <a:pt x="298" y="661"/>
                    </a:cubicBezTo>
                    <a:cubicBezTo>
                      <a:pt x="286" y="576"/>
                      <a:pt x="272" y="480"/>
                      <a:pt x="237" y="445"/>
                    </a:cubicBezTo>
                    <a:cubicBezTo>
                      <a:pt x="208" y="415"/>
                      <a:pt x="177" y="391"/>
                      <a:pt x="147" y="368"/>
                    </a:cubicBezTo>
                    <a:cubicBezTo>
                      <a:pt x="119" y="346"/>
                      <a:pt x="89" y="323"/>
                      <a:pt x="61" y="295"/>
                    </a:cubicBezTo>
                    <a:cubicBezTo>
                      <a:pt x="8" y="242"/>
                      <a:pt x="0" y="199"/>
                      <a:pt x="32" y="138"/>
                    </a:cubicBezTo>
                    <a:cubicBezTo>
                      <a:pt x="60" y="84"/>
                      <a:pt x="132" y="46"/>
                      <a:pt x="186" y="57"/>
                    </a:cubicBezTo>
                    <a:cubicBezTo>
                      <a:pt x="234" y="67"/>
                      <a:pt x="352" y="89"/>
                      <a:pt x="407" y="95"/>
                    </a:cubicBezTo>
                    <a:cubicBezTo>
                      <a:pt x="460" y="100"/>
                      <a:pt x="568" y="74"/>
                      <a:pt x="616" y="49"/>
                    </a:cubicBezTo>
                    <a:cubicBezTo>
                      <a:pt x="692" y="12"/>
                      <a:pt x="734" y="0"/>
                      <a:pt x="744" y="13"/>
                    </a:cubicBezTo>
                    <a:cubicBezTo>
                      <a:pt x="744" y="13"/>
                      <a:pt x="744" y="13"/>
                      <a:pt x="744" y="13"/>
                    </a:cubicBezTo>
                    <a:cubicBezTo>
                      <a:pt x="747" y="16"/>
                      <a:pt x="752" y="20"/>
                      <a:pt x="757" y="24"/>
                    </a:cubicBezTo>
                    <a:cubicBezTo>
                      <a:pt x="776" y="39"/>
                      <a:pt x="804" y="62"/>
                      <a:pt x="795" y="102"/>
                    </a:cubicBezTo>
                    <a:cubicBezTo>
                      <a:pt x="785" y="153"/>
                      <a:pt x="780" y="187"/>
                      <a:pt x="811" y="223"/>
                    </a:cubicBezTo>
                    <a:cubicBezTo>
                      <a:pt x="833" y="249"/>
                      <a:pt x="861" y="313"/>
                      <a:pt x="887" y="369"/>
                    </a:cubicBezTo>
                    <a:cubicBezTo>
                      <a:pt x="898" y="395"/>
                      <a:pt x="909" y="419"/>
                      <a:pt x="918" y="437"/>
                    </a:cubicBezTo>
                    <a:cubicBezTo>
                      <a:pt x="951" y="503"/>
                      <a:pt x="953" y="560"/>
                      <a:pt x="923" y="612"/>
                    </a:cubicBezTo>
                    <a:cubicBezTo>
                      <a:pt x="898" y="656"/>
                      <a:pt x="825" y="677"/>
                      <a:pt x="765" y="694"/>
                    </a:cubicBezTo>
                    <a:cubicBezTo>
                      <a:pt x="747" y="699"/>
                      <a:pt x="730" y="704"/>
                      <a:pt x="717" y="709"/>
                    </a:cubicBezTo>
                    <a:cubicBezTo>
                      <a:pt x="696" y="717"/>
                      <a:pt x="678" y="722"/>
                      <a:pt x="658" y="727"/>
                    </a:cubicBezTo>
                    <a:cubicBezTo>
                      <a:pt x="625" y="736"/>
                      <a:pt x="591" y="745"/>
                      <a:pt x="538" y="770"/>
                    </a:cubicBezTo>
                    <a:cubicBezTo>
                      <a:pt x="490" y="794"/>
                      <a:pt x="430" y="819"/>
                      <a:pt x="384" y="819"/>
                    </a:cubicBezTo>
                    <a:close/>
                    <a:moveTo>
                      <a:pt x="166" y="59"/>
                    </a:moveTo>
                    <a:cubicBezTo>
                      <a:pt x="117" y="59"/>
                      <a:pt x="60" y="93"/>
                      <a:pt x="35" y="140"/>
                    </a:cubicBezTo>
                    <a:cubicBezTo>
                      <a:pt x="4" y="199"/>
                      <a:pt x="12" y="240"/>
                      <a:pt x="64" y="292"/>
                    </a:cubicBezTo>
                    <a:cubicBezTo>
                      <a:pt x="92" y="320"/>
                      <a:pt x="120" y="342"/>
                      <a:pt x="150" y="365"/>
                    </a:cubicBezTo>
                    <a:cubicBezTo>
                      <a:pt x="180" y="388"/>
                      <a:pt x="210" y="412"/>
                      <a:pt x="240" y="442"/>
                    </a:cubicBezTo>
                    <a:cubicBezTo>
                      <a:pt x="276" y="478"/>
                      <a:pt x="290" y="575"/>
                      <a:pt x="302" y="661"/>
                    </a:cubicBezTo>
                    <a:cubicBezTo>
                      <a:pt x="310" y="714"/>
                      <a:pt x="317" y="764"/>
                      <a:pt x="329" y="786"/>
                    </a:cubicBezTo>
                    <a:cubicBezTo>
                      <a:pt x="358" y="845"/>
                      <a:pt x="461" y="803"/>
                      <a:pt x="537" y="767"/>
                    </a:cubicBezTo>
                    <a:cubicBezTo>
                      <a:pt x="590" y="741"/>
                      <a:pt x="624" y="732"/>
                      <a:pt x="657" y="723"/>
                    </a:cubicBezTo>
                    <a:cubicBezTo>
                      <a:pt x="676" y="718"/>
                      <a:pt x="694" y="713"/>
                      <a:pt x="715" y="705"/>
                    </a:cubicBezTo>
                    <a:cubicBezTo>
                      <a:pt x="729" y="700"/>
                      <a:pt x="746" y="695"/>
                      <a:pt x="764" y="690"/>
                    </a:cubicBezTo>
                    <a:cubicBezTo>
                      <a:pt x="823" y="673"/>
                      <a:pt x="896" y="652"/>
                      <a:pt x="920" y="610"/>
                    </a:cubicBezTo>
                    <a:cubicBezTo>
                      <a:pt x="948" y="560"/>
                      <a:pt x="947" y="504"/>
                      <a:pt x="914" y="439"/>
                    </a:cubicBezTo>
                    <a:cubicBezTo>
                      <a:pt x="905" y="420"/>
                      <a:pt x="894" y="396"/>
                      <a:pt x="883" y="371"/>
                    </a:cubicBezTo>
                    <a:cubicBezTo>
                      <a:pt x="858" y="315"/>
                      <a:pt x="830" y="251"/>
                      <a:pt x="808" y="226"/>
                    </a:cubicBezTo>
                    <a:cubicBezTo>
                      <a:pt x="776" y="189"/>
                      <a:pt x="780" y="154"/>
                      <a:pt x="791" y="101"/>
                    </a:cubicBezTo>
                    <a:cubicBezTo>
                      <a:pt x="799" y="64"/>
                      <a:pt x="774" y="43"/>
                      <a:pt x="755" y="28"/>
                    </a:cubicBezTo>
                    <a:cubicBezTo>
                      <a:pt x="749" y="23"/>
                      <a:pt x="744" y="19"/>
                      <a:pt x="741" y="15"/>
                    </a:cubicBezTo>
                    <a:cubicBezTo>
                      <a:pt x="741" y="15"/>
                      <a:pt x="741" y="15"/>
                      <a:pt x="741" y="15"/>
                    </a:cubicBezTo>
                    <a:cubicBezTo>
                      <a:pt x="735" y="8"/>
                      <a:pt x="708" y="8"/>
                      <a:pt x="618" y="53"/>
                    </a:cubicBezTo>
                    <a:cubicBezTo>
                      <a:pt x="568" y="78"/>
                      <a:pt x="461" y="104"/>
                      <a:pt x="407" y="99"/>
                    </a:cubicBezTo>
                    <a:cubicBezTo>
                      <a:pt x="351" y="93"/>
                      <a:pt x="233" y="71"/>
                      <a:pt x="185" y="61"/>
                    </a:cubicBezTo>
                    <a:cubicBezTo>
                      <a:pt x="179" y="60"/>
                      <a:pt x="172" y="59"/>
                      <a:pt x="166" y="59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45"/>
              <p:cNvSpPr/>
              <p:nvPr/>
            </p:nvSpPr>
            <p:spPr>
              <a:xfrm>
                <a:off x="6133513" y="3027628"/>
                <a:ext cx="1349770" cy="1174294"/>
              </a:xfrm>
              <a:custGeom>
                <a:rect b="b" l="l" r="r" t="t"/>
                <a:pathLst>
                  <a:path extrusionOk="0" h="1255" w="1442">
                    <a:moveTo>
                      <a:pt x="655" y="1251"/>
                    </a:moveTo>
                    <a:cubicBezTo>
                      <a:pt x="605" y="1251"/>
                      <a:pt x="560" y="1247"/>
                      <a:pt x="535" y="1239"/>
                    </a:cubicBezTo>
                    <a:cubicBezTo>
                      <a:pt x="470" y="1220"/>
                      <a:pt x="422" y="1020"/>
                      <a:pt x="425" y="963"/>
                    </a:cubicBezTo>
                    <a:cubicBezTo>
                      <a:pt x="427" y="920"/>
                      <a:pt x="383" y="853"/>
                      <a:pt x="352" y="805"/>
                    </a:cubicBezTo>
                    <a:cubicBezTo>
                      <a:pt x="340" y="786"/>
                      <a:pt x="330" y="771"/>
                      <a:pt x="324" y="758"/>
                    </a:cubicBezTo>
                    <a:cubicBezTo>
                      <a:pt x="303" y="719"/>
                      <a:pt x="256" y="698"/>
                      <a:pt x="212" y="677"/>
                    </a:cubicBezTo>
                    <a:cubicBezTo>
                      <a:pt x="206" y="674"/>
                      <a:pt x="200" y="671"/>
                      <a:pt x="194" y="669"/>
                    </a:cubicBezTo>
                    <a:cubicBezTo>
                      <a:pt x="160" y="653"/>
                      <a:pt x="121" y="620"/>
                      <a:pt x="87" y="591"/>
                    </a:cubicBezTo>
                    <a:cubicBezTo>
                      <a:pt x="70" y="576"/>
                      <a:pt x="54" y="563"/>
                      <a:pt x="42" y="554"/>
                    </a:cubicBezTo>
                    <a:cubicBezTo>
                      <a:pt x="1" y="525"/>
                      <a:pt x="0" y="448"/>
                      <a:pt x="38" y="386"/>
                    </a:cubicBezTo>
                    <a:cubicBezTo>
                      <a:pt x="67" y="340"/>
                      <a:pt x="123" y="276"/>
                      <a:pt x="173" y="219"/>
                    </a:cubicBezTo>
                    <a:cubicBezTo>
                      <a:pt x="193" y="196"/>
                      <a:pt x="212" y="175"/>
                      <a:pt x="228" y="156"/>
                    </a:cubicBezTo>
                    <a:cubicBezTo>
                      <a:pt x="228" y="156"/>
                      <a:pt x="228" y="156"/>
                      <a:pt x="228" y="156"/>
                    </a:cubicBezTo>
                    <a:cubicBezTo>
                      <a:pt x="307" y="62"/>
                      <a:pt x="447" y="87"/>
                      <a:pt x="539" y="104"/>
                    </a:cubicBezTo>
                    <a:cubicBezTo>
                      <a:pt x="561" y="108"/>
                      <a:pt x="580" y="111"/>
                      <a:pt x="595" y="113"/>
                    </a:cubicBezTo>
                    <a:cubicBezTo>
                      <a:pt x="673" y="120"/>
                      <a:pt x="814" y="79"/>
                      <a:pt x="919" y="38"/>
                    </a:cubicBezTo>
                    <a:cubicBezTo>
                      <a:pt x="1017" y="0"/>
                      <a:pt x="1157" y="70"/>
                      <a:pt x="1207" y="132"/>
                    </a:cubicBezTo>
                    <a:cubicBezTo>
                      <a:pt x="1244" y="179"/>
                      <a:pt x="1230" y="235"/>
                      <a:pt x="1218" y="284"/>
                    </a:cubicBezTo>
                    <a:cubicBezTo>
                      <a:pt x="1213" y="304"/>
                      <a:pt x="1208" y="323"/>
                      <a:pt x="1207" y="339"/>
                    </a:cubicBezTo>
                    <a:cubicBezTo>
                      <a:pt x="1205" y="393"/>
                      <a:pt x="1330" y="522"/>
                      <a:pt x="1393" y="567"/>
                    </a:cubicBezTo>
                    <a:cubicBezTo>
                      <a:pt x="1442" y="601"/>
                      <a:pt x="1439" y="638"/>
                      <a:pt x="1433" y="721"/>
                    </a:cubicBezTo>
                    <a:cubicBezTo>
                      <a:pt x="1432" y="744"/>
                      <a:pt x="1430" y="770"/>
                      <a:pt x="1429" y="800"/>
                    </a:cubicBezTo>
                    <a:cubicBezTo>
                      <a:pt x="1423" y="944"/>
                      <a:pt x="1350" y="1029"/>
                      <a:pt x="1287" y="1087"/>
                    </a:cubicBezTo>
                    <a:cubicBezTo>
                      <a:pt x="1221" y="1147"/>
                      <a:pt x="1080" y="1127"/>
                      <a:pt x="1026" y="1120"/>
                    </a:cubicBezTo>
                    <a:cubicBezTo>
                      <a:pt x="970" y="1111"/>
                      <a:pt x="902" y="1147"/>
                      <a:pt x="868" y="1201"/>
                    </a:cubicBezTo>
                    <a:cubicBezTo>
                      <a:pt x="846" y="1237"/>
                      <a:pt x="744" y="1251"/>
                      <a:pt x="655" y="1251"/>
                    </a:cubicBezTo>
                    <a:close/>
                    <a:moveTo>
                      <a:pt x="229" y="158"/>
                    </a:moveTo>
                    <a:cubicBezTo>
                      <a:pt x="231" y="159"/>
                      <a:pt x="231" y="159"/>
                      <a:pt x="231" y="159"/>
                    </a:cubicBezTo>
                    <a:cubicBezTo>
                      <a:pt x="216" y="177"/>
                      <a:pt x="197" y="199"/>
                      <a:pt x="176" y="222"/>
                    </a:cubicBezTo>
                    <a:cubicBezTo>
                      <a:pt x="127" y="278"/>
                      <a:pt x="70" y="343"/>
                      <a:pt x="42" y="388"/>
                    </a:cubicBezTo>
                    <a:cubicBezTo>
                      <a:pt x="1" y="454"/>
                      <a:pt x="10" y="526"/>
                      <a:pt x="44" y="551"/>
                    </a:cubicBezTo>
                    <a:cubicBezTo>
                      <a:pt x="57" y="560"/>
                      <a:pt x="73" y="573"/>
                      <a:pt x="90" y="588"/>
                    </a:cubicBezTo>
                    <a:cubicBezTo>
                      <a:pt x="124" y="617"/>
                      <a:pt x="162" y="649"/>
                      <a:pt x="196" y="665"/>
                    </a:cubicBezTo>
                    <a:cubicBezTo>
                      <a:pt x="201" y="668"/>
                      <a:pt x="207" y="671"/>
                      <a:pt x="213" y="673"/>
                    </a:cubicBezTo>
                    <a:cubicBezTo>
                      <a:pt x="259" y="694"/>
                      <a:pt x="306" y="716"/>
                      <a:pt x="327" y="757"/>
                    </a:cubicBezTo>
                    <a:cubicBezTo>
                      <a:pt x="333" y="769"/>
                      <a:pt x="344" y="784"/>
                      <a:pt x="355" y="802"/>
                    </a:cubicBezTo>
                    <a:cubicBezTo>
                      <a:pt x="387" y="852"/>
                      <a:pt x="431" y="919"/>
                      <a:pt x="429" y="963"/>
                    </a:cubicBezTo>
                    <a:cubicBezTo>
                      <a:pt x="426" y="1020"/>
                      <a:pt x="473" y="1217"/>
                      <a:pt x="537" y="1236"/>
                    </a:cubicBezTo>
                    <a:cubicBezTo>
                      <a:pt x="601" y="1255"/>
                      <a:pt x="832" y="1253"/>
                      <a:pt x="865" y="1199"/>
                    </a:cubicBezTo>
                    <a:cubicBezTo>
                      <a:pt x="900" y="1143"/>
                      <a:pt x="969" y="1107"/>
                      <a:pt x="1027" y="1116"/>
                    </a:cubicBezTo>
                    <a:cubicBezTo>
                      <a:pt x="1080" y="1123"/>
                      <a:pt x="1220" y="1143"/>
                      <a:pt x="1284" y="1084"/>
                    </a:cubicBezTo>
                    <a:cubicBezTo>
                      <a:pt x="1347" y="1027"/>
                      <a:pt x="1419" y="942"/>
                      <a:pt x="1425" y="800"/>
                    </a:cubicBezTo>
                    <a:cubicBezTo>
                      <a:pt x="1426" y="769"/>
                      <a:pt x="1428" y="743"/>
                      <a:pt x="1429" y="720"/>
                    </a:cubicBezTo>
                    <a:cubicBezTo>
                      <a:pt x="1435" y="640"/>
                      <a:pt x="1438" y="603"/>
                      <a:pt x="1391" y="570"/>
                    </a:cubicBezTo>
                    <a:cubicBezTo>
                      <a:pt x="1334" y="530"/>
                      <a:pt x="1201" y="398"/>
                      <a:pt x="1203" y="339"/>
                    </a:cubicBezTo>
                    <a:cubicBezTo>
                      <a:pt x="1204" y="322"/>
                      <a:pt x="1209" y="303"/>
                      <a:pt x="1214" y="284"/>
                    </a:cubicBezTo>
                    <a:cubicBezTo>
                      <a:pt x="1226" y="235"/>
                      <a:pt x="1239" y="179"/>
                      <a:pt x="1204" y="135"/>
                    </a:cubicBezTo>
                    <a:cubicBezTo>
                      <a:pt x="1155" y="73"/>
                      <a:pt x="1017" y="5"/>
                      <a:pt x="921" y="42"/>
                    </a:cubicBezTo>
                    <a:cubicBezTo>
                      <a:pt x="815" y="83"/>
                      <a:pt x="674" y="125"/>
                      <a:pt x="595" y="117"/>
                    </a:cubicBezTo>
                    <a:cubicBezTo>
                      <a:pt x="579" y="115"/>
                      <a:pt x="560" y="112"/>
                      <a:pt x="539" y="108"/>
                    </a:cubicBezTo>
                    <a:cubicBezTo>
                      <a:pt x="447" y="91"/>
                      <a:pt x="308" y="66"/>
                      <a:pt x="231" y="159"/>
                    </a:cubicBezTo>
                    <a:lnTo>
                      <a:pt x="229" y="158"/>
                    </a:ln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45"/>
              <p:cNvSpPr/>
              <p:nvPr/>
            </p:nvSpPr>
            <p:spPr>
              <a:xfrm>
                <a:off x="5850061" y="1656555"/>
                <a:ext cx="1650981" cy="1096147"/>
              </a:xfrm>
              <a:custGeom>
                <a:rect b="b" l="l" r="r" t="t"/>
                <a:pathLst>
                  <a:path extrusionOk="0" h="1171" w="1764">
                    <a:moveTo>
                      <a:pt x="1412" y="1171"/>
                    </a:moveTo>
                    <a:cubicBezTo>
                      <a:pt x="1406" y="1171"/>
                      <a:pt x="1401" y="1170"/>
                      <a:pt x="1396" y="1168"/>
                    </a:cubicBezTo>
                    <a:cubicBezTo>
                      <a:pt x="1318" y="1139"/>
                      <a:pt x="1188" y="1137"/>
                      <a:pt x="1093" y="1147"/>
                    </a:cubicBezTo>
                    <a:cubicBezTo>
                      <a:pt x="996" y="1158"/>
                      <a:pt x="754" y="1128"/>
                      <a:pt x="664" y="1056"/>
                    </a:cubicBezTo>
                    <a:cubicBezTo>
                      <a:pt x="625" y="1024"/>
                      <a:pt x="547" y="1011"/>
                      <a:pt x="472" y="998"/>
                    </a:cubicBezTo>
                    <a:cubicBezTo>
                      <a:pt x="375" y="980"/>
                      <a:pt x="283" y="964"/>
                      <a:pt x="264" y="911"/>
                    </a:cubicBezTo>
                    <a:cubicBezTo>
                      <a:pt x="239" y="844"/>
                      <a:pt x="160" y="771"/>
                      <a:pt x="103" y="717"/>
                    </a:cubicBezTo>
                    <a:cubicBezTo>
                      <a:pt x="81" y="696"/>
                      <a:pt x="61" y="678"/>
                      <a:pt x="48" y="664"/>
                    </a:cubicBezTo>
                    <a:cubicBezTo>
                      <a:pt x="0" y="610"/>
                      <a:pt x="15" y="460"/>
                      <a:pt x="77" y="381"/>
                    </a:cubicBezTo>
                    <a:cubicBezTo>
                      <a:pt x="138" y="305"/>
                      <a:pt x="236" y="80"/>
                      <a:pt x="237" y="78"/>
                    </a:cubicBezTo>
                    <a:cubicBezTo>
                      <a:pt x="237" y="77"/>
                      <a:pt x="237" y="77"/>
                      <a:pt x="237" y="77"/>
                    </a:cubicBezTo>
                    <a:cubicBezTo>
                      <a:pt x="295" y="0"/>
                      <a:pt x="427" y="12"/>
                      <a:pt x="522" y="29"/>
                    </a:cubicBezTo>
                    <a:cubicBezTo>
                      <a:pt x="605" y="43"/>
                      <a:pt x="796" y="70"/>
                      <a:pt x="936" y="90"/>
                    </a:cubicBezTo>
                    <a:cubicBezTo>
                      <a:pt x="980" y="96"/>
                      <a:pt x="1018" y="102"/>
                      <a:pt x="1045" y="106"/>
                    </a:cubicBezTo>
                    <a:cubicBezTo>
                      <a:pt x="1159" y="123"/>
                      <a:pt x="1648" y="271"/>
                      <a:pt x="1707" y="355"/>
                    </a:cubicBezTo>
                    <a:cubicBezTo>
                      <a:pt x="1764" y="435"/>
                      <a:pt x="1747" y="534"/>
                      <a:pt x="1726" y="612"/>
                    </a:cubicBezTo>
                    <a:cubicBezTo>
                      <a:pt x="1719" y="640"/>
                      <a:pt x="1715" y="673"/>
                      <a:pt x="1710" y="709"/>
                    </a:cubicBezTo>
                    <a:cubicBezTo>
                      <a:pt x="1704" y="762"/>
                      <a:pt x="1696" y="823"/>
                      <a:pt x="1676" y="882"/>
                    </a:cubicBezTo>
                    <a:cubicBezTo>
                      <a:pt x="1647" y="962"/>
                      <a:pt x="1531" y="1123"/>
                      <a:pt x="1446" y="1162"/>
                    </a:cubicBezTo>
                    <a:cubicBezTo>
                      <a:pt x="1434" y="1168"/>
                      <a:pt x="1422" y="1171"/>
                      <a:pt x="1412" y="1171"/>
                    </a:cubicBezTo>
                    <a:close/>
                    <a:moveTo>
                      <a:pt x="1199" y="1137"/>
                    </a:moveTo>
                    <a:cubicBezTo>
                      <a:pt x="1271" y="1137"/>
                      <a:pt x="1346" y="1145"/>
                      <a:pt x="1397" y="1165"/>
                    </a:cubicBezTo>
                    <a:cubicBezTo>
                      <a:pt x="1410" y="1170"/>
                      <a:pt x="1426" y="1168"/>
                      <a:pt x="1445" y="1159"/>
                    </a:cubicBezTo>
                    <a:cubicBezTo>
                      <a:pt x="1529" y="1120"/>
                      <a:pt x="1644" y="960"/>
                      <a:pt x="1672" y="881"/>
                    </a:cubicBezTo>
                    <a:cubicBezTo>
                      <a:pt x="1693" y="822"/>
                      <a:pt x="1700" y="761"/>
                      <a:pt x="1706" y="708"/>
                    </a:cubicBezTo>
                    <a:cubicBezTo>
                      <a:pt x="1711" y="673"/>
                      <a:pt x="1715" y="639"/>
                      <a:pt x="1722" y="611"/>
                    </a:cubicBezTo>
                    <a:cubicBezTo>
                      <a:pt x="1743" y="534"/>
                      <a:pt x="1760" y="436"/>
                      <a:pt x="1704" y="357"/>
                    </a:cubicBezTo>
                    <a:cubicBezTo>
                      <a:pt x="1647" y="276"/>
                      <a:pt x="1155" y="126"/>
                      <a:pt x="1044" y="110"/>
                    </a:cubicBezTo>
                    <a:cubicBezTo>
                      <a:pt x="1017" y="106"/>
                      <a:pt x="979" y="100"/>
                      <a:pt x="935" y="94"/>
                    </a:cubicBezTo>
                    <a:cubicBezTo>
                      <a:pt x="795" y="74"/>
                      <a:pt x="604" y="47"/>
                      <a:pt x="521" y="32"/>
                    </a:cubicBezTo>
                    <a:cubicBezTo>
                      <a:pt x="428" y="17"/>
                      <a:pt x="297" y="4"/>
                      <a:pt x="241" y="80"/>
                    </a:cubicBezTo>
                    <a:cubicBezTo>
                      <a:pt x="237" y="88"/>
                      <a:pt x="141" y="308"/>
                      <a:pt x="81" y="384"/>
                    </a:cubicBezTo>
                    <a:cubicBezTo>
                      <a:pt x="20" y="461"/>
                      <a:pt x="4" y="609"/>
                      <a:pt x="51" y="661"/>
                    </a:cubicBezTo>
                    <a:cubicBezTo>
                      <a:pt x="64" y="676"/>
                      <a:pt x="83" y="694"/>
                      <a:pt x="106" y="714"/>
                    </a:cubicBezTo>
                    <a:cubicBezTo>
                      <a:pt x="163" y="768"/>
                      <a:pt x="242" y="842"/>
                      <a:pt x="268" y="910"/>
                    </a:cubicBezTo>
                    <a:cubicBezTo>
                      <a:pt x="286" y="961"/>
                      <a:pt x="381" y="977"/>
                      <a:pt x="473" y="994"/>
                    </a:cubicBezTo>
                    <a:cubicBezTo>
                      <a:pt x="548" y="1007"/>
                      <a:pt x="626" y="1021"/>
                      <a:pt x="667" y="1053"/>
                    </a:cubicBezTo>
                    <a:cubicBezTo>
                      <a:pt x="756" y="1124"/>
                      <a:pt x="996" y="1154"/>
                      <a:pt x="1092" y="1143"/>
                    </a:cubicBezTo>
                    <a:cubicBezTo>
                      <a:pt x="1125" y="1140"/>
                      <a:pt x="1162" y="1137"/>
                      <a:pt x="1199" y="113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45"/>
              <p:cNvSpPr/>
              <p:nvPr/>
            </p:nvSpPr>
            <p:spPr>
              <a:xfrm>
                <a:off x="5701587" y="1588356"/>
                <a:ext cx="2467942" cy="1297192"/>
              </a:xfrm>
              <a:custGeom>
                <a:rect b="b" l="l" r="r" t="t"/>
                <a:pathLst>
                  <a:path extrusionOk="0" h="1386" w="2637">
                    <a:moveTo>
                      <a:pt x="1394" y="1385"/>
                    </a:moveTo>
                    <a:cubicBezTo>
                      <a:pt x="1357" y="1385"/>
                      <a:pt x="1322" y="1384"/>
                      <a:pt x="1291" y="1383"/>
                    </a:cubicBezTo>
                    <a:cubicBezTo>
                      <a:pt x="1281" y="1383"/>
                      <a:pt x="1281" y="1383"/>
                      <a:pt x="1281" y="1383"/>
                    </a:cubicBezTo>
                    <a:cubicBezTo>
                      <a:pt x="1165" y="1380"/>
                      <a:pt x="1038" y="1368"/>
                      <a:pt x="965" y="1308"/>
                    </a:cubicBezTo>
                    <a:cubicBezTo>
                      <a:pt x="959" y="1303"/>
                      <a:pt x="959" y="1303"/>
                      <a:pt x="959" y="1303"/>
                    </a:cubicBezTo>
                    <a:cubicBezTo>
                      <a:pt x="885" y="1242"/>
                      <a:pt x="827" y="1194"/>
                      <a:pt x="739" y="1196"/>
                    </a:cubicBezTo>
                    <a:cubicBezTo>
                      <a:pt x="732" y="1196"/>
                      <a:pt x="723" y="1197"/>
                      <a:pt x="713" y="1197"/>
                    </a:cubicBezTo>
                    <a:cubicBezTo>
                      <a:pt x="605" y="1201"/>
                      <a:pt x="351" y="1211"/>
                      <a:pt x="316" y="1110"/>
                    </a:cubicBezTo>
                    <a:cubicBezTo>
                      <a:pt x="306" y="1081"/>
                      <a:pt x="299" y="1055"/>
                      <a:pt x="292" y="1032"/>
                    </a:cubicBezTo>
                    <a:cubicBezTo>
                      <a:pt x="273" y="966"/>
                      <a:pt x="258" y="917"/>
                      <a:pt x="215" y="878"/>
                    </a:cubicBezTo>
                    <a:cubicBezTo>
                      <a:pt x="165" y="832"/>
                      <a:pt x="0" y="640"/>
                      <a:pt x="47" y="548"/>
                    </a:cubicBezTo>
                    <a:cubicBezTo>
                      <a:pt x="64" y="515"/>
                      <a:pt x="91" y="474"/>
                      <a:pt x="120" y="430"/>
                    </a:cubicBezTo>
                    <a:cubicBezTo>
                      <a:pt x="168" y="358"/>
                      <a:pt x="221" y="277"/>
                      <a:pt x="236" y="220"/>
                    </a:cubicBezTo>
                    <a:cubicBezTo>
                      <a:pt x="260" y="132"/>
                      <a:pt x="449" y="0"/>
                      <a:pt x="529" y="0"/>
                    </a:cubicBezTo>
                    <a:cubicBezTo>
                      <a:pt x="530" y="0"/>
                      <a:pt x="531" y="0"/>
                      <a:pt x="531" y="0"/>
                    </a:cubicBezTo>
                    <a:cubicBezTo>
                      <a:pt x="537" y="0"/>
                      <a:pt x="544" y="1"/>
                      <a:pt x="552" y="1"/>
                    </a:cubicBezTo>
                    <a:cubicBezTo>
                      <a:pt x="660" y="5"/>
                      <a:pt x="991" y="16"/>
                      <a:pt x="1065" y="43"/>
                    </a:cubicBezTo>
                    <a:cubicBezTo>
                      <a:pt x="1091" y="52"/>
                      <a:pt x="1319" y="135"/>
                      <a:pt x="1438" y="147"/>
                    </a:cubicBezTo>
                    <a:cubicBezTo>
                      <a:pt x="1544" y="157"/>
                      <a:pt x="1791" y="272"/>
                      <a:pt x="1850" y="307"/>
                    </a:cubicBezTo>
                    <a:cubicBezTo>
                      <a:pt x="1864" y="316"/>
                      <a:pt x="1878" y="325"/>
                      <a:pt x="1891" y="335"/>
                    </a:cubicBezTo>
                    <a:cubicBezTo>
                      <a:pt x="1933" y="364"/>
                      <a:pt x="1970" y="390"/>
                      <a:pt x="2008" y="374"/>
                    </a:cubicBezTo>
                    <a:cubicBezTo>
                      <a:pt x="2038" y="361"/>
                      <a:pt x="2059" y="335"/>
                      <a:pt x="2077" y="312"/>
                    </a:cubicBezTo>
                    <a:cubicBezTo>
                      <a:pt x="2089" y="297"/>
                      <a:pt x="2100" y="283"/>
                      <a:pt x="2112" y="275"/>
                    </a:cubicBezTo>
                    <a:cubicBezTo>
                      <a:pt x="2142" y="256"/>
                      <a:pt x="2216" y="252"/>
                      <a:pt x="2257" y="262"/>
                    </a:cubicBezTo>
                    <a:cubicBezTo>
                      <a:pt x="2304" y="273"/>
                      <a:pt x="2389" y="337"/>
                      <a:pt x="2429" y="404"/>
                    </a:cubicBezTo>
                    <a:cubicBezTo>
                      <a:pt x="2454" y="445"/>
                      <a:pt x="2489" y="481"/>
                      <a:pt x="2520" y="513"/>
                    </a:cubicBezTo>
                    <a:cubicBezTo>
                      <a:pt x="2539" y="533"/>
                      <a:pt x="2557" y="552"/>
                      <a:pt x="2570" y="569"/>
                    </a:cubicBezTo>
                    <a:cubicBezTo>
                      <a:pt x="2605" y="615"/>
                      <a:pt x="2637" y="707"/>
                      <a:pt x="2627" y="765"/>
                    </a:cubicBezTo>
                    <a:cubicBezTo>
                      <a:pt x="2617" y="820"/>
                      <a:pt x="2568" y="943"/>
                      <a:pt x="2495" y="991"/>
                    </a:cubicBezTo>
                    <a:cubicBezTo>
                      <a:pt x="2461" y="1013"/>
                      <a:pt x="2433" y="1024"/>
                      <a:pt x="2400" y="1036"/>
                    </a:cubicBezTo>
                    <a:cubicBezTo>
                      <a:pt x="2369" y="1048"/>
                      <a:pt x="2333" y="1061"/>
                      <a:pt x="2284" y="1089"/>
                    </a:cubicBezTo>
                    <a:cubicBezTo>
                      <a:pt x="2244" y="1113"/>
                      <a:pt x="2224" y="1129"/>
                      <a:pt x="2210" y="1139"/>
                    </a:cubicBezTo>
                    <a:cubicBezTo>
                      <a:pt x="2190" y="1155"/>
                      <a:pt x="2182" y="1161"/>
                      <a:pt x="2150" y="1164"/>
                    </a:cubicBezTo>
                    <a:cubicBezTo>
                      <a:pt x="2121" y="1167"/>
                      <a:pt x="2093" y="1142"/>
                      <a:pt x="2064" y="1115"/>
                    </a:cubicBezTo>
                    <a:cubicBezTo>
                      <a:pt x="2039" y="1092"/>
                      <a:pt x="2013" y="1069"/>
                      <a:pt x="1984" y="1060"/>
                    </a:cubicBezTo>
                    <a:cubicBezTo>
                      <a:pt x="1966" y="1055"/>
                      <a:pt x="1951" y="1047"/>
                      <a:pt x="1938" y="1040"/>
                    </a:cubicBezTo>
                    <a:cubicBezTo>
                      <a:pt x="1906" y="1022"/>
                      <a:pt x="1886" y="1012"/>
                      <a:pt x="1853" y="1062"/>
                    </a:cubicBezTo>
                    <a:cubicBezTo>
                      <a:pt x="1848" y="1069"/>
                      <a:pt x="1842" y="1078"/>
                      <a:pt x="1836" y="1088"/>
                    </a:cubicBezTo>
                    <a:cubicBezTo>
                      <a:pt x="1779" y="1174"/>
                      <a:pt x="1674" y="1335"/>
                      <a:pt x="1604" y="1361"/>
                    </a:cubicBezTo>
                    <a:cubicBezTo>
                      <a:pt x="1553" y="1381"/>
                      <a:pt x="1471" y="1385"/>
                      <a:pt x="1394" y="1385"/>
                    </a:cubicBezTo>
                    <a:close/>
                    <a:moveTo>
                      <a:pt x="746" y="1192"/>
                    </a:moveTo>
                    <a:cubicBezTo>
                      <a:pt x="831" y="1192"/>
                      <a:pt x="889" y="1240"/>
                      <a:pt x="961" y="1300"/>
                    </a:cubicBezTo>
                    <a:cubicBezTo>
                      <a:pt x="967" y="1305"/>
                      <a:pt x="967" y="1305"/>
                      <a:pt x="967" y="1305"/>
                    </a:cubicBezTo>
                    <a:cubicBezTo>
                      <a:pt x="1039" y="1364"/>
                      <a:pt x="1166" y="1376"/>
                      <a:pt x="1281" y="1379"/>
                    </a:cubicBezTo>
                    <a:cubicBezTo>
                      <a:pt x="1291" y="1379"/>
                      <a:pt x="1291" y="1379"/>
                      <a:pt x="1291" y="1379"/>
                    </a:cubicBezTo>
                    <a:cubicBezTo>
                      <a:pt x="1385" y="1382"/>
                      <a:pt x="1528" y="1386"/>
                      <a:pt x="1603" y="1358"/>
                    </a:cubicBezTo>
                    <a:cubicBezTo>
                      <a:pt x="1671" y="1332"/>
                      <a:pt x="1776" y="1172"/>
                      <a:pt x="1832" y="1086"/>
                    </a:cubicBezTo>
                    <a:cubicBezTo>
                      <a:pt x="1839" y="1076"/>
                      <a:pt x="1845" y="1067"/>
                      <a:pt x="1850" y="1060"/>
                    </a:cubicBezTo>
                    <a:cubicBezTo>
                      <a:pt x="1885" y="1007"/>
                      <a:pt x="1907" y="1019"/>
                      <a:pt x="1940" y="1036"/>
                    </a:cubicBezTo>
                    <a:cubicBezTo>
                      <a:pt x="1953" y="1043"/>
                      <a:pt x="1967" y="1051"/>
                      <a:pt x="1985" y="1056"/>
                    </a:cubicBezTo>
                    <a:cubicBezTo>
                      <a:pt x="2015" y="1065"/>
                      <a:pt x="2041" y="1089"/>
                      <a:pt x="2067" y="1112"/>
                    </a:cubicBezTo>
                    <a:cubicBezTo>
                      <a:pt x="2095" y="1138"/>
                      <a:pt x="2122" y="1163"/>
                      <a:pt x="2150" y="1160"/>
                    </a:cubicBezTo>
                    <a:cubicBezTo>
                      <a:pt x="2180" y="1157"/>
                      <a:pt x="2188" y="1151"/>
                      <a:pt x="2207" y="1136"/>
                    </a:cubicBezTo>
                    <a:cubicBezTo>
                      <a:pt x="2221" y="1125"/>
                      <a:pt x="2242" y="1109"/>
                      <a:pt x="2282" y="1086"/>
                    </a:cubicBezTo>
                    <a:cubicBezTo>
                      <a:pt x="2331" y="1057"/>
                      <a:pt x="2367" y="1044"/>
                      <a:pt x="2399" y="1032"/>
                    </a:cubicBezTo>
                    <a:cubicBezTo>
                      <a:pt x="2431" y="1020"/>
                      <a:pt x="2459" y="1010"/>
                      <a:pt x="2493" y="987"/>
                    </a:cubicBezTo>
                    <a:cubicBezTo>
                      <a:pt x="2558" y="945"/>
                      <a:pt x="2611" y="828"/>
                      <a:pt x="2623" y="765"/>
                    </a:cubicBezTo>
                    <a:cubicBezTo>
                      <a:pt x="2633" y="707"/>
                      <a:pt x="2602" y="617"/>
                      <a:pt x="2567" y="571"/>
                    </a:cubicBezTo>
                    <a:cubicBezTo>
                      <a:pt x="2554" y="554"/>
                      <a:pt x="2536" y="536"/>
                      <a:pt x="2517" y="516"/>
                    </a:cubicBezTo>
                    <a:cubicBezTo>
                      <a:pt x="2486" y="484"/>
                      <a:pt x="2451" y="447"/>
                      <a:pt x="2426" y="406"/>
                    </a:cubicBezTo>
                    <a:cubicBezTo>
                      <a:pt x="2386" y="340"/>
                      <a:pt x="2302" y="276"/>
                      <a:pt x="2256" y="265"/>
                    </a:cubicBezTo>
                    <a:cubicBezTo>
                      <a:pt x="2256" y="265"/>
                      <a:pt x="2256" y="265"/>
                      <a:pt x="2256" y="265"/>
                    </a:cubicBezTo>
                    <a:cubicBezTo>
                      <a:pt x="2216" y="256"/>
                      <a:pt x="2143" y="260"/>
                      <a:pt x="2114" y="279"/>
                    </a:cubicBezTo>
                    <a:cubicBezTo>
                      <a:pt x="2102" y="286"/>
                      <a:pt x="2092" y="299"/>
                      <a:pt x="2080" y="314"/>
                    </a:cubicBezTo>
                    <a:cubicBezTo>
                      <a:pt x="2061" y="338"/>
                      <a:pt x="2041" y="364"/>
                      <a:pt x="2009" y="377"/>
                    </a:cubicBezTo>
                    <a:cubicBezTo>
                      <a:pt x="1970" y="394"/>
                      <a:pt x="1932" y="368"/>
                      <a:pt x="1889" y="338"/>
                    </a:cubicBezTo>
                    <a:cubicBezTo>
                      <a:pt x="1876" y="329"/>
                      <a:pt x="1862" y="319"/>
                      <a:pt x="1848" y="311"/>
                    </a:cubicBezTo>
                    <a:cubicBezTo>
                      <a:pt x="1789" y="275"/>
                      <a:pt x="1543" y="161"/>
                      <a:pt x="1438" y="151"/>
                    </a:cubicBezTo>
                    <a:cubicBezTo>
                      <a:pt x="1318" y="139"/>
                      <a:pt x="1090" y="56"/>
                      <a:pt x="1064" y="47"/>
                    </a:cubicBezTo>
                    <a:cubicBezTo>
                      <a:pt x="990" y="20"/>
                      <a:pt x="660" y="9"/>
                      <a:pt x="552" y="5"/>
                    </a:cubicBezTo>
                    <a:cubicBezTo>
                      <a:pt x="544" y="5"/>
                      <a:pt x="537" y="4"/>
                      <a:pt x="531" y="4"/>
                    </a:cubicBezTo>
                    <a:cubicBezTo>
                      <a:pt x="497" y="3"/>
                      <a:pt x="430" y="33"/>
                      <a:pt x="367" y="78"/>
                    </a:cubicBezTo>
                    <a:cubicBezTo>
                      <a:pt x="298" y="127"/>
                      <a:pt x="251" y="181"/>
                      <a:pt x="240" y="221"/>
                    </a:cubicBezTo>
                    <a:cubicBezTo>
                      <a:pt x="225" y="278"/>
                      <a:pt x="171" y="360"/>
                      <a:pt x="124" y="432"/>
                    </a:cubicBezTo>
                    <a:cubicBezTo>
                      <a:pt x="95" y="476"/>
                      <a:pt x="67" y="517"/>
                      <a:pt x="50" y="550"/>
                    </a:cubicBezTo>
                    <a:cubicBezTo>
                      <a:pt x="4" y="640"/>
                      <a:pt x="168" y="830"/>
                      <a:pt x="218" y="875"/>
                    </a:cubicBezTo>
                    <a:cubicBezTo>
                      <a:pt x="262" y="915"/>
                      <a:pt x="276" y="964"/>
                      <a:pt x="296" y="1031"/>
                    </a:cubicBezTo>
                    <a:cubicBezTo>
                      <a:pt x="303" y="1054"/>
                      <a:pt x="310" y="1080"/>
                      <a:pt x="320" y="1108"/>
                    </a:cubicBezTo>
                    <a:cubicBezTo>
                      <a:pt x="354" y="1207"/>
                      <a:pt x="606" y="1197"/>
                      <a:pt x="713" y="1193"/>
                    </a:cubicBezTo>
                    <a:cubicBezTo>
                      <a:pt x="723" y="1193"/>
                      <a:pt x="732" y="1192"/>
                      <a:pt x="739" y="1192"/>
                    </a:cubicBezTo>
                    <a:cubicBezTo>
                      <a:pt x="742" y="1192"/>
                      <a:pt x="744" y="1192"/>
                      <a:pt x="746" y="119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45"/>
              <p:cNvSpPr/>
              <p:nvPr/>
            </p:nvSpPr>
            <p:spPr>
              <a:xfrm>
                <a:off x="6539154" y="2125419"/>
                <a:ext cx="159841" cy="88090"/>
              </a:xfrm>
              <a:custGeom>
                <a:rect b="b" l="l" r="r" t="t"/>
                <a:pathLst>
                  <a:path extrusionOk="0" h="94" w="171">
                    <a:moveTo>
                      <a:pt x="125" y="92"/>
                    </a:moveTo>
                    <a:cubicBezTo>
                      <a:pt x="114" y="92"/>
                      <a:pt x="103" y="88"/>
                      <a:pt x="91" y="84"/>
                    </a:cubicBezTo>
                    <a:cubicBezTo>
                      <a:pt x="80" y="81"/>
                      <a:pt x="68" y="77"/>
                      <a:pt x="55" y="76"/>
                    </a:cubicBezTo>
                    <a:cubicBezTo>
                      <a:pt x="30" y="72"/>
                      <a:pt x="14" y="64"/>
                      <a:pt x="6" y="51"/>
                    </a:cubicBezTo>
                    <a:cubicBezTo>
                      <a:pt x="1" y="42"/>
                      <a:pt x="0" y="31"/>
                      <a:pt x="5" y="19"/>
                    </a:cubicBezTo>
                    <a:cubicBezTo>
                      <a:pt x="13" y="0"/>
                      <a:pt x="49" y="10"/>
                      <a:pt x="85" y="19"/>
                    </a:cubicBezTo>
                    <a:cubicBezTo>
                      <a:pt x="101" y="24"/>
                      <a:pt x="116" y="28"/>
                      <a:pt x="127" y="29"/>
                    </a:cubicBezTo>
                    <a:cubicBezTo>
                      <a:pt x="150" y="31"/>
                      <a:pt x="163" y="37"/>
                      <a:pt x="167" y="46"/>
                    </a:cubicBezTo>
                    <a:cubicBezTo>
                      <a:pt x="171" y="55"/>
                      <a:pt x="166" y="65"/>
                      <a:pt x="155" y="78"/>
                    </a:cubicBezTo>
                    <a:cubicBezTo>
                      <a:pt x="146" y="88"/>
                      <a:pt x="136" y="92"/>
                      <a:pt x="125" y="92"/>
                    </a:cubicBezTo>
                    <a:close/>
                    <a:moveTo>
                      <a:pt x="28" y="12"/>
                    </a:moveTo>
                    <a:cubicBezTo>
                      <a:pt x="19" y="12"/>
                      <a:pt x="11" y="15"/>
                      <a:pt x="9" y="21"/>
                    </a:cubicBezTo>
                    <a:cubicBezTo>
                      <a:pt x="5" y="32"/>
                      <a:pt x="5" y="41"/>
                      <a:pt x="10" y="49"/>
                    </a:cubicBezTo>
                    <a:cubicBezTo>
                      <a:pt x="16" y="61"/>
                      <a:pt x="32" y="69"/>
                      <a:pt x="55" y="72"/>
                    </a:cubicBezTo>
                    <a:cubicBezTo>
                      <a:pt x="69" y="73"/>
                      <a:pt x="81" y="77"/>
                      <a:pt x="92" y="81"/>
                    </a:cubicBezTo>
                    <a:cubicBezTo>
                      <a:pt x="116" y="88"/>
                      <a:pt x="135" y="94"/>
                      <a:pt x="152" y="75"/>
                    </a:cubicBezTo>
                    <a:cubicBezTo>
                      <a:pt x="162" y="64"/>
                      <a:pt x="166" y="55"/>
                      <a:pt x="164" y="48"/>
                    </a:cubicBezTo>
                    <a:cubicBezTo>
                      <a:pt x="160" y="40"/>
                      <a:pt x="147" y="34"/>
                      <a:pt x="127" y="33"/>
                    </a:cubicBezTo>
                    <a:cubicBezTo>
                      <a:pt x="115" y="32"/>
                      <a:pt x="100" y="28"/>
                      <a:pt x="84" y="23"/>
                    </a:cubicBezTo>
                    <a:cubicBezTo>
                      <a:pt x="64" y="18"/>
                      <a:pt x="43" y="12"/>
                      <a:pt x="28" y="12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45"/>
              <p:cNvSpPr/>
              <p:nvPr/>
            </p:nvSpPr>
            <p:spPr>
              <a:xfrm>
                <a:off x="5994274" y="1780164"/>
                <a:ext cx="1469116" cy="902919"/>
              </a:xfrm>
              <a:custGeom>
                <a:rect b="b" l="l" r="r" t="t"/>
                <a:pathLst>
                  <a:path extrusionOk="0" h="965" w="1570">
                    <a:moveTo>
                      <a:pt x="1212" y="954"/>
                    </a:moveTo>
                    <a:cubicBezTo>
                      <a:pt x="1180" y="954"/>
                      <a:pt x="1151" y="949"/>
                      <a:pt x="1132" y="938"/>
                    </a:cubicBezTo>
                    <a:cubicBezTo>
                      <a:pt x="1074" y="903"/>
                      <a:pt x="890" y="923"/>
                      <a:pt x="829" y="930"/>
                    </a:cubicBezTo>
                    <a:cubicBezTo>
                      <a:pt x="733" y="941"/>
                      <a:pt x="607" y="893"/>
                      <a:pt x="550" y="841"/>
                    </a:cubicBezTo>
                    <a:cubicBezTo>
                      <a:pt x="494" y="791"/>
                      <a:pt x="435" y="789"/>
                      <a:pt x="317" y="789"/>
                    </a:cubicBezTo>
                    <a:cubicBezTo>
                      <a:pt x="250" y="789"/>
                      <a:pt x="205" y="752"/>
                      <a:pt x="179" y="721"/>
                    </a:cubicBezTo>
                    <a:cubicBezTo>
                      <a:pt x="145" y="681"/>
                      <a:pt x="131" y="635"/>
                      <a:pt x="128" y="608"/>
                    </a:cubicBezTo>
                    <a:cubicBezTo>
                      <a:pt x="123" y="550"/>
                      <a:pt x="57" y="455"/>
                      <a:pt x="25" y="420"/>
                    </a:cubicBezTo>
                    <a:cubicBezTo>
                      <a:pt x="0" y="393"/>
                      <a:pt x="26" y="354"/>
                      <a:pt x="55" y="309"/>
                    </a:cubicBezTo>
                    <a:cubicBezTo>
                      <a:pt x="62" y="299"/>
                      <a:pt x="69" y="289"/>
                      <a:pt x="75" y="279"/>
                    </a:cubicBezTo>
                    <a:cubicBezTo>
                      <a:pt x="109" y="225"/>
                      <a:pt x="143" y="139"/>
                      <a:pt x="144" y="135"/>
                    </a:cubicBezTo>
                    <a:cubicBezTo>
                      <a:pt x="146" y="128"/>
                      <a:pt x="148" y="121"/>
                      <a:pt x="149" y="113"/>
                    </a:cubicBezTo>
                    <a:cubicBezTo>
                      <a:pt x="157" y="75"/>
                      <a:pt x="166" y="35"/>
                      <a:pt x="204" y="19"/>
                    </a:cubicBezTo>
                    <a:cubicBezTo>
                      <a:pt x="252" y="0"/>
                      <a:pt x="601" y="4"/>
                      <a:pt x="694" y="30"/>
                    </a:cubicBezTo>
                    <a:cubicBezTo>
                      <a:pt x="769" y="51"/>
                      <a:pt x="1004" y="97"/>
                      <a:pt x="1130" y="121"/>
                    </a:cubicBezTo>
                    <a:cubicBezTo>
                      <a:pt x="1161" y="127"/>
                      <a:pt x="1184" y="131"/>
                      <a:pt x="1197" y="134"/>
                    </a:cubicBezTo>
                    <a:cubicBezTo>
                      <a:pt x="1266" y="148"/>
                      <a:pt x="1493" y="261"/>
                      <a:pt x="1537" y="317"/>
                    </a:cubicBezTo>
                    <a:cubicBezTo>
                      <a:pt x="1570" y="359"/>
                      <a:pt x="1560" y="383"/>
                      <a:pt x="1546" y="415"/>
                    </a:cubicBezTo>
                    <a:cubicBezTo>
                      <a:pt x="1541" y="429"/>
                      <a:pt x="1534" y="443"/>
                      <a:pt x="1530" y="462"/>
                    </a:cubicBezTo>
                    <a:cubicBezTo>
                      <a:pt x="1522" y="493"/>
                      <a:pt x="1515" y="536"/>
                      <a:pt x="1507" y="581"/>
                    </a:cubicBezTo>
                    <a:cubicBezTo>
                      <a:pt x="1499" y="627"/>
                      <a:pt x="1491" y="676"/>
                      <a:pt x="1482" y="715"/>
                    </a:cubicBezTo>
                    <a:cubicBezTo>
                      <a:pt x="1463" y="792"/>
                      <a:pt x="1410" y="881"/>
                      <a:pt x="1361" y="916"/>
                    </a:cubicBezTo>
                    <a:cubicBezTo>
                      <a:pt x="1329" y="939"/>
                      <a:pt x="1267" y="954"/>
                      <a:pt x="1212" y="954"/>
                    </a:cubicBezTo>
                    <a:close/>
                    <a:moveTo>
                      <a:pt x="1008" y="914"/>
                    </a:moveTo>
                    <a:cubicBezTo>
                      <a:pt x="1070" y="914"/>
                      <a:pt x="1112" y="921"/>
                      <a:pt x="1134" y="934"/>
                    </a:cubicBezTo>
                    <a:cubicBezTo>
                      <a:pt x="1186" y="965"/>
                      <a:pt x="1310" y="948"/>
                      <a:pt x="1359" y="913"/>
                    </a:cubicBezTo>
                    <a:cubicBezTo>
                      <a:pt x="1407" y="878"/>
                      <a:pt x="1459" y="791"/>
                      <a:pt x="1478" y="714"/>
                    </a:cubicBezTo>
                    <a:cubicBezTo>
                      <a:pt x="1487" y="675"/>
                      <a:pt x="1495" y="626"/>
                      <a:pt x="1503" y="580"/>
                    </a:cubicBezTo>
                    <a:cubicBezTo>
                      <a:pt x="1511" y="535"/>
                      <a:pt x="1518" y="492"/>
                      <a:pt x="1526" y="461"/>
                    </a:cubicBezTo>
                    <a:cubicBezTo>
                      <a:pt x="1530" y="442"/>
                      <a:pt x="1537" y="427"/>
                      <a:pt x="1542" y="414"/>
                    </a:cubicBezTo>
                    <a:cubicBezTo>
                      <a:pt x="1556" y="381"/>
                      <a:pt x="1566" y="360"/>
                      <a:pt x="1534" y="320"/>
                    </a:cubicBezTo>
                    <a:cubicBezTo>
                      <a:pt x="1490" y="264"/>
                      <a:pt x="1265" y="152"/>
                      <a:pt x="1197" y="138"/>
                    </a:cubicBezTo>
                    <a:cubicBezTo>
                      <a:pt x="1184" y="135"/>
                      <a:pt x="1160" y="131"/>
                      <a:pt x="1130" y="125"/>
                    </a:cubicBezTo>
                    <a:cubicBezTo>
                      <a:pt x="1003" y="101"/>
                      <a:pt x="768" y="55"/>
                      <a:pt x="692" y="34"/>
                    </a:cubicBezTo>
                    <a:cubicBezTo>
                      <a:pt x="600" y="7"/>
                      <a:pt x="253" y="4"/>
                      <a:pt x="206" y="23"/>
                    </a:cubicBezTo>
                    <a:cubicBezTo>
                      <a:pt x="169" y="38"/>
                      <a:pt x="161" y="77"/>
                      <a:pt x="153" y="114"/>
                    </a:cubicBezTo>
                    <a:cubicBezTo>
                      <a:pt x="152" y="121"/>
                      <a:pt x="150" y="129"/>
                      <a:pt x="148" y="136"/>
                    </a:cubicBezTo>
                    <a:cubicBezTo>
                      <a:pt x="148" y="137"/>
                      <a:pt x="148" y="137"/>
                      <a:pt x="148" y="137"/>
                    </a:cubicBezTo>
                    <a:cubicBezTo>
                      <a:pt x="148" y="137"/>
                      <a:pt x="113" y="225"/>
                      <a:pt x="79" y="281"/>
                    </a:cubicBezTo>
                    <a:cubicBezTo>
                      <a:pt x="72" y="291"/>
                      <a:pt x="65" y="302"/>
                      <a:pt x="59" y="312"/>
                    </a:cubicBezTo>
                    <a:cubicBezTo>
                      <a:pt x="30" y="355"/>
                      <a:pt x="5" y="392"/>
                      <a:pt x="28" y="417"/>
                    </a:cubicBezTo>
                    <a:cubicBezTo>
                      <a:pt x="54" y="445"/>
                      <a:pt x="127" y="543"/>
                      <a:pt x="132" y="608"/>
                    </a:cubicBezTo>
                    <a:cubicBezTo>
                      <a:pt x="138" y="667"/>
                      <a:pt x="199" y="785"/>
                      <a:pt x="317" y="785"/>
                    </a:cubicBezTo>
                    <a:cubicBezTo>
                      <a:pt x="436" y="785"/>
                      <a:pt x="496" y="787"/>
                      <a:pt x="553" y="838"/>
                    </a:cubicBezTo>
                    <a:cubicBezTo>
                      <a:pt x="609" y="889"/>
                      <a:pt x="733" y="936"/>
                      <a:pt x="829" y="926"/>
                    </a:cubicBezTo>
                    <a:cubicBezTo>
                      <a:pt x="901" y="918"/>
                      <a:pt x="960" y="914"/>
                      <a:pt x="1008" y="914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45"/>
              <p:cNvSpPr/>
              <p:nvPr/>
            </p:nvSpPr>
            <p:spPr>
              <a:xfrm>
                <a:off x="5372670" y="1971973"/>
                <a:ext cx="179733" cy="551270"/>
              </a:xfrm>
              <a:custGeom>
                <a:rect b="b" l="l" r="r" t="t"/>
                <a:pathLst>
                  <a:path extrusionOk="0" h="589" w="192">
                    <a:moveTo>
                      <a:pt x="112" y="589"/>
                    </a:moveTo>
                    <a:cubicBezTo>
                      <a:pt x="54" y="589"/>
                      <a:pt x="22" y="506"/>
                      <a:pt x="11" y="432"/>
                    </a:cubicBezTo>
                    <a:cubicBezTo>
                      <a:pt x="0" y="352"/>
                      <a:pt x="1" y="279"/>
                      <a:pt x="3" y="224"/>
                    </a:cubicBezTo>
                    <a:cubicBezTo>
                      <a:pt x="5" y="169"/>
                      <a:pt x="22" y="27"/>
                      <a:pt x="51" y="4"/>
                    </a:cubicBezTo>
                    <a:cubicBezTo>
                      <a:pt x="54" y="1"/>
                      <a:pt x="58" y="0"/>
                      <a:pt x="61" y="1"/>
                    </a:cubicBezTo>
                    <a:cubicBezTo>
                      <a:pt x="94" y="6"/>
                      <a:pt x="159" y="116"/>
                      <a:pt x="170" y="184"/>
                    </a:cubicBezTo>
                    <a:cubicBezTo>
                      <a:pt x="171" y="190"/>
                      <a:pt x="172" y="196"/>
                      <a:pt x="173" y="202"/>
                    </a:cubicBezTo>
                    <a:cubicBezTo>
                      <a:pt x="183" y="262"/>
                      <a:pt x="192" y="318"/>
                      <a:pt x="172" y="398"/>
                    </a:cubicBezTo>
                    <a:cubicBezTo>
                      <a:pt x="165" y="429"/>
                      <a:pt x="164" y="462"/>
                      <a:pt x="163" y="490"/>
                    </a:cubicBezTo>
                    <a:cubicBezTo>
                      <a:pt x="162" y="542"/>
                      <a:pt x="161" y="583"/>
                      <a:pt x="120" y="589"/>
                    </a:cubicBezTo>
                    <a:cubicBezTo>
                      <a:pt x="117" y="589"/>
                      <a:pt x="115" y="589"/>
                      <a:pt x="112" y="589"/>
                    </a:cubicBezTo>
                    <a:close/>
                    <a:moveTo>
                      <a:pt x="60" y="5"/>
                    </a:moveTo>
                    <a:cubicBezTo>
                      <a:pt x="58" y="5"/>
                      <a:pt x="56" y="6"/>
                      <a:pt x="53" y="7"/>
                    </a:cubicBezTo>
                    <a:cubicBezTo>
                      <a:pt x="28" y="28"/>
                      <a:pt x="10" y="159"/>
                      <a:pt x="7" y="224"/>
                    </a:cubicBezTo>
                    <a:cubicBezTo>
                      <a:pt x="5" y="279"/>
                      <a:pt x="4" y="352"/>
                      <a:pt x="15" y="432"/>
                    </a:cubicBezTo>
                    <a:cubicBezTo>
                      <a:pt x="26" y="510"/>
                      <a:pt x="60" y="585"/>
                      <a:pt x="112" y="585"/>
                    </a:cubicBezTo>
                    <a:cubicBezTo>
                      <a:pt x="115" y="585"/>
                      <a:pt x="117" y="585"/>
                      <a:pt x="119" y="585"/>
                    </a:cubicBezTo>
                    <a:cubicBezTo>
                      <a:pt x="157" y="580"/>
                      <a:pt x="158" y="540"/>
                      <a:pt x="159" y="490"/>
                    </a:cubicBezTo>
                    <a:cubicBezTo>
                      <a:pt x="160" y="461"/>
                      <a:pt x="161" y="429"/>
                      <a:pt x="168" y="397"/>
                    </a:cubicBezTo>
                    <a:cubicBezTo>
                      <a:pt x="188" y="318"/>
                      <a:pt x="178" y="262"/>
                      <a:pt x="169" y="203"/>
                    </a:cubicBezTo>
                    <a:cubicBezTo>
                      <a:pt x="168" y="197"/>
                      <a:pt x="167" y="191"/>
                      <a:pt x="166" y="185"/>
                    </a:cubicBezTo>
                    <a:cubicBezTo>
                      <a:pt x="155" y="119"/>
                      <a:pt x="91" y="10"/>
                      <a:pt x="61" y="5"/>
                    </a:cubicBezTo>
                    <a:cubicBezTo>
                      <a:pt x="60" y="5"/>
                      <a:pt x="60" y="5"/>
                      <a:pt x="60" y="5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45"/>
              <p:cNvSpPr/>
              <p:nvPr/>
            </p:nvSpPr>
            <p:spPr>
              <a:xfrm>
                <a:off x="5965858" y="3161183"/>
                <a:ext cx="86669" cy="150605"/>
              </a:xfrm>
              <a:custGeom>
                <a:rect b="b" l="l" r="r" t="t"/>
                <a:pathLst>
                  <a:path extrusionOk="0" h="161" w="92">
                    <a:moveTo>
                      <a:pt x="23" y="161"/>
                    </a:moveTo>
                    <a:cubicBezTo>
                      <a:pt x="19" y="161"/>
                      <a:pt x="16" y="160"/>
                      <a:pt x="13" y="158"/>
                    </a:cubicBezTo>
                    <a:cubicBezTo>
                      <a:pt x="0" y="148"/>
                      <a:pt x="5" y="115"/>
                      <a:pt x="8" y="101"/>
                    </a:cubicBezTo>
                    <a:cubicBezTo>
                      <a:pt x="10" y="88"/>
                      <a:pt x="10" y="73"/>
                      <a:pt x="9" y="59"/>
                    </a:cubicBezTo>
                    <a:cubicBezTo>
                      <a:pt x="9" y="37"/>
                      <a:pt x="8" y="16"/>
                      <a:pt x="20" y="7"/>
                    </a:cubicBezTo>
                    <a:cubicBezTo>
                      <a:pt x="29" y="0"/>
                      <a:pt x="48" y="1"/>
                      <a:pt x="64" y="10"/>
                    </a:cubicBezTo>
                    <a:cubicBezTo>
                      <a:pt x="82" y="19"/>
                      <a:pt x="92" y="35"/>
                      <a:pt x="91" y="52"/>
                    </a:cubicBezTo>
                    <a:cubicBezTo>
                      <a:pt x="89" y="86"/>
                      <a:pt x="67" y="144"/>
                      <a:pt x="35" y="158"/>
                    </a:cubicBezTo>
                    <a:cubicBezTo>
                      <a:pt x="31" y="160"/>
                      <a:pt x="27" y="161"/>
                      <a:pt x="23" y="161"/>
                    </a:cubicBezTo>
                    <a:close/>
                    <a:moveTo>
                      <a:pt x="36" y="6"/>
                    </a:moveTo>
                    <a:cubicBezTo>
                      <a:pt x="31" y="6"/>
                      <a:pt x="26" y="7"/>
                      <a:pt x="22" y="10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12" y="18"/>
                      <a:pt x="13" y="38"/>
                      <a:pt x="13" y="59"/>
                    </a:cubicBezTo>
                    <a:cubicBezTo>
                      <a:pt x="14" y="73"/>
                      <a:pt x="14" y="88"/>
                      <a:pt x="12" y="102"/>
                    </a:cubicBezTo>
                    <a:cubicBezTo>
                      <a:pt x="6" y="129"/>
                      <a:pt x="8" y="149"/>
                      <a:pt x="16" y="155"/>
                    </a:cubicBezTo>
                    <a:cubicBezTo>
                      <a:pt x="20" y="158"/>
                      <a:pt x="26" y="158"/>
                      <a:pt x="34" y="155"/>
                    </a:cubicBezTo>
                    <a:cubicBezTo>
                      <a:pt x="62" y="142"/>
                      <a:pt x="85" y="90"/>
                      <a:pt x="87" y="52"/>
                    </a:cubicBezTo>
                    <a:cubicBezTo>
                      <a:pt x="88" y="37"/>
                      <a:pt x="79" y="22"/>
                      <a:pt x="62" y="13"/>
                    </a:cubicBezTo>
                    <a:cubicBezTo>
                      <a:pt x="54" y="9"/>
                      <a:pt x="44" y="6"/>
                      <a:pt x="36" y="6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45"/>
              <p:cNvSpPr/>
              <p:nvPr/>
            </p:nvSpPr>
            <p:spPr>
              <a:xfrm>
                <a:off x="5065775" y="1744644"/>
                <a:ext cx="1535894" cy="2859358"/>
              </a:xfrm>
              <a:custGeom>
                <a:rect b="b" l="l" r="r" t="t"/>
                <a:pathLst>
                  <a:path extrusionOk="0" h="3055" w="1641">
                    <a:moveTo>
                      <a:pt x="1258" y="3041"/>
                    </a:moveTo>
                    <a:cubicBezTo>
                      <a:pt x="1175" y="3041"/>
                      <a:pt x="1080" y="3023"/>
                      <a:pt x="968" y="3001"/>
                    </a:cubicBezTo>
                    <a:cubicBezTo>
                      <a:pt x="901" y="2988"/>
                      <a:pt x="831" y="2974"/>
                      <a:pt x="754" y="2963"/>
                    </a:cubicBezTo>
                    <a:cubicBezTo>
                      <a:pt x="711" y="2956"/>
                      <a:pt x="666" y="2951"/>
                      <a:pt x="622" y="2945"/>
                    </a:cubicBezTo>
                    <a:cubicBezTo>
                      <a:pt x="393" y="2918"/>
                      <a:pt x="176" y="2892"/>
                      <a:pt x="131" y="2708"/>
                    </a:cubicBezTo>
                    <a:cubicBezTo>
                      <a:pt x="79" y="2492"/>
                      <a:pt x="29" y="1772"/>
                      <a:pt x="78" y="1584"/>
                    </a:cubicBezTo>
                    <a:cubicBezTo>
                      <a:pt x="123" y="1409"/>
                      <a:pt x="135" y="1126"/>
                      <a:pt x="104" y="940"/>
                    </a:cubicBezTo>
                    <a:cubicBezTo>
                      <a:pt x="102" y="922"/>
                      <a:pt x="98" y="902"/>
                      <a:pt x="94" y="881"/>
                    </a:cubicBezTo>
                    <a:cubicBezTo>
                      <a:pt x="59" y="675"/>
                      <a:pt x="0" y="331"/>
                      <a:pt x="75" y="207"/>
                    </a:cubicBezTo>
                    <a:cubicBezTo>
                      <a:pt x="114" y="145"/>
                      <a:pt x="171" y="89"/>
                      <a:pt x="238" y="51"/>
                    </a:cubicBezTo>
                    <a:cubicBezTo>
                      <a:pt x="299" y="17"/>
                      <a:pt x="363" y="0"/>
                      <a:pt x="413" y="4"/>
                    </a:cubicBezTo>
                    <a:cubicBezTo>
                      <a:pt x="526" y="13"/>
                      <a:pt x="570" y="174"/>
                      <a:pt x="572" y="181"/>
                    </a:cubicBezTo>
                    <a:cubicBezTo>
                      <a:pt x="575" y="190"/>
                      <a:pt x="627" y="389"/>
                      <a:pt x="612" y="518"/>
                    </a:cubicBezTo>
                    <a:cubicBezTo>
                      <a:pt x="598" y="645"/>
                      <a:pt x="587" y="772"/>
                      <a:pt x="623" y="818"/>
                    </a:cubicBezTo>
                    <a:cubicBezTo>
                      <a:pt x="634" y="833"/>
                      <a:pt x="663" y="857"/>
                      <a:pt x="696" y="885"/>
                    </a:cubicBezTo>
                    <a:cubicBezTo>
                      <a:pt x="769" y="948"/>
                      <a:pt x="869" y="1034"/>
                      <a:pt x="890" y="1104"/>
                    </a:cubicBezTo>
                    <a:cubicBezTo>
                      <a:pt x="918" y="1202"/>
                      <a:pt x="945" y="1295"/>
                      <a:pt x="1011" y="1313"/>
                    </a:cubicBezTo>
                    <a:cubicBezTo>
                      <a:pt x="1076" y="1332"/>
                      <a:pt x="1282" y="1423"/>
                      <a:pt x="1279" y="1502"/>
                    </a:cubicBezTo>
                    <a:cubicBezTo>
                      <a:pt x="1278" y="1539"/>
                      <a:pt x="1238" y="1591"/>
                      <a:pt x="1195" y="1646"/>
                    </a:cubicBezTo>
                    <a:cubicBezTo>
                      <a:pt x="1147" y="1707"/>
                      <a:pt x="1098" y="1771"/>
                      <a:pt x="1092" y="1825"/>
                    </a:cubicBezTo>
                    <a:cubicBezTo>
                      <a:pt x="1082" y="1925"/>
                      <a:pt x="1139" y="2073"/>
                      <a:pt x="1230" y="2121"/>
                    </a:cubicBezTo>
                    <a:cubicBezTo>
                      <a:pt x="1327" y="2173"/>
                      <a:pt x="1495" y="2273"/>
                      <a:pt x="1530" y="2365"/>
                    </a:cubicBezTo>
                    <a:cubicBezTo>
                      <a:pt x="1541" y="2395"/>
                      <a:pt x="1556" y="2426"/>
                      <a:pt x="1572" y="2459"/>
                    </a:cubicBezTo>
                    <a:cubicBezTo>
                      <a:pt x="1606" y="2528"/>
                      <a:pt x="1641" y="2599"/>
                      <a:pt x="1639" y="2665"/>
                    </a:cubicBezTo>
                    <a:cubicBezTo>
                      <a:pt x="1636" y="2761"/>
                      <a:pt x="1521" y="2981"/>
                      <a:pt x="1371" y="3026"/>
                    </a:cubicBezTo>
                    <a:cubicBezTo>
                      <a:pt x="1336" y="3037"/>
                      <a:pt x="1299" y="3041"/>
                      <a:pt x="1258" y="3041"/>
                    </a:cubicBezTo>
                    <a:close/>
                    <a:moveTo>
                      <a:pt x="399" y="7"/>
                    </a:moveTo>
                    <a:cubicBezTo>
                      <a:pt x="301" y="7"/>
                      <a:pt x="157" y="81"/>
                      <a:pt x="79" y="210"/>
                    </a:cubicBezTo>
                    <a:cubicBezTo>
                      <a:pt x="5" y="332"/>
                      <a:pt x="66" y="688"/>
                      <a:pt x="98" y="880"/>
                    </a:cubicBezTo>
                    <a:cubicBezTo>
                      <a:pt x="102" y="902"/>
                      <a:pt x="105" y="921"/>
                      <a:pt x="108" y="939"/>
                    </a:cubicBezTo>
                    <a:cubicBezTo>
                      <a:pt x="139" y="1126"/>
                      <a:pt x="127" y="1410"/>
                      <a:pt x="82" y="1585"/>
                    </a:cubicBezTo>
                    <a:cubicBezTo>
                      <a:pt x="33" y="1772"/>
                      <a:pt x="83" y="2492"/>
                      <a:pt x="135" y="2707"/>
                    </a:cubicBezTo>
                    <a:cubicBezTo>
                      <a:pt x="179" y="2888"/>
                      <a:pt x="395" y="2914"/>
                      <a:pt x="623" y="2941"/>
                    </a:cubicBezTo>
                    <a:cubicBezTo>
                      <a:pt x="666" y="2947"/>
                      <a:pt x="711" y="2952"/>
                      <a:pt x="755" y="2959"/>
                    </a:cubicBezTo>
                    <a:cubicBezTo>
                      <a:pt x="832" y="2970"/>
                      <a:pt x="901" y="2984"/>
                      <a:pt x="969" y="2997"/>
                    </a:cubicBezTo>
                    <a:cubicBezTo>
                      <a:pt x="1134" y="3029"/>
                      <a:pt x="1264" y="3055"/>
                      <a:pt x="1370" y="3023"/>
                    </a:cubicBezTo>
                    <a:cubicBezTo>
                      <a:pt x="1519" y="2977"/>
                      <a:pt x="1632" y="2760"/>
                      <a:pt x="1635" y="2664"/>
                    </a:cubicBezTo>
                    <a:cubicBezTo>
                      <a:pt x="1637" y="2600"/>
                      <a:pt x="1602" y="2529"/>
                      <a:pt x="1569" y="2461"/>
                    </a:cubicBezTo>
                    <a:cubicBezTo>
                      <a:pt x="1552" y="2428"/>
                      <a:pt x="1537" y="2397"/>
                      <a:pt x="1526" y="2367"/>
                    </a:cubicBezTo>
                    <a:cubicBezTo>
                      <a:pt x="1492" y="2276"/>
                      <a:pt x="1325" y="2176"/>
                      <a:pt x="1228" y="2125"/>
                    </a:cubicBezTo>
                    <a:cubicBezTo>
                      <a:pt x="1136" y="2076"/>
                      <a:pt x="1078" y="1926"/>
                      <a:pt x="1088" y="1824"/>
                    </a:cubicBezTo>
                    <a:cubicBezTo>
                      <a:pt x="1094" y="1769"/>
                      <a:pt x="1144" y="1705"/>
                      <a:pt x="1192" y="1643"/>
                    </a:cubicBezTo>
                    <a:cubicBezTo>
                      <a:pt x="1234" y="1589"/>
                      <a:pt x="1274" y="1538"/>
                      <a:pt x="1275" y="1502"/>
                    </a:cubicBezTo>
                    <a:cubicBezTo>
                      <a:pt x="1278" y="1425"/>
                      <a:pt x="1075" y="1335"/>
                      <a:pt x="1010" y="1317"/>
                    </a:cubicBezTo>
                    <a:cubicBezTo>
                      <a:pt x="942" y="1298"/>
                      <a:pt x="915" y="1204"/>
                      <a:pt x="886" y="1105"/>
                    </a:cubicBezTo>
                    <a:cubicBezTo>
                      <a:pt x="866" y="1036"/>
                      <a:pt x="766" y="951"/>
                      <a:pt x="693" y="888"/>
                    </a:cubicBezTo>
                    <a:cubicBezTo>
                      <a:pt x="659" y="859"/>
                      <a:pt x="631" y="836"/>
                      <a:pt x="619" y="820"/>
                    </a:cubicBezTo>
                    <a:cubicBezTo>
                      <a:pt x="583" y="773"/>
                      <a:pt x="594" y="645"/>
                      <a:pt x="608" y="518"/>
                    </a:cubicBezTo>
                    <a:cubicBezTo>
                      <a:pt x="623" y="389"/>
                      <a:pt x="571" y="191"/>
                      <a:pt x="568" y="182"/>
                    </a:cubicBezTo>
                    <a:cubicBezTo>
                      <a:pt x="567" y="176"/>
                      <a:pt x="523" y="17"/>
                      <a:pt x="413" y="8"/>
                    </a:cubicBezTo>
                    <a:cubicBezTo>
                      <a:pt x="408" y="7"/>
                      <a:pt x="403" y="7"/>
                      <a:pt x="399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45"/>
              <p:cNvSpPr/>
              <p:nvPr/>
            </p:nvSpPr>
            <p:spPr>
              <a:xfrm>
                <a:off x="5425240" y="2827295"/>
                <a:ext cx="469577" cy="1121011"/>
              </a:xfrm>
              <a:custGeom>
                <a:rect b="b" l="l" r="r" t="t"/>
                <a:pathLst>
                  <a:path extrusionOk="0" h="1198" w="502">
                    <a:moveTo>
                      <a:pt x="113" y="1191"/>
                    </a:moveTo>
                    <a:cubicBezTo>
                      <a:pt x="72" y="1191"/>
                      <a:pt x="52" y="1173"/>
                      <a:pt x="35" y="1124"/>
                    </a:cubicBezTo>
                    <a:cubicBezTo>
                      <a:pt x="12" y="1056"/>
                      <a:pt x="0" y="894"/>
                      <a:pt x="3" y="817"/>
                    </a:cubicBezTo>
                    <a:cubicBezTo>
                      <a:pt x="4" y="799"/>
                      <a:pt x="5" y="775"/>
                      <a:pt x="6" y="747"/>
                    </a:cubicBezTo>
                    <a:cubicBezTo>
                      <a:pt x="10" y="658"/>
                      <a:pt x="16" y="537"/>
                      <a:pt x="14" y="478"/>
                    </a:cubicBezTo>
                    <a:cubicBezTo>
                      <a:pt x="11" y="396"/>
                      <a:pt x="21" y="237"/>
                      <a:pt x="24" y="190"/>
                    </a:cubicBezTo>
                    <a:cubicBezTo>
                      <a:pt x="30" y="109"/>
                      <a:pt x="44" y="11"/>
                      <a:pt x="77" y="4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96" y="0"/>
                      <a:pt x="125" y="11"/>
                      <a:pt x="149" y="32"/>
                    </a:cubicBezTo>
                    <a:cubicBezTo>
                      <a:pt x="179" y="57"/>
                      <a:pt x="195" y="89"/>
                      <a:pt x="194" y="121"/>
                    </a:cubicBezTo>
                    <a:cubicBezTo>
                      <a:pt x="192" y="171"/>
                      <a:pt x="193" y="294"/>
                      <a:pt x="241" y="354"/>
                    </a:cubicBezTo>
                    <a:cubicBezTo>
                      <a:pt x="260" y="377"/>
                      <a:pt x="285" y="396"/>
                      <a:pt x="310" y="413"/>
                    </a:cubicBezTo>
                    <a:cubicBezTo>
                      <a:pt x="345" y="439"/>
                      <a:pt x="378" y="463"/>
                      <a:pt x="386" y="496"/>
                    </a:cubicBezTo>
                    <a:cubicBezTo>
                      <a:pt x="398" y="546"/>
                      <a:pt x="427" y="740"/>
                      <a:pt x="404" y="804"/>
                    </a:cubicBezTo>
                    <a:cubicBezTo>
                      <a:pt x="383" y="866"/>
                      <a:pt x="409" y="922"/>
                      <a:pt x="439" y="973"/>
                    </a:cubicBezTo>
                    <a:cubicBezTo>
                      <a:pt x="475" y="1037"/>
                      <a:pt x="502" y="1119"/>
                      <a:pt x="468" y="1159"/>
                    </a:cubicBezTo>
                    <a:cubicBezTo>
                      <a:pt x="448" y="1183"/>
                      <a:pt x="397" y="1179"/>
                      <a:pt x="339" y="1175"/>
                    </a:cubicBezTo>
                    <a:cubicBezTo>
                      <a:pt x="291" y="1172"/>
                      <a:pt x="238" y="1169"/>
                      <a:pt x="192" y="1179"/>
                    </a:cubicBezTo>
                    <a:cubicBezTo>
                      <a:pt x="159" y="1186"/>
                      <a:pt x="134" y="1191"/>
                      <a:pt x="113" y="1191"/>
                    </a:cubicBezTo>
                    <a:close/>
                    <a:moveTo>
                      <a:pt x="85" y="7"/>
                    </a:moveTo>
                    <a:cubicBezTo>
                      <a:pt x="82" y="7"/>
                      <a:pt x="80" y="8"/>
                      <a:pt x="77" y="8"/>
                    </a:cubicBezTo>
                    <a:cubicBezTo>
                      <a:pt x="54" y="13"/>
                      <a:pt x="36" y="80"/>
                      <a:pt x="28" y="190"/>
                    </a:cubicBezTo>
                    <a:cubicBezTo>
                      <a:pt x="25" y="237"/>
                      <a:pt x="15" y="396"/>
                      <a:pt x="18" y="478"/>
                    </a:cubicBezTo>
                    <a:cubicBezTo>
                      <a:pt x="20" y="537"/>
                      <a:pt x="14" y="658"/>
                      <a:pt x="10" y="747"/>
                    </a:cubicBezTo>
                    <a:cubicBezTo>
                      <a:pt x="9" y="775"/>
                      <a:pt x="8" y="800"/>
                      <a:pt x="7" y="817"/>
                    </a:cubicBezTo>
                    <a:cubicBezTo>
                      <a:pt x="5" y="885"/>
                      <a:pt x="15" y="1053"/>
                      <a:pt x="39" y="1123"/>
                    </a:cubicBezTo>
                    <a:cubicBezTo>
                      <a:pt x="62" y="1189"/>
                      <a:pt x="88" y="1198"/>
                      <a:pt x="191" y="1175"/>
                    </a:cubicBezTo>
                    <a:cubicBezTo>
                      <a:pt x="237" y="1165"/>
                      <a:pt x="291" y="1168"/>
                      <a:pt x="339" y="1172"/>
                    </a:cubicBezTo>
                    <a:cubicBezTo>
                      <a:pt x="397" y="1175"/>
                      <a:pt x="446" y="1179"/>
                      <a:pt x="465" y="1157"/>
                    </a:cubicBezTo>
                    <a:cubicBezTo>
                      <a:pt x="497" y="1118"/>
                      <a:pt x="469" y="1035"/>
                      <a:pt x="435" y="975"/>
                    </a:cubicBezTo>
                    <a:cubicBezTo>
                      <a:pt x="406" y="923"/>
                      <a:pt x="378" y="867"/>
                      <a:pt x="400" y="803"/>
                    </a:cubicBezTo>
                    <a:cubicBezTo>
                      <a:pt x="422" y="742"/>
                      <a:pt x="395" y="552"/>
                      <a:pt x="382" y="497"/>
                    </a:cubicBezTo>
                    <a:cubicBezTo>
                      <a:pt x="374" y="465"/>
                      <a:pt x="342" y="442"/>
                      <a:pt x="307" y="417"/>
                    </a:cubicBezTo>
                    <a:cubicBezTo>
                      <a:pt x="283" y="399"/>
                      <a:pt x="257" y="380"/>
                      <a:pt x="238" y="357"/>
                    </a:cubicBezTo>
                    <a:cubicBezTo>
                      <a:pt x="190" y="298"/>
                      <a:pt x="187" y="184"/>
                      <a:pt x="190" y="121"/>
                    </a:cubicBezTo>
                    <a:cubicBezTo>
                      <a:pt x="191" y="90"/>
                      <a:pt x="175" y="59"/>
                      <a:pt x="147" y="35"/>
                    </a:cubicBezTo>
                    <a:cubicBezTo>
                      <a:pt x="126" y="18"/>
                      <a:pt x="103" y="7"/>
                      <a:pt x="85" y="7"/>
                    </a:cubicBezTo>
                    <a:close/>
                  </a:path>
                </a:pathLst>
              </a:custGeom>
              <a:solidFill>
                <a:srgbClr val="FFFFFF">
                  <a:alpha val="2089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highlight>
                    <a:srgbClr val="0B5394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97" name="Google Shape;139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167319" y="-1120942"/>
              <a:ext cx="687844" cy="71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8" name="Google Shape;1398;p4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5573688" y="-1041669"/>
              <a:ext cx="1285588" cy="827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9" name="Google Shape;1399;p4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5400000">
              <a:off x="6963168" y="-164883"/>
              <a:ext cx="1096154" cy="1096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0" name="Google Shape;1400;p4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45"/>
          <p:cNvSpPr txBox="1"/>
          <p:nvPr/>
        </p:nvSpPr>
        <p:spPr>
          <a:xfrm>
            <a:off x="4594350" y="1579500"/>
            <a:ext cx="4527300" cy="1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Playfair Display"/>
              <a:buChar char="➔"/>
            </a:pPr>
            <a:r>
              <a:rPr lang="en" sz="2600">
                <a:solidFill>
                  <a:schemeClr val="accent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Link</a:t>
            </a:r>
            <a:r>
              <a:rPr lang="en" sz="2600">
                <a:solidFill>
                  <a:schemeClr val="accent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endParaRPr sz="2600">
              <a:solidFill>
                <a:schemeClr val="accent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accent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hlink"/>
                </a:solidFill>
                <a:latin typeface="Playfair Display"/>
                <a:ea typeface="Playfair Display"/>
                <a:cs typeface="Playfair Display"/>
                <a:sym typeface="Playfair Display"/>
                <a:hlinkClick r:id="rId10"/>
              </a:rPr>
              <a:t>https://github.com/ksalaz63/GlobalWeatherAnalysis</a:t>
            </a:r>
            <a:endParaRPr sz="2600">
              <a:solidFill>
                <a:schemeClr val="accent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imatology Data Analysis Tool Pitch Deck by Slidesgo">
  <a:themeElements>
    <a:clrScheme name="Simple Light">
      <a:dk1>
        <a:srgbClr val="E9E9E9"/>
      </a:dk1>
      <a:lt1>
        <a:srgbClr val="BEBEBE"/>
      </a:lt1>
      <a:dk2>
        <a:srgbClr val="072037"/>
      </a:dk2>
      <a:lt2>
        <a:srgbClr val="11293E"/>
      </a:lt2>
      <a:accent1>
        <a:srgbClr val="3C78D8"/>
      </a:accent1>
      <a:accent2>
        <a:srgbClr val="83B1FA"/>
      </a:accent2>
      <a:accent3>
        <a:srgbClr val="93C47D"/>
      </a:accent3>
      <a:accent4>
        <a:srgbClr val="E4A610"/>
      </a:accent4>
      <a:accent5>
        <a:srgbClr val="FFFFFF"/>
      </a:accent5>
      <a:accent6>
        <a:srgbClr val="FFFFFF"/>
      </a:accent6>
      <a:hlink>
        <a:srgbClr val="E9E9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